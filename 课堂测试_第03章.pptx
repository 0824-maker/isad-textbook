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3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a284598-0e29-4bcc-8f10-7776425ba88f}">
          <p14:sldIdLst>
            <p14:sldId id="256"/>
          </p14:sldIdLst>
        </p14:section>
        <p14:section name="ch1" id="{d2e06d3c-54bd-4908-a893-a31f3724ba11}">
          <p14:sldIdLst>
            <p14:sldId id="257"/>
            <p14:sldId id="258"/>
            <p14:sldId id="259"/>
          </p14:sldIdLst>
        </p14:section>
        <p14:section name="ch2" id="{9243656e-8cdb-4d44-8729-ce06bddfad62}">
          <p14:sldIdLst>
            <p14:sldId id="262"/>
            <p14:sldId id="261"/>
            <p14:sldId id="260"/>
          </p14:sldIdLst>
        </p14:section>
        <p14:section name="ch3" id="{9e0cd0b5-8198-4093-84cf-3778d52f21f7}">
          <p14:sldIdLst>
            <p14:sldId id="263"/>
            <p14:sldId id="264"/>
            <p14:sldId id="265"/>
            <p14:sldId id="266"/>
          </p14:sldIdLst>
        </p14:section>
        <p14:section name="ch4" id="{01be23f7-c997-475c-941e-87bae54b8c92}">
          <p14:sldIdLst>
            <p14:sldId id="267"/>
            <p14:sldId id="268"/>
            <p14:sldId id="269"/>
          </p14:sldIdLst>
        </p14:section>
        <p14:section name="ch5" id="{95cf910f-a3a5-4190-937e-2ed4d3df3c1d}">
          <p14:sldIdLst>
            <p14:sldId id="270"/>
            <p14:sldId id="271"/>
          </p14:sldIdLst>
        </p14:section>
        <p14:section name="ch6" id="{a035fd72-1483-44f0-8ac7-1f13960946c8}">
          <p14:sldIdLst>
            <p14:sldId id="272"/>
            <p14:sldId id="273"/>
            <p14:sldId id="274"/>
            <p14:sldId id="275"/>
          </p14:sldIdLst>
        </p14:section>
        <p14:section name="ch7" id="{24f589d4-665d-4fc7-99d2-ace5cc0c911a}">
          <p14:sldIdLst>
            <p14:sldId id="276"/>
            <p14:sldId id="277"/>
            <p14:sldId id="278"/>
          </p14:sldIdLst>
        </p14:section>
        <p14:section name="ch8" id="{50c99227-c692-438b-851c-cada430d3961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h9" id="{aefd41b4-88f0-46ee-9365-5e24b20a5c04}">
          <p14:sldIdLst>
            <p14:sldId id="285"/>
            <p14:sldId id="286"/>
            <p14:sldId id="287"/>
          </p14:sldIdLst>
        </p14:section>
        <p14:section name="ch10" id="{626a3dca-c6de-405d-b881-25667b31d23b}">
          <p14:sldIdLst>
            <p14:sldId id="288"/>
            <p14:sldId id="289"/>
            <p14:sldId id="290"/>
          </p14:sldIdLst>
        </p14:section>
        <p14:section name="ch11" id="{5a97981a-f0ee-4582-a685-14237da14fc1}">
          <p14:sldIdLst>
            <p14:sldId id="292"/>
            <p14:sldId id="291"/>
          </p14:sldIdLst>
        </p14:section>
        <p14:section name="ch12" id="{7aa1e7fb-9862-43d9-b1eb-1df284e1c576}">
          <p14:sldIdLst>
            <p14:sldId id="293"/>
            <p14:sldId id="294"/>
            <p14:sldId id="295"/>
            <p14:sldId id="296"/>
          </p14:sldIdLst>
        </p14:section>
        <p14:section name="ch13" id="{b3cb5a09-d424-45c7-bbe2-c5f4ce19bd79}">
          <p14:sldIdLst>
            <p14:sldId id="297"/>
            <p14:sldId id="298"/>
          </p14:sldIdLst>
        </p14:section>
        <p14:section name="ch14" id="{3efc7207-38d8-46a5-8d41-916b73c6bb8f}">
          <p14:sldIdLst>
            <p14:sldId id="299"/>
            <p14:sldId id="300"/>
          </p14:sldIdLst>
        </p14:section>
        <p14:section name="ch15" id="{b5595902-4a67-41e6-b525-3b6e768ea1d5}">
          <p14:sldIdLst>
            <p14:sldId id="301"/>
            <p14:sldId id="302"/>
            <p14:sldId id="303"/>
          </p14:sldIdLst>
        </p14:section>
        <p14:section name="ch16" id="{03dbc854-96bc-4388-b35f-c1897d3f08c2}">
          <p14:sldIdLst>
            <p14:sldId id="304"/>
            <p14:sldId id="305"/>
          </p14:sldIdLst>
        </p14:section>
        <p14:section name="ch17" id="{7c73581b-a559-410e-b9d6-28d27dff6914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无标题节" id="{d6b238d0-bfe7-4415-9dd3-a61e432f39e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晓敏" initials="王晓敏" lastIdx="0" clrIdx="0"/>
  <p:cmAuthor id="2" name="cc gg" initials="cg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46" Type="http://schemas.openxmlformats.org/officeDocument/2006/relationships/notesMaster" Target="notesMasters/notesMaster1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155" Type="http://schemas.openxmlformats.org/officeDocument/2006/relationships/presProps" Target="presProps.xml"/><Relationship Id="rId156" Type="http://schemas.openxmlformats.org/officeDocument/2006/relationships/viewProps" Target="viewProps.xml"/><Relationship Id="rId157" Type="http://schemas.openxmlformats.org/officeDocument/2006/relationships/tableStyles" Target="tableStyles.xml"/><Relationship Id="rId158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87.xml"/><Relationship Id="rId2" Type="http://schemas.openxmlformats.org/officeDocument/2006/relationships/tags" Target="../tags/tag288.xml"/><Relationship Id="rId3" Type="http://schemas.openxmlformats.org/officeDocument/2006/relationships/tags" Target="../tags/tag289.xml"/><Relationship Id="rId4" Type="http://schemas.openxmlformats.org/officeDocument/2006/relationships/tags" Target="../tags/tag290.xml"/><Relationship Id="rId5" Type="http://schemas.openxmlformats.org/officeDocument/2006/relationships/tags" Target="../tags/tag291.xml"/><Relationship Id="rId6" Type="http://schemas.openxmlformats.org/officeDocument/2006/relationships/tags" Target="../tags/tag292.xml"/><Relationship Id="rId7" Type="http://schemas.openxmlformats.org/officeDocument/2006/relationships/tags" Target="../tags/tag293.xml"/><Relationship Id="rId8" Type="http://schemas.openxmlformats.org/officeDocument/2006/relationships/tags" Target="../tags/tag294.xml"/><Relationship Id="rId9" Type="http://schemas.openxmlformats.org/officeDocument/2006/relationships/tags" Target="../tags/tag295.xml"/><Relationship Id="rId10" Type="http://schemas.openxmlformats.org/officeDocument/2006/relationships/tags" Target="../tags/tag296.xml"/><Relationship Id="rId11" Type="http://schemas.openxmlformats.org/officeDocument/2006/relationships/tags" Target="../tags/tag297.xml"/><Relationship Id="rId12" Type="http://schemas.openxmlformats.org/officeDocument/2006/relationships/tags" Target="../tags/tag298.xml"/><Relationship Id="rId13" Type="http://schemas.openxmlformats.org/officeDocument/2006/relationships/tags" Target="../tags/tag299.xml"/><Relationship Id="rId14" Type="http://schemas.openxmlformats.org/officeDocument/2006/relationships/tags" Target="../tags/tag300.xml"/><Relationship Id="rId15" Type="http://schemas.openxmlformats.org/officeDocument/2006/relationships/tags" Target="../tags/tag301.xml"/><Relationship Id="rId16" Type="http://schemas.openxmlformats.org/officeDocument/2006/relationships/tags" Target="../tags/tag302.xml"/><Relationship Id="rId17" Type="http://schemas.openxmlformats.org/officeDocument/2006/relationships/image" Target="../media/image1.png"/><Relationship Id="rId18" Type="http://schemas.openxmlformats.org/officeDocument/2006/relationships/tags" Target="../tags/tag303.xml"/><Relationship Id="rId19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04.xml"/><Relationship Id="rId2" Type="http://schemas.openxmlformats.org/officeDocument/2006/relationships/tags" Target="../tags/tag305.xml"/><Relationship Id="rId3" Type="http://schemas.openxmlformats.org/officeDocument/2006/relationships/tags" Target="../tags/tag306.xml"/><Relationship Id="rId4" Type="http://schemas.openxmlformats.org/officeDocument/2006/relationships/tags" Target="../tags/tag307.xml"/><Relationship Id="rId5" Type="http://schemas.openxmlformats.org/officeDocument/2006/relationships/tags" Target="../tags/tag308.xml"/><Relationship Id="rId6" Type="http://schemas.openxmlformats.org/officeDocument/2006/relationships/tags" Target="../tags/tag309.xml"/><Relationship Id="rId7" Type="http://schemas.openxmlformats.org/officeDocument/2006/relationships/tags" Target="../tags/tag310.xml"/><Relationship Id="rId8" Type="http://schemas.openxmlformats.org/officeDocument/2006/relationships/tags" Target="../tags/tag311.xml"/><Relationship Id="rId9" Type="http://schemas.openxmlformats.org/officeDocument/2006/relationships/tags" Target="../tags/tag312.xml"/><Relationship Id="rId10" Type="http://schemas.openxmlformats.org/officeDocument/2006/relationships/tags" Target="../tags/tag313.xml"/><Relationship Id="rId11" Type="http://schemas.openxmlformats.org/officeDocument/2006/relationships/tags" Target="../tags/tag314.xml"/><Relationship Id="rId12" Type="http://schemas.openxmlformats.org/officeDocument/2006/relationships/tags" Target="../tags/tag315.xml"/><Relationship Id="rId13" Type="http://schemas.openxmlformats.org/officeDocument/2006/relationships/tags" Target="../tags/tag316.xml"/><Relationship Id="rId14" Type="http://schemas.openxmlformats.org/officeDocument/2006/relationships/tags" Target="../tags/tag317.xml"/><Relationship Id="rId15" Type="http://schemas.openxmlformats.org/officeDocument/2006/relationships/tags" Target="../tags/tag318.xml"/><Relationship Id="rId16" Type="http://schemas.openxmlformats.org/officeDocument/2006/relationships/tags" Target="../tags/tag319.xml"/><Relationship Id="rId17" Type="http://schemas.openxmlformats.org/officeDocument/2006/relationships/image" Target="../media/image1.png"/><Relationship Id="rId18" Type="http://schemas.openxmlformats.org/officeDocument/2006/relationships/tags" Target="../tags/tag320.xml"/><Relationship Id="rId19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21.xml"/><Relationship Id="rId2" Type="http://schemas.openxmlformats.org/officeDocument/2006/relationships/tags" Target="../tags/tag322.xml"/><Relationship Id="rId3" Type="http://schemas.openxmlformats.org/officeDocument/2006/relationships/tags" Target="../tags/tag323.xml"/><Relationship Id="rId4" Type="http://schemas.openxmlformats.org/officeDocument/2006/relationships/tags" Target="../tags/tag324.xml"/><Relationship Id="rId5" Type="http://schemas.openxmlformats.org/officeDocument/2006/relationships/tags" Target="../tags/tag325.xml"/><Relationship Id="rId6" Type="http://schemas.openxmlformats.org/officeDocument/2006/relationships/tags" Target="../tags/tag326.xml"/><Relationship Id="rId7" Type="http://schemas.openxmlformats.org/officeDocument/2006/relationships/tags" Target="../tags/tag327.xml"/><Relationship Id="rId8" Type="http://schemas.openxmlformats.org/officeDocument/2006/relationships/tags" Target="../tags/tag328.xml"/><Relationship Id="rId9" Type="http://schemas.openxmlformats.org/officeDocument/2006/relationships/tags" Target="../tags/tag329.xml"/><Relationship Id="rId10" Type="http://schemas.openxmlformats.org/officeDocument/2006/relationships/tags" Target="../tags/tag330.xml"/><Relationship Id="rId11" Type="http://schemas.openxmlformats.org/officeDocument/2006/relationships/tags" Target="../tags/tag331.xml"/><Relationship Id="rId12" Type="http://schemas.openxmlformats.org/officeDocument/2006/relationships/tags" Target="../tags/tag332.xml"/><Relationship Id="rId13" Type="http://schemas.openxmlformats.org/officeDocument/2006/relationships/tags" Target="../tags/tag333.xml"/><Relationship Id="rId14" Type="http://schemas.openxmlformats.org/officeDocument/2006/relationships/tags" Target="../tags/tag334.xml"/><Relationship Id="rId15" Type="http://schemas.openxmlformats.org/officeDocument/2006/relationships/tags" Target="../tags/tag335.xml"/><Relationship Id="rId16" Type="http://schemas.openxmlformats.org/officeDocument/2006/relationships/tags" Target="../tags/tag336.xml"/><Relationship Id="rId17" Type="http://schemas.openxmlformats.org/officeDocument/2006/relationships/image" Target="../media/image1.png"/><Relationship Id="rId18" Type="http://schemas.openxmlformats.org/officeDocument/2006/relationships/tags" Target="../tags/tag337.xml"/><Relationship Id="rId19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38.xml"/><Relationship Id="rId2" Type="http://schemas.openxmlformats.org/officeDocument/2006/relationships/tags" Target="../tags/tag339.xml"/><Relationship Id="rId3" Type="http://schemas.openxmlformats.org/officeDocument/2006/relationships/tags" Target="../tags/tag340.xml"/><Relationship Id="rId4" Type="http://schemas.openxmlformats.org/officeDocument/2006/relationships/tags" Target="../tags/tag341.xml"/><Relationship Id="rId5" Type="http://schemas.openxmlformats.org/officeDocument/2006/relationships/tags" Target="../tags/tag342.xml"/><Relationship Id="rId6" Type="http://schemas.openxmlformats.org/officeDocument/2006/relationships/tags" Target="../tags/tag343.xml"/><Relationship Id="rId7" Type="http://schemas.openxmlformats.org/officeDocument/2006/relationships/image" Target="../media/image1.png"/><Relationship Id="rId8" Type="http://schemas.openxmlformats.org/officeDocument/2006/relationships/tags" Target="../tags/tag344.xml"/><Relationship Id="rId9" Type="http://schemas.openxmlformats.org/officeDocument/2006/relationships/tags" Target="../tags/tag345.xml"/><Relationship Id="rId10" Type="http://schemas.openxmlformats.org/officeDocument/2006/relationships/tags" Target="../tags/tag346.xml"/><Relationship Id="rId11" Type="http://schemas.openxmlformats.org/officeDocument/2006/relationships/tags" Target="../tags/tag347.xml"/><Relationship Id="rId12" Type="http://schemas.openxmlformats.org/officeDocument/2006/relationships/tags" Target="../tags/tag348.xml"/><Relationship Id="rId13" Type="http://schemas.openxmlformats.org/officeDocument/2006/relationships/tags" Target="../tags/tag349.xml"/><Relationship Id="rId14" Type="http://schemas.openxmlformats.org/officeDocument/2006/relationships/tags" Target="../tags/tag350.xml"/><Relationship Id="rId15" Type="http://schemas.openxmlformats.org/officeDocument/2006/relationships/tags" Target="../tags/tag351.xml"/><Relationship Id="rId16" Type="http://schemas.openxmlformats.org/officeDocument/2006/relationships/tags" Target="../tags/tag352.xml"/><Relationship Id="rId17" Type="http://schemas.openxmlformats.org/officeDocument/2006/relationships/tags" Target="../tags/tag353.xml"/><Relationship Id="rId18" Type="http://schemas.openxmlformats.org/officeDocument/2006/relationships/tags" Target="../tags/tag354.xml"/><Relationship Id="rId19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355.xml"/><Relationship Id="rId2" Type="http://schemas.openxmlformats.org/officeDocument/2006/relationships/tags" Target="../tags/tag356.xml"/><Relationship Id="rId3" Type="http://schemas.openxmlformats.org/officeDocument/2006/relationships/tags" Target="../tags/tag357.xml"/><Relationship Id="rId4" Type="http://schemas.openxmlformats.org/officeDocument/2006/relationships/tags" Target="../tags/tag358.xml"/><Relationship Id="rId5" Type="http://schemas.openxmlformats.org/officeDocument/2006/relationships/tags" Target="../tags/tag359.xml"/><Relationship Id="rId6" Type="http://schemas.openxmlformats.org/officeDocument/2006/relationships/tags" Target="../tags/tag360.xml"/><Relationship Id="rId7" Type="http://schemas.openxmlformats.org/officeDocument/2006/relationships/image" Target="../media/image1.png"/><Relationship Id="rId8" Type="http://schemas.openxmlformats.org/officeDocument/2006/relationships/tags" Target="../tags/tag361.xml"/><Relationship Id="rId9" Type="http://schemas.openxmlformats.org/officeDocument/2006/relationships/tags" Target="../tags/tag362.xml"/><Relationship Id="rId10" Type="http://schemas.openxmlformats.org/officeDocument/2006/relationships/tags" Target="../tags/tag363.xml"/><Relationship Id="rId1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364.xml"/><Relationship Id="rId2" Type="http://schemas.openxmlformats.org/officeDocument/2006/relationships/tags" Target="../tags/tag365.xml"/><Relationship Id="rId3" Type="http://schemas.openxmlformats.org/officeDocument/2006/relationships/tags" Target="../tags/tag366.xml"/><Relationship Id="rId4" Type="http://schemas.openxmlformats.org/officeDocument/2006/relationships/tags" Target="../tags/tag367.xml"/><Relationship Id="rId5" Type="http://schemas.openxmlformats.org/officeDocument/2006/relationships/tags" Target="../tags/tag368.xml"/><Relationship Id="rId6" Type="http://schemas.openxmlformats.org/officeDocument/2006/relationships/tags" Target="../tags/tag369.xml"/><Relationship Id="rId7" Type="http://schemas.openxmlformats.org/officeDocument/2006/relationships/tags" Target="../tags/tag370.xml"/><Relationship Id="rId8" Type="http://schemas.openxmlformats.org/officeDocument/2006/relationships/tags" Target="../tags/tag371.xml"/><Relationship Id="rId9" Type="http://schemas.openxmlformats.org/officeDocument/2006/relationships/tags" Target="../tags/tag372.xml"/><Relationship Id="rId10" Type="http://schemas.openxmlformats.org/officeDocument/2006/relationships/tags" Target="../tags/tag373.xml"/><Relationship Id="rId11" Type="http://schemas.openxmlformats.org/officeDocument/2006/relationships/tags" Target="../tags/tag374.xml"/><Relationship Id="rId12" Type="http://schemas.openxmlformats.org/officeDocument/2006/relationships/tags" Target="../tags/tag375.xml"/><Relationship Id="rId13" Type="http://schemas.openxmlformats.org/officeDocument/2006/relationships/tags" Target="../tags/tag376.xml"/><Relationship Id="rId14" Type="http://schemas.openxmlformats.org/officeDocument/2006/relationships/tags" Target="../tags/tag377.xml"/><Relationship Id="rId15" Type="http://schemas.openxmlformats.org/officeDocument/2006/relationships/tags" Target="../tags/tag378.xml"/><Relationship Id="rId16" Type="http://schemas.openxmlformats.org/officeDocument/2006/relationships/tags" Target="../tags/tag379.xml"/><Relationship Id="rId17" Type="http://schemas.openxmlformats.org/officeDocument/2006/relationships/image" Target="../media/image1.png"/><Relationship Id="rId18" Type="http://schemas.openxmlformats.org/officeDocument/2006/relationships/tags" Target="../tags/tag380.xml"/><Relationship Id="rId19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381.xml"/><Relationship Id="rId2" Type="http://schemas.openxmlformats.org/officeDocument/2006/relationships/tags" Target="../tags/tag382.xml"/><Relationship Id="rId3" Type="http://schemas.openxmlformats.org/officeDocument/2006/relationships/tags" Target="../tags/tag383.xml"/><Relationship Id="rId4" Type="http://schemas.openxmlformats.org/officeDocument/2006/relationships/tags" Target="../tags/tag384.xml"/><Relationship Id="rId5" Type="http://schemas.openxmlformats.org/officeDocument/2006/relationships/tags" Target="../tags/tag385.xml"/><Relationship Id="rId6" Type="http://schemas.openxmlformats.org/officeDocument/2006/relationships/tags" Target="../tags/tag386.xml"/><Relationship Id="rId7" Type="http://schemas.openxmlformats.org/officeDocument/2006/relationships/image" Target="../media/image1.png"/><Relationship Id="rId8" Type="http://schemas.openxmlformats.org/officeDocument/2006/relationships/tags" Target="../tags/tag387.xml"/><Relationship Id="rId9" Type="http://schemas.openxmlformats.org/officeDocument/2006/relationships/tags" Target="../tags/tag388.xml"/><Relationship Id="rId10" Type="http://schemas.openxmlformats.org/officeDocument/2006/relationships/tags" Target="../tags/tag389.xml"/><Relationship Id="rId11" Type="http://schemas.openxmlformats.org/officeDocument/2006/relationships/tags" Target="../tags/tag390.xml"/><Relationship Id="rId12" Type="http://schemas.openxmlformats.org/officeDocument/2006/relationships/tags" Target="../tags/tag391.xml"/><Relationship Id="rId13" Type="http://schemas.openxmlformats.org/officeDocument/2006/relationships/tags" Target="../tags/tag392.xml"/><Relationship Id="rId14" Type="http://schemas.openxmlformats.org/officeDocument/2006/relationships/tags" Target="../tags/tag393.xml"/><Relationship Id="rId15" Type="http://schemas.openxmlformats.org/officeDocument/2006/relationships/tags" Target="../tags/tag394.xml"/><Relationship Id="rId16" Type="http://schemas.openxmlformats.org/officeDocument/2006/relationships/tags" Target="../tags/tag395.xml"/><Relationship Id="rId17" Type="http://schemas.openxmlformats.org/officeDocument/2006/relationships/tags" Target="../tags/tag396.xml"/><Relationship Id="rId18" Type="http://schemas.openxmlformats.org/officeDocument/2006/relationships/tags" Target="../tags/tag397.xml"/><Relationship Id="rId19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398.xml"/><Relationship Id="rId2" Type="http://schemas.openxmlformats.org/officeDocument/2006/relationships/tags" Target="../tags/tag399.xml"/><Relationship Id="rId3" Type="http://schemas.openxmlformats.org/officeDocument/2006/relationships/tags" Target="../tags/tag400.xml"/><Relationship Id="rId4" Type="http://schemas.openxmlformats.org/officeDocument/2006/relationships/tags" Target="../tags/tag401.xml"/><Relationship Id="rId5" Type="http://schemas.openxmlformats.org/officeDocument/2006/relationships/tags" Target="../tags/tag402.xml"/><Relationship Id="rId6" Type="http://schemas.openxmlformats.org/officeDocument/2006/relationships/tags" Target="../tags/tag403.xml"/><Relationship Id="rId7" Type="http://schemas.openxmlformats.org/officeDocument/2006/relationships/image" Target="../media/image1.png"/><Relationship Id="rId8" Type="http://schemas.openxmlformats.org/officeDocument/2006/relationships/tags" Target="../tags/tag404.xml"/><Relationship Id="rId9" Type="http://schemas.openxmlformats.org/officeDocument/2006/relationships/tags" Target="../tags/tag405.xml"/><Relationship Id="rId10" Type="http://schemas.openxmlformats.org/officeDocument/2006/relationships/tags" Target="../tags/tag406.xml"/><Relationship Id="rId11" Type="http://schemas.openxmlformats.org/officeDocument/2006/relationships/tags" Target="../tags/tag407.xml"/><Relationship Id="rId12" Type="http://schemas.openxmlformats.org/officeDocument/2006/relationships/tags" Target="../tags/tag408.xml"/><Relationship Id="rId13" Type="http://schemas.openxmlformats.org/officeDocument/2006/relationships/tags" Target="../tags/tag409.xml"/><Relationship Id="rId14" Type="http://schemas.openxmlformats.org/officeDocument/2006/relationships/tags" Target="../tags/tag410.xml"/><Relationship Id="rId15" Type="http://schemas.openxmlformats.org/officeDocument/2006/relationships/tags" Target="../tags/tag411.xml"/><Relationship Id="rId16" Type="http://schemas.openxmlformats.org/officeDocument/2006/relationships/tags" Target="../tags/tag412.xml"/><Relationship Id="rId17" Type="http://schemas.openxmlformats.org/officeDocument/2006/relationships/tags" Target="../tags/tag413.xml"/><Relationship Id="rId18" Type="http://schemas.openxmlformats.org/officeDocument/2006/relationships/tags" Target="../tags/tag414.xml"/><Relationship Id="rId19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415.xml"/><Relationship Id="rId2" Type="http://schemas.openxmlformats.org/officeDocument/2006/relationships/tags" Target="../tags/tag416.xml"/><Relationship Id="rId3" Type="http://schemas.openxmlformats.org/officeDocument/2006/relationships/tags" Target="../tags/tag417.xml"/><Relationship Id="rId4" Type="http://schemas.openxmlformats.org/officeDocument/2006/relationships/tags" Target="../tags/tag418.xml"/><Relationship Id="rId5" Type="http://schemas.openxmlformats.org/officeDocument/2006/relationships/tags" Target="../tags/tag419.xml"/><Relationship Id="rId6" Type="http://schemas.openxmlformats.org/officeDocument/2006/relationships/tags" Target="../tags/tag420.xml"/><Relationship Id="rId7" Type="http://schemas.openxmlformats.org/officeDocument/2006/relationships/tags" Target="../tags/tag421.xml"/><Relationship Id="rId8" Type="http://schemas.openxmlformats.org/officeDocument/2006/relationships/tags" Target="../tags/tag422.xml"/><Relationship Id="rId9" Type="http://schemas.openxmlformats.org/officeDocument/2006/relationships/tags" Target="../tags/tag423.xml"/><Relationship Id="rId10" Type="http://schemas.openxmlformats.org/officeDocument/2006/relationships/tags" Target="../tags/tag424.xml"/><Relationship Id="rId11" Type="http://schemas.openxmlformats.org/officeDocument/2006/relationships/tags" Target="../tags/tag425.xml"/><Relationship Id="rId12" Type="http://schemas.openxmlformats.org/officeDocument/2006/relationships/tags" Target="../tags/tag426.xml"/><Relationship Id="rId13" Type="http://schemas.openxmlformats.org/officeDocument/2006/relationships/tags" Target="../tags/tag427.xml"/><Relationship Id="rId14" Type="http://schemas.openxmlformats.org/officeDocument/2006/relationships/tags" Target="../tags/tag428.xml"/><Relationship Id="rId15" Type="http://schemas.openxmlformats.org/officeDocument/2006/relationships/tags" Target="../tags/tag429.xml"/><Relationship Id="rId16" Type="http://schemas.openxmlformats.org/officeDocument/2006/relationships/tags" Target="../tags/tag430.xml"/><Relationship Id="rId17" Type="http://schemas.openxmlformats.org/officeDocument/2006/relationships/image" Target="../media/image1.png"/><Relationship Id="rId18" Type="http://schemas.openxmlformats.org/officeDocument/2006/relationships/tags" Target="../tags/tag431.xml"/><Relationship Id="rId19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tags" Target="../tags/tag1409.xml"/><Relationship Id="rId2" Type="http://schemas.openxmlformats.org/officeDocument/2006/relationships/tags" Target="../tags/tag1410.xml"/><Relationship Id="rId3" Type="http://schemas.openxmlformats.org/officeDocument/2006/relationships/tags" Target="../tags/tag1411.xml"/><Relationship Id="rId4" Type="http://schemas.openxmlformats.org/officeDocument/2006/relationships/tags" Target="../tags/tag1412.xml"/><Relationship Id="rId5" Type="http://schemas.openxmlformats.org/officeDocument/2006/relationships/tags" Target="../tags/tag1413.xml"/><Relationship Id="rId6" Type="http://schemas.openxmlformats.org/officeDocument/2006/relationships/tags" Target="../tags/tag1414.xml"/><Relationship Id="rId7" Type="http://schemas.openxmlformats.org/officeDocument/2006/relationships/tags" Target="../tags/tag1415.xml"/><Relationship Id="rId8" Type="http://schemas.openxmlformats.org/officeDocument/2006/relationships/tags" Target="../tags/tag1416.xml"/><Relationship Id="rId9" Type="http://schemas.openxmlformats.org/officeDocument/2006/relationships/tags" Target="../tags/tag1417.xml"/><Relationship Id="rId10" Type="http://schemas.openxmlformats.org/officeDocument/2006/relationships/tags" Target="../tags/tag1418.xml"/><Relationship Id="rId11" Type="http://schemas.openxmlformats.org/officeDocument/2006/relationships/tags" Target="../tags/tag1419.xml"/><Relationship Id="rId12" Type="http://schemas.openxmlformats.org/officeDocument/2006/relationships/tags" Target="../tags/tag1420.xml"/><Relationship Id="rId13" Type="http://schemas.openxmlformats.org/officeDocument/2006/relationships/tags" Target="../tags/tag1421.xml"/><Relationship Id="rId14" Type="http://schemas.openxmlformats.org/officeDocument/2006/relationships/tags" Target="../tags/tag1422.xml"/><Relationship Id="rId15" Type="http://schemas.openxmlformats.org/officeDocument/2006/relationships/tags" Target="../tags/tag1423.xml"/><Relationship Id="rId16" Type="http://schemas.openxmlformats.org/officeDocument/2006/relationships/tags" Target="../tags/tag1424.xml"/><Relationship Id="rId17" Type="http://schemas.openxmlformats.org/officeDocument/2006/relationships/tags" Target="../tags/tag1425.xml"/><Relationship Id="rId18" Type="http://schemas.openxmlformats.org/officeDocument/2006/relationships/tags" Target="../tags/tag1426.xml"/><Relationship Id="rId19" Type="http://schemas.openxmlformats.org/officeDocument/2006/relationships/tags" Target="../tags/tag1427.xml"/><Relationship Id="rId20" Type="http://schemas.openxmlformats.org/officeDocument/2006/relationships/tags" Target="../tags/tag1428.xml"/><Relationship Id="rId21" Type="http://schemas.openxmlformats.org/officeDocument/2006/relationships/image" Target="../media/image1.png"/><Relationship Id="rId22" Type="http://schemas.openxmlformats.org/officeDocument/2006/relationships/tags" Target="../tags/tag1429.xml"/><Relationship Id="rId23" Type="http://schemas.openxmlformats.org/officeDocument/2006/relationships/tags" Target="../tags/tag1430.xml"/><Relationship Id="rId24" Type="http://schemas.openxmlformats.org/officeDocument/2006/relationships/tags" Target="../tags/tag1431.xml"/><Relationship Id="rId25" Type="http://schemas.openxmlformats.org/officeDocument/2006/relationships/tags" Target="../tags/tag1432.xml"/><Relationship Id="rId26" Type="http://schemas.openxmlformats.org/officeDocument/2006/relationships/tags" Target="../tags/tag1433.xml"/><Relationship Id="rId27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tags" Target="../tags/tag1434.xml"/><Relationship Id="rId2" Type="http://schemas.openxmlformats.org/officeDocument/2006/relationships/tags" Target="../tags/tag1435.xml"/><Relationship Id="rId3" Type="http://schemas.openxmlformats.org/officeDocument/2006/relationships/tags" Target="../tags/tag1436.xml"/><Relationship Id="rId4" Type="http://schemas.openxmlformats.org/officeDocument/2006/relationships/tags" Target="../tags/tag1437.xml"/><Relationship Id="rId5" Type="http://schemas.openxmlformats.org/officeDocument/2006/relationships/tags" Target="../tags/tag1438.xml"/><Relationship Id="rId6" Type="http://schemas.openxmlformats.org/officeDocument/2006/relationships/tags" Target="../tags/tag1439.xml"/><Relationship Id="rId7" Type="http://schemas.openxmlformats.org/officeDocument/2006/relationships/tags" Target="../tags/tag1440.xml"/><Relationship Id="rId8" Type="http://schemas.openxmlformats.org/officeDocument/2006/relationships/tags" Target="../tags/tag1441.xml"/><Relationship Id="rId9" Type="http://schemas.openxmlformats.org/officeDocument/2006/relationships/tags" Target="../tags/tag1442.xml"/><Relationship Id="rId10" Type="http://schemas.openxmlformats.org/officeDocument/2006/relationships/tags" Target="../tags/tag1443.xml"/><Relationship Id="rId11" Type="http://schemas.openxmlformats.org/officeDocument/2006/relationships/tags" Target="../tags/tag1444.xml"/><Relationship Id="rId12" Type="http://schemas.openxmlformats.org/officeDocument/2006/relationships/tags" Target="../tags/tag1445.xml"/><Relationship Id="rId13" Type="http://schemas.openxmlformats.org/officeDocument/2006/relationships/tags" Target="../tags/tag1446.xml"/><Relationship Id="rId14" Type="http://schemas.openxmlformats.org/officeDocument/2006/relationships/tags" Target="../tags/tag1447.xml"/><Relationship Id="rId15" Type="http://schemas.openxmlformats.org/officeDocument/2006/relationships/tags" Target="../tags/tag1448.xml"/><Relationship Id="rId16" Type="http://schemas.openxmlformats.org/officeDocument/2006/relationships/tags" Target="../tags/tag1449.xml"/><Relationship Id="rId17" Type="http://schemas.openxmlformats.org/officeDocument/2006/relationships/tags" Target="../tags/tag1450.xml"/><Relationship Id="rId18" Type="http://schemas.openxmlformats.org/officeDocument/2006/relationships/tags" Target="../tags/tag1451.xml"/><Relationship Id="rId19" Type="http://schemas.openxmlformats.org/officeDocument/2006/relationships/tags" Target="../tags/tag1452.xml"/><Relationship Id="rId20" Type="http://schemas.openxmlformats.org/officeDocument/2006/relationships/tags" Target="../tags/tag1453.xml"/><Relationship Id="rId21" Type="http://schemas.openxmlformats.org/officeDocument/2006/relationships/image" Target="../media/image1.png"/><Relationship Id="rId22" Type="http://schemas.openxmlformats.org/officeDocument/2006/relationships/tags" Target="../tags/tag1454.xml"/><Relationship Id="rId23" Type="http://schemas.openxmlformats.org/officeDocument/2006/relationships/tags" Target="../tags/tag1455.xml"/><Relationship Id="rId24" Type="http://schemas.openxmlformats.org/officeDocument/2006/relationships/tags" Target="../tags/tag1456.xml"/><Relationship Id="rId25" Type="http://schemas.openxmlformats.org/officeDocument/2006/relationships/tags" Target="../tags/tag1457.xml"/><Relationship Id="rId26" Type="http://schemas.openxmlformats.org/officeDocument/2006/relationships/tags" Target="../tags/tag1458.xml"/><Relationship Id="rId27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tags" Target="../tags/tag1459.xml"/><Relationship Id="rId2" Type="http://schemas.openxmlformats.org/officeDocument/2006/relationships/tags" Target="../tags/tag1460.xml"/><Relationship Id="rId3" Type="http://schemas.openxmlformats.org/officeDocument/2006/relationships/tags" Target="../tags/tag1461.xml"/><Relationship Id="rId4" Type="http://schemas.openxmlformats.org/officeDocument/2006/relationships/tags" Target="../tags/tag1462.xml"/><Relationship Id="rId5" Type="http://schemas.openxmlformats.org/officeDocument/2006/relationships/tags" Target="../tags/tag1463.xml"/><Relationship Id="rId6" Type="http://schemas.openxmlformats.org/officeDocument/2006/relationships/tags" Target="../tags/tag1464.xml"/><Relationship Id="rId7" Type="http://schemas.openxmlformats.org/officeDocument/2006/relationships/tags" Target="../tags/tag1465.xml"/><Relationship Id="rId8" Type="http://schemas.openxmlformats.org/officeDocument/2006/relationships/tags" Target="../tags/tag1466.xml"/><Relationship Id="rId9" Type="http://schemas.openxmlformats.org/officeDocument/2006/relationships/tags" Target="../tags/tag1467.xml"/><Relationship Id="rId10" Type="http://schemas.openxmlformats.org/officeDocument/2006/relationships/tags" Target="../tags/tag1468.xml"/><Relationship Id="rId11" Type="http://schemas.openxmlformats.org/officeDocument/2006/relationships/tags" Target="../tags/tag1469.xml"/><Relationship Id="rId12" Type="http://schemas.openxmlformats.org/officeDocument/2006/relationships/tags" Target="../tags/tag1470.xml"/><Relationship Id="rId13" Type="http://schemas.openxmlformats.org/officeDocument/2006/relationships/tags" Target="../tags/tag1471.xml"/><Relationship Id="rId14" Type="http://schemas.openxmlformats.org/officeDocument/2006/relationships/tags" Target="../tags/tag1472.xml"/><Relationship Id="rId15" Type="http://schemas.openxmlformats.org/officeDocument/2006/relationships/tags" Target="../tags/tag1473.xml"/><Relationship Id="rId16" Type="http://schemas.openxmlformats.org/officeDocument/2006/relationships/tags" Target="../tags/tag1474.xml"/><Relationship Id="rId17" Type="http://schemas.openxmlformats.org/officeDocument/2006/relationships/tags" Target="../tags/tag1475.xml"/><Relationship Id="rId18" Type="http://schemas.openxmlformats.org/officeDocument/2006/relationships/tags" Target="../tags/tag1476.xml"/><Relationship Id="rId19" Type="http://schemas.openxmlformats.org/officeDocument/2006/relationships/tags" Target="../tags/tag1477.xml"/><Relationship Id="rId20" Type="http://schemas.openxmlformats.org/officeDocument/2006/relationships/tags" Target="../tags/tag1478.xml"/><Relationship Id="rId21" Type="http://schemas.openxmlformats.org/officeDocument/2006/relationships/image" Target="../media/image1.png"/><Relationship Id="rId22" Type="http://schemas.openxmlformats.org/officeDocument/2006/relationships/tags" Target="../tags/tag1479.xml"/><Relationship Id="rId23" Type="http://schemas.openxmlformats.org/officeDocument/2006/relationships/tags" Target="../tags/tag1480.xml"/><Relationship Id="rId24" Type="http://schemas.openxmlformats.org/officeDocument/2006/relationships/tags" Target="../tags/tag1481.xml"/><Relationship Id="rId25" Type="http://schemas.openxmlformats.org/officeDocument/2006/relationships/tags" Target="../tags/tag1482.xml"/><Relationship Id="rId26" Type="http://schemas.openxmlformats.org/officeDocument/2006/relationships/tags" Target="../tags/tag1483.xml"/><Relationship Id="rId27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tags" Target="../tags/tag1484.xml"/><Relationship Id="rId2" Type="http://schemas.openxmlformats.org/officeDocument/2006/relationships/tags" Target="../tags/tag1485.xml"/><Relationship Id="rId3" Type="http://schemas.openxmlformats.org/officeDocument/2006/relationships/tags" Target="../tags/tag1486.xml"/><Relationship Id="rId4" Type="http://schemas.openxmlformats.org/officeDocument/2006/relationships/tags" Target="../tags/tag1487.xml"/><Relationship Id="rId5" Type="http://schemas.openxmlformats.org/officeDocument/2006/relationships/tags" Target="../tags/tag1488.xml"/><Relationship Id="rId6" Type="http://schemas.openxmlformats.org/officeDocument/2006/relationships/tags" Target="../tags/tag1489.xml"/><Relationship Id="rId7" Type="http://schemas.openxmlformats.org/officeDocument/2006/relationships/tags" Target="../tags/tag1490.xml"/><Relationship Id="rId8" Type="http://schemas.openxmlformats.org/officeDocument/2006/relationships/tags" Target="../tags/tag1491.xml"/><Relationship Id="rId9" Type="http://schemas.openxmlformats.org/officeDocument/2006/relationships/tags" Target="../tags/tag1492.xml"/><Relationship Id="rId10" Type="http://schemas.openxmlformats.org/officeDocument/2006/relationships/tags" Target="../tags/tag1493.xml"/><Relationship Id="rId11" Type="http://schemas.openxmlformats.org/officeDocument/2006/relationships/tags" Target="../tags/tag1494.xml"/><Relationship Id="rId12" Type="http://schemas.openxmlformats.org/officeDocument/2006/relationships/tags" Target="../tags/tag1495.xml"/><Relationship Id="rId13" Type="http://schemas.openxmlformats.org/officeDocument/2006/relationships/tags" Target="../tags/tag1496.xml"/><Relationship Id="rId14" Type="http://schemas.openxmlformats.org/officeDocument/2006/relationships/tags" Target="../tags/tag1497.xml"/><Relationship Id="rId15" Type="http://schemas.openxmlformats.org/officeDocument/2006/relationships/tags" Target="../tags/tag1498.xml"/><Relationship Id="rId16" Type="http://schemas.openxmlformats.org/officeDocument/2006/relationships/tags" Target="../tags/tag1499.xml"/><Relationship Id="rId17" Type="http://schemas.openxmlformats.org/officeDocument/2006/relationships/tags" Target="../tags/tag1500.xml"/><Relationship Id="rId18" Type="http://schemas.openxmlformats.org/officeDocument/2006/relationships/tags" Target="../tags/tag1501.xml"/><Relationship Id="rId19" Type="http://schemas.openxmlformats.org/officeDocument/2006/relationships/tags" Target="../tags/tag1502.xml"/><Relationship Id="rId20" Type="http://schemas.openxmlformats.org/officeDocument/2006/relationships/tags" Target="../tags/tag1503.xml"/><Relationship Id="rId21" Type="http://schemas.openxmlformats.org/officeDocument/2006/relationships/image" Target="../media/image1.png"/><Relationship Id="rId22" Type="http://schemas.openxmlformats.org/officeDocument/2006/relationships/tags" Target="../tags/tag1504.xml"/><Relationship Id="rId23" Type="http://schemas.openxmlformats.org/officeDocument/2006/relationships/tags" Target="../tags/tag1505.xml"/><Relationship Id="rId24" Type="http://schemas.openxmlformats.org/officeDocument/2006/relationships/tags" Target="../tags/tag1506.xml"/><Relationship Id="rId25" Type="http://schemas.openxmlformats.org/officeDocument/2006/relationships/tags" Target="../tags/tag1507.xml"/><Relationship Id="rId26" Type="http://schemas.openxmlformats.org/officeDocument/2006/relationships/tags" Target="../tags/tag1508.xml"/><Relationship Id="rId27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tags" Target="../tags/tag1509.xml"/><Relationship Id="rId2" Type="http://schemas.openxmlformats.org/officeDocument/2006/relationships/tags" Target="../tags/tag1510.xml"/><Relationship Id="rId3" Type="http://schemas.openxmlformats.org/officeDocument/2006/relationships/tags" Target="../tags/tag1511.xml"/><Relationship Id="rId4" Type="http://schemas.openxmlformats.org/officeDocument/2006/relationships/tags" Target="../tags/tag1512.xml"/><Relationship Id="rId5" Type="http://schemas.openxmlformats.org/officeDocument/2006/relationships/tags" Target="../tags/tag1513.xml"/><Relationship Id="rId6" Type="http://schemas.openxmlformats.org/officeDocument/2006/relationships/tags" Target="../tags/tag1514.xml"/><Relationship Id="rId7" Type="http://schemas.openxmlformats.org/officeDocument/2006/relationships/tags" Target="../tags/tag1515.xml"/><Relationship Id="rId8" Type="http://schemas.openxmlformats.org/officeDocument/2006/relationships/tags" Target="../tags/tag1516.xml"/><Relationship Id="rId9" Type="http://schemas.openxmlformats.org/officeDocument/2006/relationships/tags" Target="../tags/tag1517.xml"/><Relationship Id="rId10" Type="http://schemas.openxmlformats.org/officeDocument/2006/relationships/tags" Target="../tags/tag1518.xml"/><Relationship Id="rId11" Type="http://schemas.openxmlformats.org/officeDocument/2006/relationships/tags" Target="../tags/tag1519.xml"/><Relationship Id="rId12" Type="http://schemas.openxmlformats.org/officeDocument/2006/relationships/tags" Target="../tags/tag1520.xml"/><Relationship Id="rId13" Type="http://schemas.openxmlformats.org/officeDocument/2006/relationships/tags" Target="../tags/tag1521.xml"/><Relationship Id="rId14" Type="http://schemas.openxmlformats.org/officeDocument/2006/relationships/tags" Target="../tags/tag1522.xml"/><Relationship Id="rId15" Type="http://schemas.openxmlformats.org/officeDocument/2006/relationships/tags" Target="../tags/tag1523.xml"/><Relationship Id="rId16" Type="http://schemas.openxmlformats.org/officeDocument/2006/relationships/tags" Target="../tags/tag1524.xml"/><Relationship Id="rId17" Type="http://schemas.openxmlformats.org/officeDocument/2006/relationships/tags" Target="../tags/tag1525.xml"/><Relationship Id="rId18" Type="http://schemas.openxmlformats.org/officeDocument/2006/relationships/tags" Target="../tags/tag1526.xml"/><Relationship Id="rId19" Type="http://schemas.openxmlformats.org/officeDocument/2006/relationships/tags" Target="../tags/tag1527.xml"/><Relationship Id="rId20" Type="http://schemas.openxmlformats.org/officeDocument/2006/relationships/tags" Target="../tags/tag1528.xml"/><Relationship Id="rId21" Type="http://schemas.openxmlformats.org/officeDocument/2006/relationships/image" Target="../media/image1.png"/><Relationship Id="rId22" Type="http://schemas.openxmlformats.org/officeDocument/2006/relationships/tags" Target="../tags/tag1529.xml"/><Relationship Id="rId23" Type="http://schemas.openxmlformats.org/officeDocument/2006/relationships/tags" Target="../tags/tag1530.xml"/><Relationship Id="rId24" Type="http://schemas.openxmlformats.org/officeDocument/2006/relationships/tags" Target="../tags/tag1531.xml"/><Relationship Id="rId25" Type="http://schemas.openxmlformats.org/officeDocument/2006/relationships/tags" Target="../tags/tag1532.xml"/><Relationship Id="rId26" Type="http://schemas.openxmlformats.org/officeDocument/2006/relationships/tags" Target="../tags/tag1533.xml"/><Relationship Id="rId27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tags" Target="../tags/tag1534.xml"/><Relationship Id="rId2" Type="http://schemas.openxmlformats.org/officeDocument/2006/relationships/tags" Target="../tags/tag1535.xml"/><Relationship Id="rId3" Type="http://schemas.openxmlformats.org/officeDocument/2006/relationships/tags" Target="../tags/tag1536.xml"/><Relationship Id="rId4" Type="http://schemas.openxmlformats.org/officeDocument/2006/relationships/tags" Target="../tags/tag1537.xml"/><Relationship Id="rId5" Type="http://schemas.openxmlformats.org/officeDocument/2006/relationships/tags" Target="../tags/tag1538.xml"/><Relationship Id="rId6" Type="http://schemas.openxmlformats.org/officeDocument/2006/relationships/tags" Target="../tags/tag1539.xml"/><Relationship Id="rId7" Type="http://schemas.openxmlformats.org/officeDocument/2006/relationships/tags" Target="../tags/tag1540.xml"/><Relationship Id="rId8" Type="http://schemas.openxmlformats.org/officeDocument/2006/relationships/tags" Target="../tags/tag1541.xml"/><Relationship Id="rId9" Type="http://schemas.openxmlformats.org/officeDocument/2006/relationships/tags" Target="../tags/tag1542.xml"/><Relationship Id="rId10" Type="http://schemas.openxmlformats.org/officeDocument/2006/relationships/tags" Target="../tags/tag1543.xml"/><Relationship Id="rId11" Type="http://schemas.openxmlformats.org/officeDocument/2006/relationships/tags" Target="../tags/tag1544.xml"/><Relationship Id="rId12" Type="http://schemas.openxmlformats.org/officeDocument/2006/relationships/tags" Target="../tags/tag1545.xml"/><Relationship Id="rId13" Type="http://schemas.openxmlformats.org/officeDocument/2006/relationships/tags" Target="../tags/tag1546.xml"/><Relationship Id="rId14" Type="http://schemas.openxmlformats.org/officeDocument/2006/relationships/tags" Target="../tags/tag1547.xml"/><Relationship Id="rId15" Type="http://schemas.openxmlformats.org/officeDocument/2006/relationships/tags" Target="../tags/tag1548.xml"/><Relationship Id="rId16" Type="http://schemas.openxmlformats.org/officeDocument/2006/relationships/tags" Target="../tags/tag1549.xml"/><Relationship Id="rId17" Type="http://schemas.openxmlformats.org/officeDocument/2006/relationships/tags" Target="../tags/tag1550.xml"/><Relationship Id="rId18" Type="http://schemas.openxmlformats.org/officeDocument/2006/relationships/tags" Target="../tags/tag1551.xml"/><Relationship Id="rId19" Type="http://schemas.openxmlformats.org/officeDocument/2006/relationships/tags" Target="../tags/tag1552.xml"/><Relationship Id="rId20" Type="http://schemas.openxmlformats.org/officeDocument/2006/relationships/tags" Target="../tags/tag1553.xml"/><Relationship Id="rId21" Type="http://schemas.openxmlformats.org/officeDocument/2006/relationships/image" Target="../media/image1.png"/><Relationship Id="rId22" Type="http://schemas.openxmlformats.org/officeDocument/2006/relationships/tags" Target="../tags/tag1554.xml"/><Relationship Id="rId23" Type="http://schemas.openxmlformats.org/officeDocument/2006/relationships/tags" Target="../tags/tag1555.xml"/><Relationship Id="rId24" Type="http://schemas.openxmlformats.org/officeDocument/2006/relationships/tags" Target="../tags/tag1556.xml"/><Relationship Id="rId25" Type="http://schemas.openxmlformats.org/officeDocument/2006/relationships/tags" Target="../tags/tag1557.xml"/><Relationship Id="rId26" Type="http://schemas.openxmlformats.org/officeDocument/2006/relationships/tags" Target="../tags/tag1558.xml"/><Relationship Id="rId27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tags" Target="../tags/tag1559.xml"/><Relationship Id="rId2" Type="http://schemas.openxmlformats.org/officeDocument/2006/relationships/tags" Target="../tags/tag1560.xml"/><Relationship Id="rId3" Type="http://schemas.openxmlformats.org/officeDocument/2006/relationships/tags" Target="../tags/tag1561.xml"/><Relationship Id="rId4" Type="http://schemas.openxmlformats.org/officeDocument/2006/relationships/tags" Target="../tags/tag1562.xml"/><Relationship Id="rId5" Type="http://schemas.openxmlformats.org/officeDocument/2006/relationships/tags" Target="../tags/tag1563.xml"/><Relationship Id="rId6" Type="http://schemas.openxmlformats.org/officeDocument/2006/relationships/tags" Target="../tags/tag1564.xml"/><Relationship Id="rId7" Type="http://schemas.openxmlformats.org/officeDocument/2006/relationships/tags" Target="../tags/tag1565.xml"/><Relationship Id="rId8" Type="http://schemas.openxmlformats.org/officeDocument/2006/relationships/tags" Target="../tags/tag1566.xml"/><Relationship Id="rId9" Type="http://schemas.openxmlformats.org/officeDocument/2006/relationships/tags" Target="../tags/tag1567.xml"/><Relationship Id="rId10" Type="http://schemas.openxmlformats.org/officeDocument/2006/relationships/tags" Target="../tags/tag1568.xml"/><Relationship Id="rId11" Type="http://schemas.openxmlformats.org/officeDocument/2006/relationships/tags" Target="../tags/tag1569.xml"/><Relationship Id="rId12" Type="http://schemas.openxmlformats.org/officeDocument/2006/relationships/tags" Target="../tags/tag1570.xml"/><Relationship Id="rId13" Type="http://schemas.openxmlformats.org/officeDocument/2006/relationships/tags" Target="../tags/tag1571.xml"/><Relationship Id="rId14" Type="http://schemas.openxmlformats.org/officeDocument/2006/relationships/tags" Target="../tags/tag1572.xml"/><Relationship Id="rId15" Type="http://schemas.openxmlformats.org/officeDocument/2006/relationships/tags" Target="../tags/tag1573.xml"/><Relationship Id="rId16" Type="http://schemas.openxmlformats.org/officeDocument/2006/relationships/tags" Target="../tags/tag1574.xml"/><Relationship Id="rId17" Type="http://schemas.openxmlformats.org/officeDocument/2006/relationships/tags" Target="../tags/tag1575.xml"/><Relationship Id="rId18" Type="http://schemas.openxmlformats.org/officeDocument/2006/relationships/tags" Target="../tags/tag1576.xml"/><Relationship Id="rId19" Type="http://schemas.openxmlformats.org/officeDocument/2006/relationships/tags" Target="../tags/tag1577.xml"/><Relationship Id="rId20" Type="http://schemas.openxmlformats.org/officeDocument/2006/relationships/tags" Target="../tags/tag1578.xml"/><Relationship Id="rId21" Type="http://schemas.openxmlformats.org/officeDocument/2006/relationships/image" Target="../media/image1.png"/><Relationship Id="rId22" Type="http://schemas.openxmlformats.org/officeDocument/2006/relationships/tags" Target="../tags/tag1579.xml"/><Relationship Id="rId23" Type="http://schemas.openxmlformats.org/officeDocument/2006/relationships/tags" Target="../tags/tag1580.xml"/><Relationship Id="rId24" Type="http://schemas.openxmlformats.org/officeDocument/2006/relationships/tags" Target="../tags/tag1581.xml"/><Relationship Id="rId25" Type="http://schemas.openxmlformats.org/officeDocument/2006/relationships/tags" Target="../tags/tag1582.xml"/><Relationship Id="rId26" Type="http://schemas.openxmlformats.org/officeDocument/2006/relationships/tags" Target="../tags/tag1583.xml"/><Relationship Id="rId27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tags" Target="../tags/tag1584.xml"/><Relationship Id="rId2" Type="http://schemas.openxmlformats.org/officeDocument/2006/relationships/tags" Target="../tags/tag1585.xml"/><Relationship Id="rId3" Type="http://schemas.openxmlformats.org/officeDocument/2006/relationships/tags" Target="../tags/tag1586.xml"/><Relationship Id="rId4" Type="http://schemas.openxmlformats.org/officeDocument/2006/relationships/tags" Target="../tags/tag1587.xml"/><Relationship Id="rId5" Type="http://schemas.openxmlformats.org/officeDocument/2006/relationships/tags" Target="../tags/tag1588.xml"/><Relationship Id="rId6" Type="http://schemas.openxmlformats.org/officeDocument/2006/relationships/tags" Target="../tags/tag1589.xml"/><Relationship Id="rId7" Type="http://schemas.openxmlformats.org/officeDocument/2006/relationships/tags" Target="../tags/tag1590.xml"/><Relationship Id="rId8" Type="http://schemas.openxmlformats.org/officeDocument/2006/relationships/tags" Target="../tags/tag1591.xml"/><Relationship Id="rId9" Type="http://schemas.openxmlformats.org/officeDocument/2006/relationships/tags" Target="../tags/tag1592.xml"/><Relationship Id="rId10" Type="http://schemas.openxmlformats.org/officeDocument/2006/relationships/tags" Target="../tags/tag1593.xml"/><Relationship Id="rId11" Type="http://schemas.openxmlformats.org/officeDocument/2006/relationships/tags" Target="../tags/tag1594.xml"/><Relationship Id="rId12" Type="http://schemas.openxmlformats.org/officeDocument/2006/relationships/tags" Target="../tags/tag1595.xml"/><Relationship Id="rId13" Type="http://schemas.openxmlformats.org/officeDocument/2006/relationships/tags" Target="../tags/tag1596.xml"/><Relationship Id="rId14" Type="http://schemas.openxmlformats.org/officeDocument/2006/relationships/tags" Target="../tags/tag1597.xml"/><Relationship Id="rId15" Type="http://schemas.openxmlformats.org/officeDocument/2006/relationships/tags" Target="../tags/tag1598.xml"/><Relationship Id="rId16" Type="http://schemas.openxmlformats.org/officeDocument/2006/relationships/tags" Target="../tags/tag1599.xml"/><Relationship Id="rId17" Type="http://schemas.openxmlformats.org/officeDocument/2006/relationships/tags" Target="../tags/tag1600.xml"/><Relationship Id="rId18" Type="http://schemas.openxmlformats.org/officeDocument/2006/relationships/tags" Target="../tags/tag1601.xml"/><Relationship Id="rId19" Type="http://schemas.openxmlformats.org/officeDocument/2006/relationships/tags" Target="../tags/tag1602.xml"/><Relationship Id="rId20" Type="http://schemas.openxmlformats.org/officeDocument/2006/relationships/tags" Target="../tags/tag1603.xml"/><Relationship Id="rId21" Type="http://schemas.openxmlformats.org/officeDocument/2006/relationships/image" Target="../media/image1.png"/><Relationship Id="rId22" Type="http://schemas.openxmlformats.org/officeDocument/2006/relationships/tags" Target="../tags/tag1604.xml"/><Relationship Id="rId23" Type="http://schemas.openxmlformats.org/officeDocument/2006/relationships/tags" Target="../tags/tag1605.xml"/><Relationship Id="rId24" Type="http://schemas.openxmlformats.org/officeDocument/2006/relationships/tags" Target="../tags/tag1606.xml"/><Relationship Id="rId25" Type="http://schemas.openxmlformats.org/officeDocument/2006/relationships/tags" Target="../tags/tag1607.xml"/><Relationship Id="rId26" Type="http://schemas.openxmlformats.org/officeDocument/2006/relationships/tags" Target="../tags/tag1608.xml"/><Relationship Id="rId27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tags" Target="../tags/tag1609.xml"/><Relationship Id="rId2" Type="http://schemas.openxmlformats.org/officeDocument/2006/relationships/tags" Target="../tags/tag1610.xml"/><Relationship Id="rId3" Type="http://schemas.openxmlformats.org/officeDocument/2006/relationships/tags" Target="../tags/tag1611.xml"/><Relationship Id="rId4" Type="http://schemas.openxmlformats.org/officeDocument/2006/relationships/tags" Target="../tags/tag1612.xml"/><Relationship Id="rId5" Type="http://schemas.openxmlformats.org/officeDocument/2006/relationships/tags" Target="../tags/tag1613.xml"/><Relationship Id="rId6" Type="http://schemas.openxmlformats.org/officeDocument/2006/relationships/tags" Target="../tags/tag1614.xml"/><Relationship Id="rId7" Type="http://schemas.openxmlformats.org/officeDocument/2006/relationships/tags" Target="../tags/tag1615.xml"/><Relationship Id="rId8" Type="http://schemas.openxmlformats.org/officeDocument/2006/relationships/tags" Target="../tags/tag1616.xml"/><Relationship Id="rId9" Type="http://schemas.openxmlformats.org/officeDocument/2006/relationships/tags" Target="../tags/tag1617.xml"/><Relationship Id="rId10" Type="http://schemas.openxmlformats.org/officeDocument/2006/relationships/tags" Target="../tags/tag1618.xml"/><Relationship Id="rId11" Type="http://schemas.openxmlformats.org/officeDocument/2006/relationships/tags" Target="../tags/tag1619.xml"/><Relationship Id="rId12" Type="http://schemas.openxmlformats.org/officeDocument/2006/relationships/tags" Target="../tags/tag1620.xml"/><Relationship Id="rId13" Type="http://schemas.openxmlformats.org/officeDocument/2006/relationships/tags" Target="../tags/tag1621.xml"/><Relationship Id="rId14" Type="http://schemas.openxmlformats.org/officeDocument/2006/relationships/tags" Target="../tags/tag1622.xml"/><Relationship Id="rId15" Type="http://schemas.openxmlformats.org/officeDocument/2006/relationships/tags" Target="../tags/tag1623.xml"/><Relationship Id="rId16" Type="http://schemas.openxmlformats.org/officeDocument/2006/relationships/tags" Target="../tags/tag1624.xml"/><Relationship Id="rId17" Type="http://schemas.openxmlformats.org/officeDocument/2006/relationships/tags" Target="../tags/tag1625.xml"/><Relationship Id="rId18" Type="http://schemas.openxmlformats.org/officeDocument/2006/relationships/tags" Target="../tags/tag1626.xml"/><Relationship Id="rId19" Type="http://schemas.openxmlformats.org/officeDocument/2006/relationships/tags" Target="../tags/tag1627.xml"/><Relationship Id="rId20" Type="http://schemas.openxmlformats.org/officeDocument/2006/relationships/tags" Target="../tags/tag1628.xml"/><Relationship Id="rId21" Type="http://schemas.openxmlformats.org/officeDocument/2006/relationships/image" Target="../media/image1.png"/><Relationship Id="rId22" Type="http://schemas.openxmlformats.org/officeDocument/2006/relationships/tags" Target="../tags/tag1629.xml"/><Relationship Id="rId23" Type="http://schemas.openxmlformats.org/officeDocument/2006/relationships/tags" Target="../tags/tag1630.xml"/><Relationship Id="rId24" Type="http://schemas.openxmlformats.org/officeDocument/2006/relationships/tags" Target="../tags/tag1631.xml"/><Relationship Id="rId25" Type="http://schemas.openxmlformats.org/officeDocument/2006/relationships/tags" Target="../tags/tag1632.xml"/><Relationship Id="rId26" Type="http://schemas.openxmlformats.org/officeDocument/2006/relationships/tags" Target="../tags/tag1633.xml"/><Relationship Id="rId27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tags" Target="../tags/tag1634.xml"/><Relationship Id="rId2" Type="http://schemas.openxmlformats.org/officeDocument/2006/relationships/tags" Target="../tags/tag1635.xml"/><Relationship Id="rId3" Type="http://schemas.openxmlformats.org/officeDocument/2006/relationships/tags" Target="../tags/tag1636.xml"/><Relationship Id="rId4" Type="http://schemas.openxmlformats.org/officeDocument/2006/relationships/tags" Target="../tags/tag1637.xml"/><Relationship Id="rId5" Type="http://schemas.openxmlformats.org/officeDocument/2006/relationships/tags" Target="../tags/tag1638.xml"/><Relationship Id="rId6" Type="http://schemas.openxmlformats.org/officeDocument/2006/relationships/tags" Target="../tags/tag1639.xml"/><Relationship Id="rId7" Type="http://schemas.openxmlformats.org/officeDocument/2006/relationships/tags" Target="../tags/tag1640.xml"/><Relationship Id="rId8" Type="http://schemas.openxmlformats.org/officeDocument/2006/relationships/tags" Target="../tags/tag1641.xml"/><Relationship Id="rId9" Type="http://schemas.openxmlformats.org/officeDocument/2006/relationships/tags" Target="../tags/tag1642.xml"/><Relationship Id="rId10" Type="http://schemas.openxmlformats.org/officeDocument/2006/relationships/tags" Target="../tags/tag1643.xml"/><Relationship Id="rId11" Type="http://schemas.openxmlformats.org/officeDocument/2006/relationships/tags" Target="../tags/tag1644.xml"/><Relationship Id="rId12" Type="http://schemas.openxmlformats.org/officeDocument/2006/relationships/tags" Target="../tags/tag1645.xml"/><Relationship Id="rId13" Type="http://schemas.openxmlformats.org/officeDocument/2006/relationships/tags" Target="../tags/tag1646.xml"/><Relationship Id="rId14" Type="http://schemas.openxmlformats.org/officeDocument/2006/relationships/tags" Target="../tags/tag1647.xml"/><Relationship Id="rId15" Type="http://schemas.openxmlformats.org/officeDocument/2006/relationships/tags" Target="../tags/tag1648.xml"/><Relationship Id="rId16" Type="http://schemas.openxmlformats.org/officeDocument/2006/relationships/tags" Target="../tags/tag1649.xml"/><Relationship Id="rId17" Type="http://schemas.openxmlformats.org/officeDocument/2006/relationships/tags" Target="../tags/tag1650.xml"/><Relationship Id="rId18" Type="http://schemas.openxmlformats.org/officeDocument/2006/relationships/tags" Target="../tags/tag1651.xml"/><Relationship Id="rId19" Type="http://schemas.openxmlformats.org/officeDocument/2006/relationships/tags" Target="../tags/tag1652.xml"/><Relationship Id="rId20" Type="http://schemas.openxmlformats.org/officeDocument/2006/relationships/tags" Target="../tags/tag1653.xml"/><Relationship Id="rId21" Type="http://schemas.openxmlformats.org/officeDocument/2006/relationships/image" Target="../media/image1.png"/><Relationship Id="rId22" Type="http://schemas.openxmlformats.org/officeDocument/2006/relationships/tags" Target="../tags/tag1654.xml"/><Relationship Id="rId23" Type="http://schemas.openxmlformats.org/officeDocument/2006/relationships/tags" Target="../tags/tag1655.xml"/><Relationship Id="rId24" Type="http://schemas.openxmlformats.org/officeDocument/2006/relationships/tags" Target="../tags/tag1656.xml"/><Relationship Id="rId25" Type="http://schemas.openxmlformats.org/officeDocument/2006/relationships/tags" Target="../tags/tag1657.xml"/><Relationship Id="rId26" Type="http://schemas.openxmlformats.org/officeDocument/2006/relationships/tags" Target="../tags/tag1658.xml"/><Relationship Id="rId27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t>课堂测试 · 第03章 系统需求分析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</a:t>
            </a:r>
            <a:r>
              <a:rPr lang="zh-CN" altLang="en-US"/>
              <a:t>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1.【第03章·系统需求分析】系统分析师在系统分析阶段的主要任务是什么？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编写系统设计说明书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6456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充分理解用户需求并用系统分析说明书表达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进行系统实施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维护信息系统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2.【第03章·系统需求分析】关于系统需求，下列哪项描述是正确的？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9724"/>
            <a:ext cx="8437880" cy="47561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功能性需求主要涉及系统性能、可靠性和安全性等质量特性。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6456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技术性需求是系统必须完成的活动或过程。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功能性需求是根据业务过程和业务规则确定的。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4475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技术性需求与业务流程无关。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71882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3.【第03章·系统需求分析】企业流程管理BPM的相关技术和概念包括哪些？</a:t>
            </a: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344868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BPR（业务流程再造）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3305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BPI（业务流程改进）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33369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企业架构集成（EAI）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流程自动化、流程集成、流程建模、流程优化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4.【第03章·系统需求分析】企业数字化转型带来的价值主要包括以下哪些方面？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员工生产力提升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数据驱动业务价值提升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客户体验提升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企业规模扩大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264602"/>
            <a:ext cx="97135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5.【第03章·系统需求分析】数据字典是对[填空1]的补充描述，用来描述数据流程图中的数据流、数据存储、处理过程和外部实体的详细内容。</a:t>
            </a:r>
          </a:p>
        </p:txBody>
      </p:sp>
      <p:sp>
        <p:nvSpPr>
          <p:cNvPr id="11" name="圆角矩形 10"/>
          <p:cNvSpPr/>
          <p:nvPr>
            <p:custDataLst>
              <p:tags r:id="rId9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slow" advClick="0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066483"/>
            <a:ext cx="962215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6.【第03章·系统需求分析】在毕业设计管理系统中，教务秘书在第7学期末要求教师按照职称上报指定数量的毕设题目。教师提交初始题目后，教务秘书的下一步操作是什么？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公布题目清单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分配学生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填写任务书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收集学生志愿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79717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7.【第03章·系统需求分析】在用例建模中，参与者（Actor）指的是哪一类对象？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系统内部的模块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5466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系统之外与系统进行交互的任何事物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系统管理员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8107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8.【第03章·系统需求分析】关于用例的前置条件和后置条件，下列说法正确的是：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7447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前置条件是用例结束后系统需要保证成立的条件。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7447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后置条件是用例开始前系统需要保证为真的条件。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前置条件不满足时，用例无法被启动。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所有用例都必须有前置条件和后置条件。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75360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9.【第03章·系统需求分析】在发朋友圈的用例中，用户返回编辑页面时可以保留已编辑内容，这一功能主要带来的好处是：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减少重复工作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增加系统复杂性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提升朋友圈曝光率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限制用户操作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3713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10.【第03章·系统需求分析】下列哪项不属于常用的需求获取方法?____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访谈与问卷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观察与文档分析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直接凭空猜测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原型与对话式探索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517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需求获取强调实证(访谈/观察/原型/对话式),凭空猜测会引入偏差。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913193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11.【第03章·系统需求分析】功能需求主要回答的问题是?____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7813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"系统必须做什么"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7813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"系统做得有多好"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系统用什么语言写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系统卖多少钱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9819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功能需求定义"必须做什么";非功能需求才回答"做得有多好"(准确性、时延等)。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12.【第03章·系统需求分析】用户故事『作为学生,我想查询课程大纲,以便提前预习』中,部分是?____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作为学生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查询课程大纲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提前预习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19087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模板为"作为,我想要,以便",价值即"提前预习"。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67168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13.【第03章·系统需求分析】下列工具中,属于结构化需求分析()而非面向对象的是?____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2796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数据流图 DFD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用例图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6795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UML 类图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状态图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DFD/数据字典/加工逻辑属结构化分析;用例图、类图、状态图属面向对象分析。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0277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14.【第03章·系统需求分析】需求规格说明书 SRS 常用哪个标准模板?____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IEEE 830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61226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ISO 9001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894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HTTP 1.1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297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SQL 92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3372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IEEE 830 是经典软件需求规格说明模板;其余分别属质量体系、网络协议、数据库语言。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3673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15.【第03章·系统需求分析】在 Coze 中,智能体的系统提示词最适合比作?____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475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一份可运行的需求规格说明书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数据库备份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703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服务器 IP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用户密码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4134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系统提示词定义角色/技能/限制/格式,本质上就是智能体的需求规格,且可立即运行验证。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7166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16.【第03章·系统需求分析】下列更适合做成固定"工作流"而非"智能体"的是?____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86219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费用报销审批(&lt;500部门经理批)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规划一次厦门之旅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撰写调研报告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开放闲聊助手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69060"/>
            <a:ext cx="3180715" cy="1706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报销审批步骤与判断可精确定义,属确定性流程,工作流更可靠、可审计;旅行/报告路径不确定,更适合 Agent。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880173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17.【第03章·系统需求分析】对话式需求获取的本质是?____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自然语言提示即一种轻量需求获取方式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完全不需要分析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只问用户要什么颜色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直接写代码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 AI 提示词引导需求收敛,一句话需求可转化为需求文档,是轻量而高效的需求获取。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03922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18.【第03章·系统需求分析】用例(Use Case)的要素通常不包括?____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参与者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目标与主成功场景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3850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扩展(异常分支)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代码实现细节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1343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用例描述"做什么"与场景,不规定代码实现;实现是设计与开发阶段的事。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705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19.【第03章·系统需求分析】KB《AI辅助下的需求探索》提示词的主要用途是?____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一句话需求→补全为完整需求文档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生成图片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训练大模型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部署服务器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该提示词将原始业务描述补全为完整软件需求文档,加速需求收敛。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7.xml><?xml version="1.0" encoding="utf-8"?>
<p:tagLst xmlns:p="http://schemas.openxmlformats.org/presentationml/2006/main">
  <p:tag name="RAINPROBLEM" val="ProblemBody"/>
</p:tagLst>
</file>

<file path=ppt/tags/tag288.xml><?xml version="1.0" encoding="utf-8"?>
<p:tagLst xmlns:p="http://schemas.openxmlformats.org/presentationml/2006/main">
  <p:tag name="RAINPROBLEM" val="ProblemItem"/>
</p:tagLst>
</file>

<file path=ppt/tags/tag28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0.xml><?xml version="1.0" encoding="utf-8"?>
<p:tagLst xmlns:p="http://schemas.openxmlformats.org/presentationml/2006/main">
  <p:tag name="RAINPROBLEM" val="ProblemItem"/>
</p:tagLst>
</file>

<file path=ppt/tags/tag29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92.xml><?xml version="1.0" encoding="utf-8"?>
<p:tagLst xmlns:p="http://schemas.openxmlformats.org/presentationml/2006/main">
  <p:tag name="RAINPROBLEM" val="ProblemItem"/>
</p:tagLst>
</file>

<file path=ppt/tags/tag2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4.xml><?xml version="1.0" encoding="utf-8"?>
<p:tagLst xmlns:p="http://schemas.openxmlformats.org/presentationml/2006/main">
  <p:tag name="RAINPROBLEM" val="ProblemItem"/>
</p:tagLst>
</file>

<file path=ppt/tags/tag2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6.xml><?xml version="1.0" encoding="utf-8"?>
<p:tagLst xmlns:p="http://schemas.openxmlformats.org/presentationml/2006/main">
  <p:tag name="RAINPROBLEM" val="ProblemSubmit"/>
  <p:tag name="RAINPROBLEMTYPE" val="MultipleChoice"/>
</p:tagLst>
</file>

<file path=ppt/tags/tag297.xml><?xml version="1.0" encoding="utf-8"?>
<p:tagLst xmlns:p="http://schemas.openxmlformats.org/presentationml/2006/main">
  <p:tag name="RAINPROBLEMTYPE" val="ProblemTypeMarker"/>
</p:tagLst>
</file>

<file path=ppt/tags/tag298.xml><?xml version="1.0" encoding="utf-8"?>
<p:tagLst xmlns:p="http://schemas.openxmlformats.org/presentationml/2006/main">
  <p:tag name="RAINPROBLEMTYPE" val="ProblemTypeMarker"/>
</p:tagLst>
</file>

<file path=ppt/tags/tag299.xml><?xml version="1.0" encoding="utf-8"?>
<p:tagLst xmlns:p="http://schemas.openxmlformats.org/presentationml/2006/main">
  <p:tag name="RAINPROBLEMTYPE" val="ProblemTypeMarker"/>
</p:tagLst>
</file>

<file path=ppt/tags/tag300.xml><?xml version="1.0" encoding="utf-8"?>
<p:tagLst xmlns:p="http://schemas.openxmlformats.org/presentationml/2006/main">
  <p:tag name="RAINPROBLEMTYPE" val="ProblemTypeMarker"/>
</p:tagLst>
</file>

<file path=ppt/tags/tag301.xml><?xml version="1.0" encoding="utf-8"?>
<p:tagLst xmlns:p="http://schemas.openxmlformats.org/presentationml/2006/main">
  <p:tag name="RAINPROBLEMTYPE" val="ProblemTypeMarker"/>
</p:tagLst>
</file>

<file path=ppt/tags/tag302.xml><?xml version="1.0" encoding="utf-8"?>
<p:tagLst xmlns:p="http://schemas.openxmlformats.org/presentationml/2006/main">
  <p:tag name="RAINPROBLEM" val="ProblemSetting"/>
  <p:tag name="RAINPROBLEMTYPE" val="MultipleChoice"/>
</p:tagLst>
</file>

<file path=ppt/tags/tag303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304.xml><?xml version="1.0" encoding="utf-8"?>
<p:tagLst xmlns:p="http://schemas.openxmlformats.org/presentationml/2006/main">
  <p:tag name="RAINPROBLEM" val="ProblemBody"/>
</p:tagLst>
</file>

<file path=ppt/tags/tag305.xml><?xml version="1.0" encoding="utf-8"?>
<p:tagLst xmlns:p="http://schemas.openxmlformats.org/presentationml/2006/main">
  <p:tag name="RAINPROBLEM" val="ProblemItem"/>
</p:tagLst>
</file>

<file path=ppt/tags/tag3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7.xml><?xml version="1.0" encoding="utf-8"?>
<p:tagLst xmlns:p="http://schemas.openxmlformats.org/presentationml/2006/main">
  <p:tag name="RAINPROBLEM" val="ProblemItem"/>
</p:tagLst>
</file>

<file path=ppt/tags/tag30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9.xml><?xml version="1.0" encoding="utf-8"?>
<p:tagLst xmlns:p="http://schemas.openxmlformats.org/presentationml/2006/main">
  <p:tag name="RAINPROBLEM" val="ProblemItem"/>
</p:tagLst>
</file>

<file path=ppt/tags/tag31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11.xml><?xml version="1.0" encoding="utf-8"?>
<p:tagLst xmlns:p="http://schemas.openxmlformats.org/presentationml/2006/main">
  <p:tag name="RAINPROBLEM" val="ProblemItem"/>
</p:tagLst>
</file>

<file path=ppt/tags/tag3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3.xml><?xml version="1.0" encoding="utf-8"?>
<p:tagLst xmlns:p="http://schemas.openxmlformats.org/presentationml/2006/main">
  <p:tag name="RAINPROBLEM" val="ProblemSubmit"/>
  <p:tag name="RAINPROBLEMTYPE" val="MultipleChoice"/>
</p:tagLst>
</file>

<file path=ppt/tags/tag314.xml><?xml version="1.0" encoding="utf-8"?>
<p:tagLst xmlns:p="http://schemas.openxmlformats.org/presentationml/2006/main">
  <p:tag name="RAINPROBLEMTYPE" val="ProblemTypeMarker"/>
</p:tagLst>
</file>

<file path=ppt/tags/tag315.xml><?xml version="1.0" encoding="utf-8"?>
<p:tagLst xmlns:p="http://schemas.openxmlformats.org/presentationml/2006/main">
  <p:tag name="RAINPROBLEMTYPE" val="ProblemTypeMarker"/>
</p:tagLst>
</file>

<file path=ppt/tags/tag316.xml><?xml version="1.0" encoding="utf-8"?>
<p:tagLst xmlns:p="http://schemas.openxmlformats.org/presentationml/2006/main">
  <p:tag name="RAINPROBLEMTYPE" val="ProblemTypeMarker"/>
</p:tagLst>
</file>

<file path=ppt/tags/tag317.xml><?xml version="1.0" encoding="utf-8"?>
<p:tagLst xmlns:p="http://schemas.openxmlformats.org/presentationml/2006/main">
  <p:tag name="RAINPROBLEMTYPE" val="ProblemTypeMarker"/>
</p:tagLst>
</file>

<file path=ppt/tags/tag318.xml><?xml version="1.0" encoding="utf-8"?>
<p:tagLst xmlns:p="http://schemas.openxmlformats.org/presentationml/2006/main">
  <p:tag name="RAINPROBLEMTYPE" val="ProblemTypeMarker"/>
</p:tagLst>
</file>

<file path=ppt/tags/tag319.xml><?xml version="1.0" encoding="utf-8"?>
<p:tagLst xmlns:p="http://schemas.openxmlformats.org/presentationml/2006/main">
  <p:tag name="RAINPROBLEM" val="ProblemSetting"/>
  <p:tag name="RAINPROBLEMTYPE" val="MultipleChoice"/>
</p:tagLst>
</file>

<file path=ppt/tags/tag320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321.xml><?xml version="1.0" encoding="utf-8"?>
<p:tagLst xmlns:p="http://schemas.openxmlformats.org/presentationml/2006/main">
  <p:tag name="RAINPROBLEM" val="ProblemBody"/>
</p:tagLst>
</file>

<file path=ppt/tags/tag322.xml><?xml version="1.0" encoding="utf-8"?>
<p:tagLst xmlns:p="http://schemas.openxmlformats.org/presentationml/2006/main">
  <p:tag name="RAINPROBLEM" val="ProblemItem"/>
</p:tagLst>
</file>

<file path=ppt/tags/tag32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24.xml><?xml version="1.0" encoding="utf-8"?>
<p:tagLst xmlns:p="http://schemas.openxmlformats.org/presentationml/2006/main">
  <p:tag name="RAINPROBLEM" val="ProblemItem"/>
</p:tagLst>
</file>

<file path=ppt/tags/tag325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26.xml><?xml version="1.0" encoding="utf-8"?>
<p:tagLst xmlns:p="http://schemas.openxmlformats.org/presentationml/2006/main">
  <p:tag name="RAINPROBLEM" val="ProblemItem"/>
</p:tagLst>
</file>

<file path=ppt/tags/tag32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28.xml><?xml version="1.0" encoding="utf-8"?>
<p:tagLst xmlns:p="http://schemas.openxmlformats.org/presentationml/2006/main">
  <p:tag name="RAINPROBLEM" val="ProblemItem"/>
</p:tagLst>
</file>

<file path=ppt/tags/tag32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30.xml><?xml version="1.0" encoding="utf-8"?>
<p:tagLst xmlns:p="http://schemas.openxmlformats.org/presentationml/2006/main">
  <p:tag name="RAINPROBLEM" val="ProblemSubmit"/>
  <p:tag name="RAINPROBLEMTYPE" val="MultipleChoiceMA"/>
</p:tagLst>
</file>

<file path=ppt/tags/tag331.xml><?xml version="1.0" encoding="utf-8"?>
<p:tagLst xmlns:p="http://schemas.openxmlformats.org/presentationml/2006/main">
  <p:tag name="RAINPROBLEMTYPE" val="ProblemTypeMarker"/>
</p:tagLst>
</file>

<file path=ppt/tags/tag332.xml><?xml version="1.0" encoding="utf-8"?>
<p:tagLst xmlns:p="http://schemas.openxmlformats.org/presentationml/2006/main">
  <p:tag name="RAINPROBLEMTYPE" val="ProblemTypeMarker"/>
</p:tagLst>
</file>

<file path=ppt/tags/tag333.xml><?xml version="1.0" encoding="utf-8"?>
<p:tagLst xmlns:p="http://schemas.openxmlformats.org/presentationml/2006/main">
  <p:tag name="RAINPROBLEMTYPE" val="ProblemTypeMarker"/>
</p:tagLst>
</file>

<file path=ppt/tags/tag334.xml><?xml version="1.0" encoding="utf-8"?>
<p:tagLst xmlns:p="http://schemas.openxmlformats.org/presentationml/2006/main">
  <p:tag name="RAINPROBLEMTYPE" val="ProblemTypeMarker"/>
</p:tagLst>
</file>

<file path=ppt/tags/tag335.xml><?xml version="1.0" encoding="utf-8"?>
<p:tagLst xmlns:p="http://schemas.openxmlformats.org/presentationml/2006/main">
  <p:tag name="RAINPROBLEMTYPE" val="ProblemTypeMarker"/>
</p:tagLst>
</file>

<file path=ppt/tags/tag336.xml><?xml version="1.0" encoding="utf-8"?>
<p:tagLst xmlns:p="http://schemas.openxmlformats.org/presentationml/2006/main">
  <p:tag name="RAINPROBLEM" val="ProblemSetting"/>
  <p:tag name="RAINPROBLEMTYPE" val="MultipleChoiceMA"/>
</p:tagLst>
</file>

<file path=ppt/tags/tag337.xml><?xml version="1.0" encoding="utf-8"?>
<p:tagLst xmlns:p="http://schemas.openxmlformats.org/presentationml/2006/main">
  <p:tag name="RAINPROBLEM" val="MultipleChoiceMA"/>
  <p:tag name="PROBLEMSCORE" val="1.0"/>
  <p:tag name="PROBLEMPROVIDER" val="AI"/>
  <p:tag name="PROBLEMSCORE_HALF" val="0.0"/>
</p:tagLst>
</file>

<file path=ppt/tags/tag338.xml><?xml version="1.0" encoding="utf-8"?>
<p:tagLst xmlns:p="http://schemas.openxmlformats.org/presentationml/2006/main">
  <p:tag name="RAINPROBLEMTYPE" val="ProblemTypeMarker"/>
</p:tagLst>
</file>

<file path=ppt/tags/tag339.xml><?xml version="1.0" encoding="utf-8"?>
<p:tagLst xmlns:p="http://schemas.openxmlformats.org/presentationml/2006/main">
  <p:tag name="RAINPROBLEMTYPE" val="ProblemTypeMarker"/>
</p:tagLst>
</file>

<file path=ppt/tags/tag340.xml><?xml version="1.0" encoding="utf-8"?>
<p:tagLst xmlns:p="http://schemas.openxmlformats.org/presentationml/2006/main">
  <p:tag name="RAINPROBLEMTYPE" val="ProblemTypeMarker"/>
</p:tagLst>
</file>

<file path=ppt/tags/tag341.xml><?xml version="1.0" encoding="utf-8"?>
<p:tagLst xmlns:p="http://schemas.openxmlformats.org/presentationml/2006/main">
  <p:tag name="RAINPROBLEMTYPE" val="ProblemTypeMarker"/>
</p:tagLst>
</file>

<file path=ppt/tags/tag342.xml><?xml version="1.0" encoding="utf-8"?>
<p:tagLst xmlns:p="http://schemas.openxmlformats.org/presentationml/2006/main">
  <p:tag name="RAINPROBLEMTYPE" val="ProblemTypeMarker"/>
</p:tagLst>
</file>

<file path=ppt/tags/tag343.xml><?xml version="1.0" encoding="utf-8"?>
<p:tagLst xmlns:p="http://schemas.openxmlformats.org/presentationml/2006/main">
  <p:tag name="RAINPROBLEM" val="ProblemSetting"/>
  <p:tag name="RAINPROBLEMTYPE" val="MultipleChoiceMA"/>
</p:tagLst>
</file>

<file path=ppt/tags/tag344.xml><?xml version="1.0" encoding="utf-8"?>
<p:tagLst xmlns:p="http://schemas.openxmlformats.org/presentationml/2006/main">
  <p:tag name="RAINPROBLEM" val="ProblemBody"/>
</p:tagLst>
</file>

<file path=ppt/tags/tag345.xml><?xml version="1.0" encoding="utf-8"?>
<p:tagLst xmlns:p="http://schemas.openxmlformats.org/presentationml/2006/main">
  <p:tag name="RAINPROBLEM" val="ProblemItem"/>
</p:tagLst>
</file>

<file path=ppt/tags/tag34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47.xml><?xml version="1.0" encoding="utf-8"?>
<p:tagLst xmlns:p="http://schemas.openxmlformats.org/presentationml/2006/main">
  <p:tag name="RAINPROBLEM" val="ProblemItem"/>
</p:tagLst>
</file>

<file path=ppt/tags/tag34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49.xml><?xml version="1.0" encoding="utf-8"?>
<p:tagLst xmlns:p="http://schemas.openxmlformats.org/presentationml/2006/main">
  <p:tag name="RAINPROBLEM" val="ProblemItem"/>
</p:tagLst>
</file>

<file path=ppt/tags/tag35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51.xml><?xml version="1.0" encoding="utf-8"?>
<p:tagLst xmlns:p="http://schemas.openxmlformats.org/presentationml/2006/main">
  <p:tag name="RAINPROBLEM" val="ProblemItem"/>
</p:tagLst>
</file>

<file path=ppt/tags/tag35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353.xml><?xml version="1.0" encoding="utf-8"?>
<p:tagLst xmlns:p="http://schemas.openxmlformats.org/presentationml/2006/main">
  <p:tag name="RAINPROBLEM" val="ProblemSubmit"/>
  <p:tag name="RAINPROBLEMTYPE" val="MultipleChoiceMA"/>
</p:tagLst>
</file>

<file path=ppt/tags/tag354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355.xml><?xml version="1.0" encoding="utf-8"?>
<p:tagLst xmlns:p="http://schemas.openxmlformats.org/presentationml/2006/main">
  <p:tag name="RAINPROBLEMTYPE" val="ProblemTypeMarker"/>
</p:tagLst>
</file>

<file path=ppt/tags/tag356.xml><?xml version="1.0" encoding="utf-8"?>
<p:tagLst xmlns:p="http://schemas.openxmlformats.org/presentationml/2006/main">
  <p:tag name="RAINPROBLEMTYPE" val="ProblemTypeMarker"/>
</p:tagLst>
</file>

<file path=ppt/tags/tag357.xml><?xml version="1.0" encoding="utf-8"?>
<p:tagLst xmlns:p="http://schemas.openxmlformats.org/presentationml/2006/main">
  <p:tag name="RAINPROBLEMTYPE" val="ProblemTypeMarker"/>
</p:tagLst>
</file>

<file path=ppt/tags/tag358.xml><?xml version="1.0" encoding="utf-8"?>
<p:tagLst xmlns:p="http://schemas.openxmlformats.org/presentationml/2006/main">
  <p:tag name="RAINPROBLEMTYPE" val="ProblemTypeMarker"/>
</p:tagLst>
</file>

<file path=ppt/tags/tag359.xml><?xml version="1.0" encoding="utf-8"?>
<p:tagLst xmlns:p="http://schemas.openxmlformats.org/presentationml/2006/main">
  <p:tag name="RAINPROBLEMTYPE" val="ProblemTypeMarker"/>
</p:tagLst>
</file>

<file path=ppt/tags/tag360.xml><?xml version="1.0" encoding="utf-8"?>
<p:tagLst xmlns:p="http://schemas.openxmlformats.org/presentationml/2006/main">
  <p:tag name="RAINPROBLEM" val="ProblemSetting"/>
  <p:tag name="RAINPROBLEMTYPE" val="FillBlank"/>
</p:tagLst>
</file>

<file path=ppt/tags/tag361.xml><?xml version="1.0" encoding="utf-8"?>
<p:tagLst xmlns:p="http://schemas.openxmlformats.org/presentationml/2006/main">
  <p:tag name="RAINPROBLEM" val="ProblemBody"/>
</p:tagLst>
</file>

<file path=ppt/tags/tag362.xml><?xml version="1.0" encoding="utf-8"?>
<p:tagLst xmlns:p="http://schemas.openxmlformats.org/presentationml/2006/main">
  <p:tag name="RAINPROBLEM" val="ProblemSubmit"/>
  <p:tag name="RAINPROBLEMTYPE" val="FillBlank"/>
</p:tagLst>
</file>

<file path=ppt/tags/tag363.xml><?xml version="1.0" encoding="utf-8"?>
<p:tagLst xmlns:p="http://schemas.openxmlformats.org/presentationml/2006/main">
  <p:tag name="RAINPROBLEM" val="FillBlank"/>
  <p:tag name="PROBLEMSCORE" val="1.0"/>
  <p:tag name="PROBLEMBLANK" val="[{&quot;num&quot;:1,&quot;caseSensitive&quot;:false,&quot;fuzzyMatch&quot;:false,&quot;Score&quot;:1.0,&quot;answers&quot;:[&quot;DFD&quot;,&quot;数据流图&quot;]}]"/>
  <p:tag name="PROBLEMBLANKKEYWORD" val="填空"/>
  <p:tag name="PROBLEMPROVIDER" val="AI"/>
</p:tagLst>
</file>

<file path=ppt/tags/tag364.xml><?xml version="1.0" encoding="utf-8"?>
<p:tagLst xmlns:p="http://schemas.openxmlformats.org/presentationml/2006/main">
  <p:tag name="RAINPROBLEM" val="ProblemBody"/>
</p:tagLst>
</file>

<file path=ppt/tags/tag365.xml><?xml version="1.0" encoding="utf-8"?>
<p:tagLst xmlns:p="http://schemas.openxmlformats.org/presentationml/2006/main">
  <p:tag name="RAINPROBLEM" val="ProblemItem"/>
</p:tagLst>
</file>

<file path=ppt/tags/tag36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67.xml><?xml version="1.0" encoding="utf-8"?>
<p:tagLst xmlns:p="http://schemas.openxmlformats.org/presentationml/2006/main">
  <p:tag name="RAINPROBLEM" val="ProblemItem"/>
</p:tagLst>
</file>

<file path=ppt/tags/tag36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69.xml><?xml version="1.0" encoding="utf-8"?>
<p:tagLst xmlns:p="http://schemas.openxmlformats.org/presentationml/2006/main">
  <p:tag name="RAINPROBLEM" val="ProblemItem"/>
</p:tagLst>
</file>

<file path=ppt/tags/tag37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1.xml><?xml version="1.0" encoding="utf-8"?>
<p:tagLst xmlns:p="http://schemas.openxmlformats.org/presentationml/2006/main">
  <p:tag name="RAINPROBLEM" val="ProblemItem"/>
</p:tagLst>
</file>

<file path=ppt/tags/tag37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3.xml><?xml version="1.0" encoding="utf-8"?>
<p:tagLst xmlns:p="http://schemas.openxmlformats.org/presentationml/2006/main">
  <p:tag name="RAINPROBLEM" val="ProblemSubmit"/>
  <p:tag name="RAINPROBLEMTYPE" val="MultipleChoice"/>
</p:tagLst>
</file>

<file path=ppt/tags/tag374.xml><?xml version="1.0" encoding="utf-8"?>
<p:tagLst xmlns:p="http://schemas.openxmlformats.org/presentationml/2006/main">
  <p:tag name="RAINPROBLEMTYPE" val="ProblemTypeMarker"/>
</p:tagLst>
</file>

<file path=ppt/tags/tag375.xml><?xml version="1.0" encoding="utf-8"?>
<p:tagLst xmlns:p="http://schemas.openxmlformats.org/presentationml/2006/main">
  <p:tag name="RAINPROBLEMTYPE" val="ProblemTypeMarker"/>
</p:tagLst>
</file>

<file path=ppt/tags/tag376.xml><?xml version="1.0" encoding="utf-8"?>
<p:tagLst xmlns:p="http://schemas.openxmlformats.org/presentationml/2006/main">
  <p:tag name="RAINPROBLEMTYPE" val="ProblemTypeMarker"/>
</p:tagLst>
</file>

<file path=ppt/tags/tag377.xml><?xml version="1.0" encoding="utf-8"?>
<p:tagLst xmlns:p="http://schemas.openxmlformats.org/presentationml/2006/main">
  <p:tag name="RAINPROBLEMTYPE" val="ProblemTypeMarker"/>
</p:tagLst>
</file>

<file path=ppt/tags/tag378.xml><?xml version="1.0" encoding="utf-8"?>
<p:tagLst xmlns:p="http://schemas.openxmlformats.org/presentationml/2006/main">
  <p:tag name="RAINPROBLEMTYPE" val="ProblemTypeMarker"/>
</p:tagLst>
</file>

<file path=ppt/tags/tag379.xml><?xml version="1.0" encoding="utf-8"?>
<p:tagLst xmlns:p="http://schemas.openxmlformats.org/presentationml/2006/main">
  <p:tag name="RAINPROBLEM" val="ProblemSetting"/>
  <p:tag name="RAINPROBLEMTYPE" val="MultipleChoice"/>
</p:tagLst>
</file>

<file path=ppt/tags/tag380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381.xml><?xml version="1.0" encoding="utf-8"?>
<p:tagLst xmlns:p="http://schemas.openxmlformats.org/presentationml/2006/main">
  <p:tag name="RAINPROBLEMTYPE" val="ProblemTypeMarker"/>
</p:tagLst>
</file>

<file path=ppt/tags/tag382.xml><?xml version="1.0" encoding="utf-8"?>
<p:tagLst xmlns:p="http://schemas.openxmlformats.org/presentationml/2006/main">
  <p:tag name="RAINPROBLEMTYPE" val="ProblemTypeMarker"/>
</p:tagLst>
</file>

<file path=ppt/tags/tag383.xml><?xml version="1.0" encoding="utf-8"?>
<p:tagLst xmlns:p="http://schemas.openxmlformats.org/presentationml/2006/main">
  <p:tag name="RAINPROBLEMTYPE" val="ProblemTypeMarker"/>
</p:tagLst>
</file>

<file path=ppt/tags/tag384.xml><?xml version="1.0" encoding="utf-8"?>
<p:tagLst xmlns:p="http://schemas.openxmlformats.org/presentationml/2006/main">
  <p:tag name="RAINPROBLEMTYPE" val="ProblemTypeMarker"/>
</p:tagLst>
</file>

<file path=ppt/tags/tag385.xml><?xml version="1.0" encoding="utf-8"?>
<p:tagLst xmlns:p="http://schemas.openxmlformats.org/presentationml/2006/main">
  <p:tag name="RAINPROBLEMTYPE" val="ProblemTypeMarker"/>
</p:tagLst>
</file>

<file path=ppt/tags/tag386.xml><?xml version="1.0" encoding="utf-8"?>
<p:tagLst xmlns:p="http://schemas.openxmlformats.org/presentationml/2006/main">
  <p:tag name="RAINPROBLEM" val="ProblemSetting"/>
  <p:tag name="RAINPROBLEMTYPE" val="MultipleChoice"/>
</p:tagLst>
</file>

<file path=ppt/tags/tag387.xml><?xml version="1.0" encoding="utf-8"?>
<p:tagLst xmlns:p="http://schemas.openxmlformats.org/presentationml/2006/main">
  <p:tag name="RAINPROBLEM" val="ProblemBody"/>
</p:tagLst>
</file>

<file path=ppt/tags/tag388.xml><?xml version="1.0" encoding="utf-8"?>
<p:tagLst xmlns:p="http://schemas.openxmlformats.org/presentationml/2006/main">
  <p:tag name="RAINPROBLEM" val="ProblemItem"/>
</p:tagLst>
</file>

<file path=ppt/tags/tag38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0.xml><?xml version="1.0" encoding="utf-8"?>
<p:tagLst xmlns:p="http://schemas.openxmlformats.org/presentationml/2006/main">
  <p:tag name="RAINPROBLEM" val="ProblemItem"/>
</p:tagLst>
</file>

<file path=ppt/tags/tag39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92.xml><?xml version="1.0" encoding="utf-8"?>
<p:tagLst xmlns:p="http://schemas.openxmlformats.org/presentationml/2006/main">
  <p:tag name="RAINPROBLEM" val="ProblemItem"/>
</p:tagLst>
</file>

<file path=ppt/tags/tag3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4.xml><?xml version="1.0" encoding="utf-8"?>
<p:tagLst xmlns:p="http://schemas.openxmlformats.org/presentationml/2006/main">
  <p:tag name="RAINPROBLEM" val="ProblemItem"/>
</p:tagLst>
</file>

<file path=ppt/tags/tag3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6.xml><?xml version="1.0" encoding="utf-8"?>
<p:tagLst xmlns:p="http://schemas.openxmlformats.org/presentationml/2006/main">
  <p:tag name="RAINPROBLEM" val="ProblemSubmit"/>
  <p:tag name="RAINPROBLEMTYPE" val="MultipleChoice"/>
</p:tagLst>
</file>

<file path=ppt/tags/tag397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398.xml><?xml version="1.0" encoding="utf-8"?>
<p:tagLst xmlns:p="http://schemas.openxmlformats.org/presentationml/2006/main">
  <p:tag name="RAINPROBLEMTYPE" val="ProblemTypeMarker"/>
</p:tagLst>
</file>

<file path=ppt/tags/tag399.xml><?xml version="1.0" encoding="utf-8"?>
<p:tagLst xmlns:p="http://schemas.openxmlformats.org/presentationml/2006/main">
  <p:tag name="RAINPROBLEMTYPE" val="ProblemTypeMarker"/>
</p:tagLst>
</file>

<file path=ppt/tags/tag400.xml><?xml version="1.0" encoding="utf-8"?>
<p:tagLst xmlns:p="http://schemas.openxmlformats.org/presentationml/2006/main">
  <p:tag name="RAINPROBLEMTYPE" val="ProblemTypeMarker"/>
</p:tagLst>
</file>

<file path=ppt/tags/tag401.xml><?xml version="1.0" encoding="utf-8"?>
<p:tagLst xmlns:p="http://schemas.openxmlformats.org/presentationml/2006/main">
  <p:tag name="RAINPROBLEMTYPE" val="ProblemTypeMarker"/>
</p:tagLst>
</file>

<file path=ppt/tags/tag402.xml><?xml version="1.0" encoding="utf-8"?>
<p:tagLst xmlns:p="http://schemas.openxmlformats.org/presentationml/2006/main">
  <p:tag name="RAINPROBLEMTYPE" val="ProblemTypeMarker"/>
</p:tagLst>
</file>

<file path=ppt/tags/tag403.xml><?xml version="1.0" encoding="utf-8"?>
<p:tagLst xmlns:p="http://schemas.openxmlformats.org/presentationml/2006/main">
  <p:tag name="RAINPROBLEM" val="ProblemSetting"/>
  <p:tag name="RAINPROBLEMTYPE" val="MultipleChoice"/>
</p:tagLst>
</file>

<file path=ppt/tags/tag404.xml><?xml version="1.0" encoding="utf-8"?>
<p:tagLst xmlns:p="http://schemas.openxmlformats.org/presentationml/2006/main">
  <p:tag name="RAINPROBLEM" val="ProblemBody"/>
</p:tagLst>
</file>

<file path=ppt/tags/tag405.xml><?xml version="1.0" encoding="utf-8"?>
<p:tagLst xmlns:p="http://schemas.openxmlformats.org/presentationml/2006/main">
  <p:tag name="RAINPROBLEM" val="ProblemItem"/>
</p:tagLst>
</file>

<file path=ppt/tags/tag4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07.xml><?xml version="1.0" encoding="utf-8"?>
<p:tagLst xmlns:p="http://schemas.openxmlformats.org/presentationml/2006/main">
  <p:tag name="RAINPROBLEM" val="ProblemItem"/>
</p:tagLst>
</file>

<file path=ppt/tags/tag40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09.xml><?xml version="1.0" encoding="utf-8"?>
<p:tagLst xmlns:p="http://schemas.openxmlformats.org/presentationml/2006/main">
  <p:tag name="RAINPROBLEM" val="ProblemItem"/>
</p:tagLst>
</file>

<file path=ppt/tags/tag41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11.xml><?xml version="1.0" encoding="utf-8"?>
<p:tagLst xmlns:p="http://schemas.openxmlformats.org/presentationml/2006/main">
  <p:tag name="RAINPROBLEM" val="ProblemItem"/>
</p:tagLst>
</file>

<file path=ppt/tags/tag4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13.xml><?xml version="1.0" encoding="utf-8"?>
<p:tagLst xmlns:p="http://schemas.openxmlformats.org/presentationml/2006/main">
  <p:tag name="RAINPROBLEM" val="ProblemSubmit"/>
  <p:tag name="RAINPROBLEMTYPE" val="MultipleChoice"/>
</p:tagLst>
</file>

<file path=ppt/tags/tag414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415.xml><?xml version="1.0" encoding="utf-8"?>
<p:tagLst xmlns:p="http://schemas.openxmlformats.org/presentationml/2006/main">
  <p:tag name="RAINPROBLEM" val="ProblemBody"/>
</p:tagLst>
</file>

<file path=ppt/tags/tag416.xml><?xml version="1.0" encoding="utf-8"?>
<p:tagLst xmlns:p="http://schemas.openxmlformats.org/presentationml/2006/main">
  <p:tag name="RAINPROBLEM" val="ProblemItem"/>
</p:tagLst>
</file>

<file path=ppt/tags/tag4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18.xml><?xml version="1.0" encoding="utf-8"?>
<p:tagLst xmlns:p="http://schemas.openxmlformats.org/presentationml/2006/main">
  <p:tag name="RAINPROBLEM" val="ProblemItem"/>
</p:tagLst>
</file>

<file path=ppt/tags/tag4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0.xml><?xml version="1.0" encoding="utf-8"?>
<p:tagLst xmlns:p="http://schemas.openxmlformats.org/presentationml/2006/main">
  <p:tag name="RAINPROBLEM" val="ProblemItem"/>
</p:tagLst>
</file>

<file path=ppt/tags/tag4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2.xml><?xml version="1.0" encoding="utf-8"?>
<p:tagLst xmlns:p="http://schemas.openxmlformats.org/presentationml/2006/main">
  <p:tag name="RAINPROBLEM" val="ProblemItem"/>
</p:tagLst>
</file>

<file path=ppt/tags/tag4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4.xml><?xml version="1.0" encoding="utf-8"?>
<p:tagLst xmlns:p="http://schemas.openxmlformats.org/presentationml/2006/main">
  <p:tag name="RAINPROBLEM" val="ProblemSubmit"/>
  <p:tag name="RAINPROBLEMTYPE" val="MultipleChoice"/>
</p:tagLst>
</file>

<file path=ppt/tags/tag425.xml><?xml version="1.0" encoding="utf-8"?>
<p:tagLst xmlns:p="http://schemas.openxmlformats.org/presentationml/2006/main">
  <p:tag name="RAINPROBLEMTYPE" val="ProblemTypeMarker"/>
</p:tagLst>
</file>

<file path=ppt/tags/tag426.xml><?xml version="1.0" encoding="utf-8"?>
<p:tagLst xmlns:p="http://schemas.openxmlformats.org/presentationml/2006/main">
  <p:tag name="RAINPROBLEMTYPE" val="ProblemTypeMarker"/>
</p:tagLst>
</file>

<file path=ppt/tags/tag427.xml><?xml version="1.0" encoding="utf-8"?>
<p:tagLst xmlns:p="http://schemas.openxmlformats.org/presentationml/2006/main">
  <p:tag name="RAINPROBLEMTYPE" val="ProblemTypeMarker"/>
</p:tagLst>
</file>

<file path=ppt/tags/tag428.xml><?xml version="1.0" encoding="utf-8"?>
<p:tagLst xmlns:p="http://schemas.openxmlformats.org/presentationml/2006/main">
  <p:tag name="RAINPROBLEMTYPE" val="ProblemTypeMarker"/>
</p:tagLst>
</file>

<file path=ppt/tags/tag429.xml><?xml version="1.0" encoding="utf-8"?>
<p:tagLst xmlns:p="http://schemas.openxmlformats.org/presentationml/2006/main">
  <p:tag name="RAINPROBLEMTYPE" val="ProblemTypeMarker"/>
</p:tagLst>
</file>

<file path=ppt/tags/tag430.xml><?xml version="1.0" encoding="utf-8"?>
<p:tagLst xmlns:p="http://schemas.openxmlformats.org/presentationml/2006/main">
  <p:tag name="RAINPROBLEM" val="ProblemSetting"/>
  <p:tag name="RAINPROBLEMTYPE" val="MultipleChoice"/>
</p:tagLst>
</file>

<file path=ppt/tags/tag431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1409.xml><?xml version="1.0" encoding="utf-8"?>
<p:tagLst xmlns:p="http://schemas.openxmlformats.org/presentationml/2006/main">
  <p:tag name="RAINPROBLEM" val="ProblemRemarkBoard"/>
</p:tagLst>
</file>

<file path=ppt/tags/tag1410.xml><?xml version="1.0" encoding="utf-8"?>
<p:tagLst xmlns:p="http://schemas.openxmlformats.org/presentationml/2006/main">
  <p:tag name="RAINPROBLEMTYPE" val="ProblemTypeMarker"/>
</p:tagLst>
</file>

<file path=ppt/tags/tag1411.xml><?xml version="1.0" encoding="utf-8"?>
<p:tagLst xmlns:p="http://schemas.openxmlformats.org/presentationml/2006/main">
  <p:tag name="RAINPROBLEMTYPE" val="ProblemTypeMarker"/>
</p:tagLst>
</file>

<file path=ppt/tags/tag1412.xml><?xml version="1.0" encoding="utf-8"?>
<p:tagLst xmlns:p="http://schemas.openxmlformats.org/presentationml/2006/main">
  <p:tag name="RAINPROBLEMTYPE" val="ProblemTypeMarker"/>
</p:tagLst>
</file>

<file path=ppt/tags/tag1413.xml><?xml version="1.0" encoding="utf-8"?>
<p:tagLst xmlns:p="http://schemas.openxmlformats.org/presentationml/2006/main">
  <p:tag name="RAINPROBLEMTYPE" val="ProblemTypeMarker"/>
</p:tagLst>
</file>

<file path=ppt/tags/tag1414.xml><?xml version="1.0" encoding="utf-8"?>
<p:tagLst xmlns:p="http://schemas.openxmlformats.org/presentationml/2006/main">
  <p:tag name="RAINPROBLEMTYPE" val="ProblemTypeMarker"/>
</p:tagLst>
</file>

<file path=ppt/tags/tag1415.xml><?xml version="1.0" encoding="utf-8"?>
<p:tagLst xmlns:p="http://schemas.openxmlformats.org/presentationml/2006/main">
  <p:tag name="RAINPROBLEM" val="ProblemBody"/>
</p:tagLst>
</file>

<file path=ppt/tags/tag1416.xml><?xml version="1.0" encoding="utf-8"?>
<p:tagLst xmlns:p="http://schemas.openxmlformats.org/presentationml/2006/main">
  <p:tag name="RAINPROBLEM" val="ProblemItem"/>
</p:tagLst>
</file>

<file path=ppt/tags/tag14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18.xml><?xml version="1.0" encoding="utf-8"?>
<p:tagLst xmlns:p="http://schemas.openxmlformats.org/presentationml/2006/main">
  <p:tag name="RAINPROBLEM" val="ProblemItem"/>
</p:tagLst>
</file>

<file path=ppt/tags/tag14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20.xml><?xml version="1.0" encoding="utf-8"?>
<p:tagLst xmlns:p="http://schemas.openxmlformats.org/presentationml/2006/main">
  <p:tag name="RAINPROBLEM" val="ProblemItem"/>
</p:tagLst>
</file>

<file path=ppt/tags/tag14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22.xml><?xml version="1.0" encoding="utf-8"?>
<p:tagLst xmlns:p="http://schemas.openxmlformats.org/presentationml/2006/main">
  <p:tag name="RAINPROBLEM" val="ProblemItem"/>
</p:tagLst>
</file>

<file path=ppt/tags/tag14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24.xml><?xml version="1.0" encoding="utf-8"?>
<p:tagLst xmlns:p="http://schemas.openxmlformats.org/presentationml/2006/main">
  <p:tag name="PROBLEMREMARKTITLE" val="ProblemRemarkBoardTitle"/>
</p:tagLst>
</file>

<file path=ppt/tags/tag1425.xml><?xml version="1.0" encoding="utf-8"?>
<p:tagLst xmlns:p="http://schemas.openxmlformats.org/presentationml/2006/main">
  <p:tag name="PROBLEMREMARKTITLE" val="ProblemRemarkBoardTitle"/>
</p:tagLst>
</file>

<file path=ppt/tags/tag1426.xml><?xml version="1.0" encoding="utf-8"?>
<p:tagLst xmlns:p="http://schemas.openxmlformats.org/presentationml/2006/main">
  <p:tag name="PROBLEMREMARKTITLE" val="ProblemRemarkBoardTitle"/>
</p:tagLst>
</file>

<file path=ppt/tags/tag1427.xml><?xml version="1.0" encoding="utf-8"?>
<p:tagLst xmlns:p="http://schemas.openxmlformats.org/presentationml/2006/main">
  <p:tag name="PROBLEMREMARKTITLE" val="ProblemRemarkBoardTitle"/>
</p:tagLst>
</file>

<file path=ppt/tags/tag1428.xml><?xml version="1.0" encoding="utf-8"?>
<p:tagLst xmlns:p="http://schemas.openxmlformats.org/presentationml/2006/main">
  <p:tag name="RAINPROBLEM" val="ProblemSetting"/>
  <p:tag name="RAINPROBLEMTYPE" val="MultipleChoice"/>
</p:tagLst>
</file>

<file path=ppt/tags/tag1429.xml><?xml version="1.0" encoding="utf-8"?>
<p:tagLst xmlns:p="http://schemas.openxmlformats.org/presentationml/2006/main">
  <p:tag name="PROBLEMREMARKTITLE" val="ProblemRemarkBoardTip"/>
</p:tagLst>
</file>

<file path=ppt/tags/tag1430.xml><?xml version="1.0" encoding="utf-8"?>
<p:tagLst xmlns:p="http://schemas.openxmlformats.org/presentationml/2006/main">
  <p:tag name="RAINPROBLEM" val="ProblemRemark"/>
</p:tagLst>
</file>

<file path=ppt/tags/tag1431.xml><?xml version="1.0" encoding="utf-8"?>
<p:tagLst xmlns:p="http://schemas.openxmlformats.org/presentationml/2006/main">
  <p:tag name="RAINPROBLEM" val="ProblemRemark"/>
</p:tagLst>
</file>

<file path=ppt/tags/tag1432.xml><?xml version="1.0" encoding="utf-8"?>
<p:tagLst xmlns:p="http://schemas.openxmlformats.org/presentationml/2006/main">
  <p:tag name="RAINPROBLEM" val="ProblemSubmit"/>
  <p:tag name="RAINPROBLEMTYPE" val="MultipleChoice"/>
</p:tagLst>
</file>

<file path=ppt/tags/tag1433.xml><?xml version="1.0" encoding="utf-8"?>
<p:tagLst xmlns:p="http://schemas.openxmlformats.org/presentationml/2006/main">
  <p:tag name="RAINPROBLEM" val="MultipleChoice"/>
  <p:tag name="PROBLEMHASREMARK" val="True"/>
</p:tagLst>
</file>

<file path=ppt/tags/tag1434.xml><?xml version="1.0" encoding="utf-8"?>
<p:tagLst xmlns:p="http://schemas.openxmlformats.org/presentationml/2006/main">
  <p:tag name="RAINPROBLEM" val="ProblemRemarkBoard"/>
</p:tagLst>
</file>

<file path=ppt/tags/tag1435.xml><?xml version="1.0" encoding="utf-8"?>
<p:tagLst xmlns:p="http://schemas.openxmlformats.org/presentationml/2006/main">
  <p:tag name="RAINPROBLEMTYPE" val="ProblemTypeMarker"/>
</p:tagLst>
</file>

<file path=ppt/tags/tag1436.xml><?xml version="1.0" encoding="utf-8"?>
<p:tagLst xmlns:p="http://schemas.openxmlformats.org/presentationml/2006/main">
  <p:tag name="RAINPROBLEMTYPE" val="ProblemTypeMarker"/>
</p:tagLst>
</file>

<file path=ppt/tags/tag1437.xml><?xml version="1.0" encoding="utf-8"?>
<p:tagLst xmlns:p="http://schemas.openxmlformats.org/presentationml/2006/main">
  <p:tag name="RAINPROBLEMTYPE" val="ProblemTypeMarker"/>
</p:tagLst>
</file>

<file path=ppt/tags/tag1438.xml><?xml version="1.0" encoding="utf-8"?>
<p:tagLst xmlns:p="http://schemas.openxmlformats.org/presentationml/2006/main">
  <p:tag name="RAINPROBLEMTYPE" val="ProblemTypeMarker"/>
</p:tagLst>
</file>

<file path=ppt/tags/tag1439.xml><?xml version="1.0" encoding="utf-8"?>
<p:tagLst xmlns:p="http://schemas.openxmlformats.org/presentationml/2006/main">
  <p:tag name="RAINPROBLEMTYPE" val="ProblemTypeMarker"/>
</p:tagLst>
</file>

<file path=ppt/tags/tag1440.xml><?xml version="1.0" encoding="utf-8"?>
<p:tagLst xmlns:p="http://schemas.openxmlformats.org/presentationml/2006/main">
  <p:tag name="RAINPROBLEM" val="ProblemBody"/>
</p:tagLst>
</file>

<file path=ppt/tags/tag1441.xml><?xml version="1.0" encoding="utf-8"?>
<p:tagLst xmlns:p="http://schemas.openxmlformats.org/presentationml/2006/main">
  <p:tag name="RAINPROBLEM" val="ProblemItem"/>
</p:tagLst>
</file>

<file path=ppt/tags/tag14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43.xml><?xml version="1.0" encoding="utf-8"?>
<p:tagLst xmlns:p="http://schemas.openxmlformats.org/presentationml/2006/main">
  <p:tag name="RAINPROBLEM" val="ProblemItem"/>
</p:tagLst>
</file>

<file path=ppt/tags/tag14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45.xml><?xml version="1.0" encoding="utf-8"?>
<p:tagLst xmlns:p="http://schemas.openxmlformats.org/presentationml/2006/main">
  <p:tag name="RAINPROBLEM" val="ProblemItem"/>
</p:tagLst>
</file>

<file path=ppt/tags/tag14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47.xml><?xml version="1.0" encoding="utf-8"?>
<p:tagLst xmlns:p="http://schemas.openxmlformats.org/presentationml/2006/main">
  <p:tag name="RAINPROBLEM" val="ProblemItem"/>
</p:tagLst>
</file>

<file path=ppt/tags/tag14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49.xml><?xml version="1.0" encoding="utf-8"?>
<p:tagLst xmlns:p="http://schemas.openxmlformats.org/presentationml/2006/main">
  <p:tag name="PROBLEMREMARKTITLE" val="ProblemRemarkBoardTitle"/>
</p:tagLst>
</file>

<file path=ppt/tags/tag1450.xml><?xml version="1.0" encoding="utf-8"?>
<p:tagLst xmlns:p="http://schemas.openxmlformats.org/presentationml/2006/main">
  <p:tag name="PROBLEMREMARKTITLE" val="ProblemRemarkBoardTitle"/>
</p:tagLst>
</file>

<file path=ppt/tags/tag1451.xml><?xml version="1.0" encoding="utf-8"?>
<p:tagLst xmlns:p="http://schemas.openxmlformats.org/presentationml/2006/main">
  <p:tag name="PROBLEMREMARKTITLE" val="ProblemRemarkBoardTitle"/>
</p:tagLst>
</file>

<file path=ppt/tags/tag1452.xml><?xml version="1.0" encoding="utf-8"?>
<p:tagLst xmlns:p="http://schemas.openxmlformats.org/presentationml/2006/main">
  <p:tag name="PROBLEMREMARKTITLE" val="ProblemRemarkBoardTitle"/>
</p:tagLst>
</file>

<file path=ppt/tags/tag1453.xml><?xml version="1.0" encoding="utf-8"?>
<p:tagLst xmlns:p="http://schemas.openxmlformats.org/presentationml/2006/main">
  <p:tag name="RAINPROBLEM" val="ProblemSetting"/>
  <p:tag name="RAINPROBLEMTYPE" val="MultipleChoice"/>
</p:tagLst>
</file>

<file path=ppt/tags/tag1454.xml><?xml version="1.0" encoding="utf-8"?>
<p:tagLst xmlns:p="http://schemas.openxmlformats.org/presentationml/2006/main">
  <p:tag name="PROBLEMREMARKTITLE" val="ProblemRemarkBoardTip"/>
</p:tagLst>
</file>

<file path=ppt/tags/tag1455.xml><?xml version="1.0" encoding="utf-8"?>
<p:tagLst xmlns:p="http://schemas.openxmlformats.org/presentationml/2006/main">
  <p:tag name="RAINPROBLEM" val="ProblemRemark"/>
</p:tagLst>
</file>

<file path=ppt/tags/tag1456.xml><?xml version="1.0" encoding="utf-8"?>
<p:tagLst xmlns:p="http://schemas.openxmlformats.org/presentationml/2006/main">
  <p:tag name="RAINPROBLEM" val="ProblemRemark"/>
</p:tagLst>
</file>

<file path=ppt/tags/tag1457.xml><?xml version="1.0" encoding="utf-8"?>
<p:tagLst xmlns:p="http://schemas.openxmlformats.org/presentationml/2006/main">
  <p:tag name="RAINPROBLEM" val="ProblemSubmit"/>
  <p:tag name="RAINPROBLEMTYPE" val="MultipleChoice"/>
</p:tagLst>
</file>

<file path=ppt/tags/tag1458.xml><?xml version="1.0" encoding="utf-8"?>
<p:tagLst xmlns:p="http://schemas.openxmlformats.org/presentationml/2006/main">
  <p:tag name="RAINPROBLEM" val="MultipleChoice"/>
  <p:tag name="PROBLEMHASREMARK" val="True"/>
</p:tagLst>
</file>

<file path=ppt/tags/tag1459.xml><?xml version="1.0" encoding="utf-8"?>
<p:tagLst xmlns:p="http://schemas.openxmlformats.org/presentationml/2006/main">
  <p:tag name="RAINPROBLEM" val="ProblemRemarkBoard"/>
</p:tagLst>
</file>

<file path=ppt/tags/tag1460.xml><?xml version="1.0" encoding="utf-8"?>
<p:tagLst xmlns:p="http://schemas.openxmlformats.org/presentationml/2006/main">
  <p:tag name="RAINPROBLEMTYPE" val="ProblemTypeMarker"/>
</p:tagLst>
</file>

<file path=ppt/tags/tag1461.xml><?xml version="1.0" encoding="utf-8"?>
<p:tagLst xmlns:p="http://schemas.openxmlformats.org/presentationml/2006/main">
  <p:tag name="RAINPROBLEMTYPE" val="ProblemTypeMarker"/>
</p:tagLst>
</file>

<file path=ppt/tags/tag1462.xml><?xml version="1.0" encoding="utf-8"?>
<p:tagLst xmlns:p="http://schemas.openxmlformats.org/presentationml/2006/main">
  <p:tag name="RAINPROBLEMTYPE" val="ProblemTypeMarker"/>
</p:tagLst>
</file>

<file path=ppt/tags/tag1463.xml><?xml version="1.0" encoding="utf-8"?>
<p:tagLst xmlns:p="http://schemas.openxmlformats.org/presentationml/2006/main">
  <p:tag name="RAINPROBLEMTYPE" val="ProblemTypeMarker"/>
</p:tagLst>
</file>

<file path=ppt/tags/tag1464.xml><?xml version="1.0" encoding="utf-8"?>
<p:tagLst xmlns:p="http://schemas.openxmlformats.org/presentationml/2006/main">
  <p:tag name="RAINPROBLEMTYPE" val="ProblemTypeMarker"/>
</p:tagLst>
</file>

<file path=ppt/tags/tag1465.xml><?xml version="1.0" encoding="utf-8"?>
<p:tagLst xmlns:p="http://schemas.openxmlformats.org/presentationml/2006/main">
  <p:tag name="RAINPROBLEM" val="ProblemBody"/>
</p:tagLst>
</file>

<file path=ppt/tags/tag1466.xml><?xml version="1.0" encoding="utf-8"?>
<p:tagLst xmlns:p="http://schemas.openxmlformats.org/presentationml/2006/main">
  <p:tag name="RAINPROBLEM" val="ProblemItem"/>
</p:tagLst>
</file>

<file path=ppt/tags/tag14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68.xml><?xml version="1.0" encoding="utf-8"?>
<p:tagLst xmlns:p="http://schemas.openxmlformats.org/presentationml/2006/main">
  <p:tag name="RAINPROBLEM" val="ProblemItem"/>
</p:tagLst>
</file>

<file path=ppt/tags/tag14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70.xml><?xml version="1.0" encoding="utf-8"?>
<p:tagLst xmlns:p="http://schemas.openxmlformats.org/presentationml/2006/main">
  <p:tag name="RAINPROBLEM" val="ProblemItem"/>
</p:tagLst>
</file>

<file path=ppt/tags/tag147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72.xml><?xml version="1.0" encoding="utf-8"?>
<p:tagLst xmlns:p="http://schemas.openxmlformats.org/presentationml/2006/main">
  <p:tag name="RAINPROBLEM" val="ProblemItem"/>
</p:tagLst>
</file>

<file path=ppt/tags/tag14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74.xml><?xml version="1.0" encoding="utf-8"?>
<p:tagLst xmlns:p="http://schemas.openxmlformats.org/presentationml/2006/main">
  <p:tag name="PROBLEMREMARKTITLE" val="ProblemRemarkBoardTitle"/>
</p:tagLst>
</file>

<file path=ppt/tags/tag1475.xml><?xml version="1.0" encoding="utf-8"?>
<p:tagLst xmlns:p="http://schemas.openxmlformats.org/presentationml/2006/main">
  <p:tag name="PROBLEMREMARKTITLE" val="ProblemRemarkBoardTitle"/>
</p:tagLst>
</file>

<file path=ppt/tags/tag1476.xml><?xml version="1.0" encoding="utf-8"?>
<p:tagLst xmlns:p="http://schemas.openxmlformats.org/presentationml/2006/main">
  <p:tag name="PROBLEMREMARKTITLE" val="ProblemRemarkBoardTitle"/>
</p:tagLst>
</file>

<file path=ppt/tags/tag1477.xml><?xml version="1.0" encoding="utf-8"?>
<p:tagLst xmlns:p="http://schemas.openxmlformats.org/presentationml/2006/main">
  <p:tag name="PROBLEMREMARKTITLE" val="ProblemRemarkBoardTitle"/>
</p:tagLst>
</file>

<file path=ppt/tags/tag1478.xml><?xml version="1.0" encoding="utf-8"?>
<p:tagLst xmlns:p="http://schemas.openxmlformats.org/presentationml/2006/main">
  <p:tag name="RAINPROBLEM" val="ProblemSetting"/>
  <p:tag name="RAINPROBLEMTYPE" val="MultipleChoice"/>
</p:tagLst>
</file>

<file path=ppt/tags/tag1479.xml><?xml version="1.0" encoding="utf-8"?>
<p:tagLst xmlns:p="http://schemas.openxmlformats.org/presentationml/2006/main">
  <p:tag name="PROBLEMREMARKTITLE" val="ProblemRemarkBoardTip"/>
</p:tagLst>
</file>

<file path=ppt/tags/tag1480.xml><?xml version="1.0" encoding="utf-8"?>
<p:tagLst xmlns:p="http://schemas.openxmlformats.org/presentationml/2006/main">
  <p:tag name="RAINPROBLEM" val="ProblemRemark"/>
</p:tagLst>
</file>

<file path=ppt/tags/tag1481.xml><?xml version="1.0" encoding="utf-8"?>
<p:tagLst xmlns:p="http://schemas.openxmlformats.org/presentationml/2006/main">
  <p:tag name="RAINPROBLEM" val="ProblemRemark"/>
</p:tagLst>
</file>

<file path=ppt/tags/tag1482.xml><?xml version="1.0" encoding="utf-8"?>
<p:tagLst xmlns:p="http://schemas.openxmlformats.org/presentationml/2006/main">
  <p:tag name="RAINPROBLEM" val="ProblemSubmit"/>
  <p:tag name="RAINPROBLEMTYPE" val="MultipleChoice"/>
</p:tagLst>
</file>

<file path=ppt/tags/tag1483.xml><?xml version="1.0" encoding="utf-8"?>
<p:tagLst xmlns:p="http://schemas.openxmlformats.org/presentationml/2006/main">
  <p:tag name="RAINPROBLEM" val="MultipleChoice"/>
  <p:tag name="PROBLEMHASREMARK" val="True"/>
</p:tagLst>
</file>

<file path=ppt/tags/tag1484.xml><?xml version="1.0" encoding="utf-8"?>
<p:tagLst xmlns:p="http://schemas.openxmlformats.org/presentationml/2006/main">
  <p:tag name="RAINPROBLEM" val="ProblemRemarkBoard"/>
</p:tagLst>
</file>

<file path=ppt/tags/tag1485.xml><?xml version="1.0" encoding="utf-8"?>
<p:tagLst xmlns:p="http://schemas.openxmlformats.org/presentationml/2006/main">
  <p:tag name="RAINPROBLEMTYPE" val="ProblemTypeMarker"/>
</p:tagLst>
</file>

<file path=ppt/tags/tag1486.xml><?xml version="1.0" encoding="utf-8"?>
<p:tagLst xmlns:p="http://schemas.openxmlformats.org/presentationml/2006/main">
  <p:tag name="RAINPROBLEMTYPE" val="ProblemTypeMarker"/>
</p:tagLst>
</file>

<file path=ppt/tags/tag1487.xml><?xml version="1.0" encoding="utf-8"?>
<p:tagLst xmlns:p="http://schemas.openxmlformats.org/presentationml/2006/main">
  <p:tag name="RAINPROBLEMTYPE" val="ProblemTypeMarker"/>
</p:tagLst>
</file>

<file path=ppt/tags/tag1488.xml><?xml version="1.0" encoding="utf-8"?>
<p:tagLst xmlns:p="http://schemas.openxmlformats.org/presentationml/2006/main">
  <p:tag name="RAINPROBLEMTYPE" val="ProblemTypeMarker"/>
</p:tagLst>
</file>

<file path=ppt/tags/tag1489.xml><?xml version="1.0" encoding="utf-8"?>
<p:tagLst xmlns:p="http://schemas.openxmlformats.org/presentationml/2006/main">
  <p:tag name="RAINPROBLEMTYPE" val="ProblemTypeMarker"/>
</p:tagLst>
</file>

<file path=ppt/tags/tag1490.xml><?xml version="1.0" encoding="utf-8"?>
<p:tagLst xmlns:p="http://schemas.openxmlformats.org/presentationml/2006/main">
  <p:tag name="RAINPROBLEM" val="ProblemBody"/>
</p:tagLst>
</file>

<file path=ppt/tags/tag1491.xml><?xml version="1.0" encoding="utf-8"?>
<p:tagLst xmlns:p="http://schemas.openxmlformats.org/presentationml/2006/main">
  <p:tag name="RAINPROBLEM" val="ProblemItem"/>
</p:tagLst>
</file>

<file path=ppt/tags/tag14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93.xml><?xml version="1.0" encoding="utf-8"?>
<p:tagLst xmlns:p="http://schemas.openxmlformats.org/presentationml/2006/main">
  <p:tag name="RAINPROBLEM" val="ProblemItem"/>
</p:tagLst>
</file>

<file path=ppt/tags/tag14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95.xml><?xml version="1.0" encoding="utf-8"?>
<p:tagLst xmlns:p="http://schemas.openxmlformats.org/presentationml/2006/main">
  <p:tag name="RAINPROBLEM" val="ProblemItem"/>
</p:tagLst>
</file>

<file path=ppt/tags/tag14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97.xml><?xml version="1.0" encoding="utf-8"?>
<p:tagLst xmlns:p="http://schemas.openxmlformats.org/presentationml/2006/main">
  <p:tag name="RAINPROBLEM" val="ProblemItem"/>
</p:tagLst>
</file>

<file path=ppt/tags/tag14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99.xml><?xml version="1.0" encoding="utf-8"?>
<p:tagLst xmlns:p="http://schemas.openxmlformats.org/presentationml/2006/main">
  <p:tag name="PROBLEMREMARKTITLE" val="ProblemRemarkBoardTitle"/>
</p:tagLst>
</file>

<file path=ppt/tags/tag1500.xml><?xml version="1.0" encoding="utf-8"?>
<p:tagLst xmlns:p="http://schemas.openxmlformats.org/presentationml/2006/main">
  <p:tag name="PROBLEMREMARKTITLE" val="ProblemRemarkBoardTitle"/>
</p:tagLst>
</file>

<file path=ppt/tags/tag1501.xml><?xml version="1.0" encoding="utf-8"?>
<p:tagLst xmlns:p="http://schemas.openxmlformats.org/presentationml/2006/main">
  <p:tag name="PROBLEMREMARKTITLE" val="ProblemRemarkBoardTitle"/>
</p:tagLst>
</file>

<file path=ppt/tags/tag1502.xml><?xml version="1.0" encoding="utf-8"?>
<p:tagLst xmlns:p="http://schemas.openxmlformats.org/presentationml/2006/main">
  <p:tag name="PROBLEMREMARKTITLE" val="ProblemRemarkBoardTitle"/>
</p:tagLst>
</file>

<file path=ppt/tags/tag1503.xml><?xml version="1.0" encoding="utf-8"?>
<p:tagLst xmlns:p="http://schemas.openxmlformats.org/presentationml/2006/main">
  <p:tag name="RAINPROBLEM" val="ProblemSetting"/>
  <p:tag name="RAINPROBLEMTYPE" val="MultipleChoice"/>
</p:tagLst>
</file>

<file path=ppt/tags/tag1504.xml><?xml version="1.0" encoding="utf-8"?>
<p:tagLst xmlns:p="http://schemas.openxmlformats.org/presentationml/2006/main">
  <p:tag name="PROBLEMREMARKTITLE" val="ProblemRemarkBoardTip"/>
</p:tagLst>
</file>

<file path=ppt/tags/tag1505.xml><?xml version="1.0" encoding="utf-8"?>
<p:tagLst xmlns:p="http://schemas.openxmlformats.org/presentationml/2006/main">
  <p:tag name="RAINPROBLEM" val="ProblemRemark"/>
</p:tagLst>
</file>

<file path=ppt/tags/tag1506.xml><?xml version="1.0" encoding="utf-8"?>
<p:tagLst xmlns:p="http://schemas.openxmlformats.org/presentationml/2006/main">
  <p:tag name="RAINPROBLEM" val="ProblemRemark"/>
</p:tagLst>
</file>

<file path=ppt/tags/tag1507.xml><?xml version="1.0" encoding="utf-8"?>
<p:tagLst xmlns:p="http://schemas.openxmlformats.org/presentationml/2006/main">
  <p:tag name="RAINPROBLEM" val="ProblemSubmit"/>
  <p:tag name="RAINPROBLEMTYPE" val="MultipleChoice"/>
</p:tagLst>
</file>

<file path=ppt/tags/tag1508.xml><?xml version="1.0" encoding="utf-8"?>
<p:tagLst xmlns:p="http://schemas.openxmlformats.org/presentationml/2006/main">
  <p:tag name="RAINPROBLEM" val="MultipleChoice"/>
  <p:tag name="PROBLEMHASREMARK" val="True"/>
</p:tagLst>
</file>

<file path=ppt/tags/tag1509.xml><?xml version="1.0" encoding="utf-8"?>
<p:tagLst xmlns:p="http://schemas.openxmlformats.org/presentationml/2006/main">
  <p:tag name="RAINPROBLEM" val="ProblemRemarkBoard"/>
</p:tagLst>
</file>

<file path=ppt/tags/tag1510.xml><?xml version="1.0" encoding="utf-8"?>
<p:tagLst xmlns:p="http://schemas.openxmlformats.org/presentationml/2006/main">
  <p:tag name="RAINPROBLEMTYPE" val="ProblemTypeMarker"/>
</p:tagLst>
</file>

<file path=ppt/tags/tag1511.xml><?xml version="1.0" encoding="utf-8"?>
<p:tagLst xmlns:p="http://schemas.openxmlformats.org/presentationml/2006/main">
  <p:tag name="RAINPROBLEMTYPE" val="ProblemTypeMarker"/>
</p:tagLst>
</file>

<file path=ppt/tags/tag1512.xml><?xml version="1.0" encoding="utf-8"?>
<p:tagLst xmlns:p="http://schemas.openxmlformats.org/presentationml/2006/main">
  <p:tag name="RAINPROBLEMTYPE" val="ProblemTypeMarker"/>
</p:tagLst>
</file>

<file path=ppt/tags/tag1513.xml><?xml version="1.0" encoding="utf-8"?>
<p:tagLst xmlns:p="http://schemas.openxmlformats.org/presentationml/2006/main">
  <p:tag name="RAINPROBLEMTYPE" val="ProblemTypeMarker"/>
</p:tagLst>
</file>

<file path=ppt/tags/tag1514.xml><?xml version="1.0" encoding="utf-8"?>
<p:tagLst xmlns:p="http://schemas.openxmlformats.org/presentationml/2006/main">
  <p:tag name="RAINPROBLEMTYPE" val="ProblemTypeMarker"/>
</p:tagLst>
</file>

<file path=ppt/tags/tag1515.xml><?xml version="1.0" encoding="utf-8"?>
<p:tagLst xmlns:p="http://schemas.openxmlformats.org/presentationml/2006/main">
  <p:tag name="RAINPROBLEM" val="ProblemBody"/>
</p:tagLst>
</file>

<file path=ppt/tags/tag1516.xml><?xml version="1.0" encoding="utf-8"?>
<p:tagLst xmlns:p="http://schemas.openxmlformats.org/presentationml/2006/main">
  <p:tag name="RAINPROBLEM" val="ProblemItem"/>
</p:tagLst>
</file>

<file path=ppt/tags/tag15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18.xml><?xml version="1.0" encoding="utf-8"?>
<p:tagLst xmlns:p="http://schemas.openxmlformats.org/presentationml/2006/main">
  <p:tag name="RAINPROBLEM" val="ProblemItem"/>
</p:tagLst>
</file>

<file path=ppt/tags/tag15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20.xml><?xml version="1.0" encoding="utf-8"?>
<p:tagLst xmlns:p="http://schemas.openxmlformats.org/presentationml/2006/main">
  <p:tag name="RAINPROBLEM" val="ProblemItem"/>
</p:tagLst>
</file>

<file path=ppt/tags/tag15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22.xml><?xml version="1.0" encoding="utf-8"?>
<p:tagLst xmlns:p="http://schemas.openxmlformats.org/presentationml/2006/main">
  <p:tag name="RAINPROBLEM" val="ProblemItem"/>
</p:tagLst>
</file>

<file path=ppt/tags/tag15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24.xml><?xml version="1.0" encoding="utf-8"?>
<p:tagLst xmlns:p="http://schemas.openxmlformats.org/presentationml/2006/main">
  <p:tag name="PROBLEMREMARKTITLE" val="ProblemRemarkBoardTitle"/>
</p:tagLst>
</file>

<file path=ppt/tags/tag1525.xml><?xml version="1.0" encoding="utf-8"?>
<p:tagLst xmlns:p="http://schemas.openxmlformats.org/presentationml/2006/main">
  <p:tag name="PROBLEMREMARKTITLE" val="ProblemRemarkBoardTitle"/>
</p:tagLst>
</file>

<file path=ppt/tags/tag1526.xml><?xml version="1.0" encoding="utf-8"?>
<p:tagLst xmlns:p="http://schemas.openxmlformats.org/presentationml/2006/main">
  <p:tag name="PROBLEMREMARKTITLE" val="ProblemRemarkBoardTitle"/>
</p:tagLst>
</file>

<file path=ppt/tags/tag1527.xml><?xml version="1.0" encoding="utf-8"?>
<p:tagLst xmlns:p="http://schemas.openxmlformats.org/presentationml/2006/main">
  <p:tag name="PROBLEMREMARKTITLE" val="ProblemRemarkBoardTitle"/>
</p:tagLst>
</file>

<file path=ppt/tags/tag1528.xml><?xml version="1.0" encoding="utf-8"?>
<p:tagLst xmlns:p="http://schemas.openxmlformats.org/presentationml/2006/main">
  <p:tag name="RAINPROBLEM" val="ProblemSetting"/>
  <p:tag name="RAINPROBLEMTYPE" val="MultipleChoice"/>
</p:tagLst>
</file>

<file path=ppt/tags/tag1529.xml><?xml version="1.0" encoding="utf-8"?>
<p:tagLst xmlns:p="http://schemas.openxmlformats.org/presentationml/2006/main">
  <p:tag name="PROBLEMREMARKTITLE" val="ProblemRemarkBoardTip"/>
</p:tagLst>
</file>

<file path=ppt/tags/tag1530.xml><?xml version="1.0" encoding="utf-8"?>
<p:tagLst xmlns:p="http://schemas.openxmlformats.org/presentationml/2006/main">
  <p:tag name="RAINPROBLEM" val="ProblemRemark"/>
</p:tagLst>
</file>

<file path=ppt/tags/tag1531.xml><?xml version="1.0" encoding="utf-8"?>
<p:tagLst xmlns:p="http://schemas.openxmlformats.org/presentationml/2006/main">
  <p:tag name="RAINPROBLEM" val="ProblemRemark"/>
</p:tagLst>
</file>

<file path=ppt/tags/tag1532.xml><?xml version="1.0" encoding="utf-8"?>
<p:tagLst xmlns:p="http://schemas.openxmlformats.org/presentationml/2006/main">
  <p:tag name="RAINPROBLEM" val="ProblemSubmit"/>
  <p:tag name="RAINPROBLEMTYPE" val="MultipleChoice"/>
</p:tagLst>
</file>

<file path=ppt/tags/tag1533.xml><?xml version="1.0" encoding="utf-8"?>
<p:tagLst xmlns:p="http://schemas.openxmlformats.org/presentationml/2006/main">
  <p:tag name="RAINPROBLEM" val="MultipleChoice"/>
  <p:tag name="PROBLEMHASREMARK" val="True"/>
</p:tagLst>
</file>

<file path=ppt/tags/tag1534.xml><?xml version="1.0" encoding="utf-8"?>
<p:tagLst xmlns:p="http://schemas.openxmlformats.org/presentationml/2006/main">
  <p:tag name="RAINPROBLEM" val="ProblemRemarkBoard"/>
</p:tagLst>
</file>

<file path=ppt/tags/tag1535.xml><?xml version="1.0" encoding="utf-8"?>
<p:tagLst xmlns:p="http://schemas.openxmlformats.org/presentationml/2006/main">
  <p:tag name="RAINPROBLEMTYPE" val="ProblemTypeMarker"/>
</p:tagLst>
</file>

<file path=ppt/tags/tag1536.xml><?xml version="1.0" encoding="utf-8"?>
<p:tagLst xmlns:p="http://schemas.openxmlformats.org/presentationml/2006/main">
  <p:tag name="RAINPROBLEMTYPE" val="ProblemTypeMarker"/>
</p:tagLst>
</file>

<file path=ppt/tags/tag1537.xml><?xml version="1.0" encoding="utf-8"?>
<p:tagLst xmlns:p="http://schemas.openxmlformats.org/presentationml/2006/main">
  <p:tag name="RAINPROBLEMTYPE" val="ProblemTypeMarker"/>
</p:tagLst>
</file>

<file path=ppt/tags/tag1538.xml><?xml version="1.0" encoding="utf-8"?>
<p:tagLst xmlns:p="http://schemas.openxmlformats.org/presentationml/2006/main">
  <p:tag name="RAINPROBLEMTYPE" val="ProblemTypeMarker"/>
</p:tagLst>
</file>

<file path=ppt/tags/tag1539.xml><?xml version="1.0" encoding="utf-8"?>
<p:tagLst xmlns:p="http://schemas.openxmlformats.org/presentationml/2006/main">
  <p:tag name="RAINPROBLEMTYPE" val="ProblemTypeMarker"/>
</p:tagLst>
</file>

<file path=ppt/tags/tag1540.xml><?xml version="1.0" encoding="utf-8"?>
<p:tagLst xmlns:p="http://schemas.openxmlformats.org/presentationml/2006/main">
  <p:tag name="RAINPROBLEM" val="ProblemBody"/>
</p:tagLst>
</file>

<file path=ppt/tags/tag1541.xml><?xml version="1.0" encoding="utf-8"?>
<p:tagLst xmlns:p="http://schemas.openxmlformats.org/presentationml/2006/main">
  <p:tag name="RAINPROBLEM" val="ProblemItem"/>
</p:tagLst>
</file>

<file path=ppt/tags/tag15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43.xml><?xml version="1.0" encoding="utf-8"?>
<p:tagLst xmlns:p="http://schemas.openxmlformats.org/presentationml/2006/main">
  <p:tag name="RAINPROBLEM" val="ProblemItem"/>
</p:tagLst>
</file>

<file path=ppt/tags/tag15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45.xml><?xml version="1.0" encoding="utf-8"?>
<p:tagLst xmlns:p="http://schemas.openxmlformats.org/presentationml/2006/main">
  <p:tag name="RAINPROBLEM" val="ProblemItem"/>
</p:tagLst>
</file>

<file path=ppt/tags/tag15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47.xml><?xml version="1.0" encoding="utf-8"?>
<p:tagLst xmlns:p="http://schemas.openxmlformats.org/presentationml/2006/main">
  <p:tag name="RAINPROBLEM" val="ProblemItem"/>
</p:tagLst>
</file>

<file path=ppt/tags/tag15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49.xml><?xml version="1.0" encoding="utf-8"?>
<p:tagLst xmlns:p="http://schemas.openxmlformats.org/presentationml/2006/main">
  <p:tag name="PROBLEMREMARKTITLE" val="ProblemRemarkBoardTitle"/>
</p:tagLst>
</file>

<file path=ppt/tags/tag1550.xml><?xml version="1.0" encoding="utf-8"?>
<p:tagLst xmlns:p="http://schemas.openxmlformats.org/presentationml/2006/main">
  <p:tag name="PROBLEMREMARKTITLE" val="ProblemRemarkBoardTitle"/>
</p:tagLst>
</file>

<file path=ppt/tags/tag1551.xml><?xml version="1.0" encoding="utf-8"?>
<p:tagLst xmlns:p="http://schemas.openxmlformats.org/presentationml/2006/main">
  <p:tag name="PROBLEMREMARKTITLE" val="ProblemRemarkBoardTitle"/>
</p:tagLst>
</file>

<file path=ppt/tags/tag1552.xml><?xml version="1.0" encoding="utf-8"?>
<p:tagLst xmlns:p="http://schemas.openxmlformats.org/presentationml/2006/main">
  <p:tag name="PROBLEMREMARKTITLE" val="ProblemRemarkBoardTitle"/>
</p:tagLst>
</file>

<file path=ppt/tags/tag1553.xml><?xml version="1.0" encoding="utf-8"?>
<p:tagLst xmlns:p="http://schemas.openxmlformats.org/presentationml/2006/main">
  <p:tag name="RAINPROBLEM" val="ProblemSetting"/>
  <p:tag name="RAINPROBLEMTYPE" val="MultipleChoice"/>
</p:tagLst>
</file>

<file path=ppt/tags/tag1554.xml><?xml version="1.0" encoding="utf-8"?>
<p:tagLst xmlns:p="http://schemas.openxmlformats.org/presentationml/2006/main">
  <p:tag name="PROBLEMREMARKTITLE" val="ProblemRemarkBoardTip"/>
</p:tagLst>
</file>

<file path=ppt/tags/tag1555.xml><?xml version="1.0" encoding="utf-8"?>
<p:tagLst xmlns:p="http://schemas.openxmlformats.org/presentationml/2006/main">
  <p:tag name="RAINPROBLEM" val="ProblemRemark"/>
</p:tagLst>
</file>

<file path=ppt/tags/tag1556.xml><?xml version="1.0" encoding="utf-8"?>
<p:tagLst xmlns:p="http://schemas.openxmlformats.org/presentationml/2006/main">
  <p:tag name="RAINPROBLEM" val="ProblemRemark"/>
</p:tagLst>
</file>

<file path=ppt/tags/tag1557.xml><?xml version="1.0" encoding="utf-8"?>
<p:tagLst xmlns:p="http://schemas.openxmlformats.org/presentationml/2006/main">
  <p:tag name="RAINPROBLEM" val="ProblemSubmit"/>
  <p:tag name="RAINPROBLEMTYPE" val="MultipleChoice"/>
</p:tagLst>
</file>

<file path=ppt/tags/tag1558.xml><?xml version="1.0" encoding="utf-8"?>
<p:tagLst xmlns:p="http://schemas.openxmlformats.org/presentationml/2006/main">
  <p:tag name="RAINPROBLEM" val="MultipleChoice"/>
  <p:tag name="PROBLEMHASREMARK" val="True"/>
</p:tagLst>
</file>

<file path=ppt/tags/tag1559.xml><?xml version="1.0" encoding="utf-8"?>
<p:tagLst xmlns:p="http://schemas.openxmlformats.org/presentationml/2006/main">
  <p:tag name="RAINPROBLEM" val="ProblemRemarkBoard"/>
</p:tagLst>
</file>

<file path=ppt/tags/tag1560.xml><?xml version="1.0" encoding="utf-8"?>
<p:tagLst xmlns:p="http://schemas.openxmlformats.org/presentationml/2006/main">
  <p:tag name="RAINPROBLEMTYPE" val="ProblemTypeMarker"/>
</p:tagLst>
</file>

<file path=ppt/tags/tag1561.xml><?xml version="1.0" encoding="utf-8"?>
<p:tagLst xmlns:p="http://schemas.openxmlformats.org/presentationml/2006/main">
  <p:tag name="RAINPROBLEMTYPE" val="ProblemTypeMarker"/>
</p:tagLst>
</file>

<file path=ppt/tags/tag1562.xml><?xml version="1.0" encoding="utf-8"?>
<p:tagLst xmlns:p="http://schemas.openxmlformats.org/presentationml/2006/main">
  <p:tag name="RAINPROBLEMTYPE" val="ProblemTypeMarker"/>
</p:tagLst>
</file>

<file path=ppt/tags/tag1563.xml><?xml version="1.0" encoding="utf-8"?>
<p:tagLst xmlns:p="http://schemas.openxmlformats.org/presentationml/2006/main">
  <p:tag name="RAINPROBLEMTYPE" val="ProblemTypeMarker"/>
</p:tagLst>
</file>

<file path=ppt/tags/tag1564.xml><?xml version="1.0" encoding="utf-8"?>
<p:tagLst xmlns:p="http://schemas.openxmlformats.org/presentationml/2006/main">
  <p:tag name="RAINPROBLEMTYPE" val="ProblemTypeMarker"/>
</p:tagLst>
</file>

<file path=ppt/tags/tag1565.xml><?xml version="1.0" encoding="utf-8"?>
<p:tagLst xmlns:p="http://schemas.openxmlformats.org/presentationml/2006/main">
  <p:tag name="RAINPROBLEM" val="ProblemBody"/>
</p:tagLst>
</file>

<file path=ppt/tags/tag1566.xml><?xml version="1.0" encoding="utf-8"?>
<p:tagLst xmlns:p="http://schemas.openxmlformats.org/presentationml/2006/main">
  <p:tag name="RAINPROBLEM" val="ProblemItem"/>
</p:tagLst>
</file>

<file path=ppt/tags/tag15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68.xml><?xml version="1.0" encoding="utf-8"?>
<p:tagLst xmlns:p="http://schemas.openxmlformats.org/presentationml/2006/main">
  <p:tag name="RAINPROBLEM" val="ProblemItem"/>
</p:tagLst>
</file>

<file path=ppt/tags/tag15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70.xml><?xml version="1.0" encoding="utf-8"?>
<p:tagLst xmlns:p="http://schemas.openxmlformats.org/presentationml/2006/main">
  <p:tag name="RAINPROBLEM" val="ProblemItem"/>
</p:tagLst>
</file>

<file path=ppt/tags/tag15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72.xml><?xml version="1.0" encoding="utf-8"?>
<p:tagLst xmlns:p="http://schemas.openxmlformats.org/presentationml/2006/main">
  <p:tag name="RAINPROBLEM" val="ProblemItem"/>
</p:tagLst>
</file>

<file path=ppt/tags/tag15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74.xml><?xml version="1.0" encoding="utf-8"?>
<p:tagLst xmlns:p="http://schemas.openxmlformats.org/presentationml/2006/main">
  <p:tag name="PROBLEMREMARKTITLE" val="ProblemRemarkBoardTitle"/>
</p:tagLst>
</file>

<file path=ppt/tags/tag1575.xml><?xml version="1.0" encoding="utf-8"?>
<p:tagLst xmlns:p="http://schemas.openxmlformats.org/presentationml/2006/main">
  <p:tag name="PROBLEMREMARKTITLE" val="ProblemRemarkBoardTitle"/>
</p:tagLst>
</file>

<file path=ppt/tags/tag1576.xml><?xml version="1.0" encoding="utf-8"?>
<p:tagLst xmlns:p="http://schemas.openxmlformats.org/presentationml/2006/main">
  <p:tag name="PROBLEMREMARKTITLE" val="ProblemRemarkBoardTitle"/>
</p:tagLst>
</file>

<file path=ppt/tags/tag1577.xml><?xml version="1.0" encoding="utf-8"?>
<p:tagLst xmlns:p="http://schemas.openxmlformats.org/presentationml/2006/main">
  <p:tag name="PROBLEMREMARKTITLE" val="ProblemRemarkBoardTitle"/>
</p:tagLst>
</file>

<file path=ppt/tags/tag1578.xml><?xml version="1.0" encoding="utf-8"?>
<p:tagLst xmlns:p="http://schemas.openxmlformats.org/presentationml/2006/main">
  <p:tag name="RAINPROBLEM" val="ProblemSetting"/>
  <p:tag name="RAINPROBLEMTYPE" val="MultipleChoice"/>
</p:tagLst>
</file>

<file path=ppt/tags/tag1579.xml><?xml version="1.0" encoding="utf-8"?>
<p:tagLst xmlns:p="http://schemas.openxmlformats.org/presentationml/2006/main">
  <p:tag name="PROBLEMREMARKTITLE" val="ProblemRemarkBoardTip"/>
</p:tagLst>
</file>

<file path=ppt/tags/tag1580.xml><?xml version="1.0" encoding="utf-8"?>
<p:tagLst xmlns:p="http://schemas.openxmlformats.org/presentationml/2006/main">
  <p:tag name="RAINPROBLEM" val="ProblemRemark"/>
</p:tagLst>
</file>

<file path=ppt/tags/tag1581.xml><?xml version="1.0" encoding="utf-8"?>
<p:tagLst xmlns:p="http://schemas.openxmlformats.org/presentationml/2006/main">
  <p:tag name="RAINPROBLEM" val="ProblemRemark"/>
</p:tagLst>
</file>

<file path=ppt/tags/tag1582.xml><?xml version="1.0" encoding="utf-8"?>
<p:tagLst xmlns:p="http://schemas.openxmlformats.org/presentationml/2006/main">
  <p:tag name="RAINPROBLEM" val="ProblemSubmit"/>
  <p:tag name="RAINPROBLEMTYPE" val="MultipleChoice"/>
</p:tagLst>
</file>

<file path=ppt/tags/tag1583.xml><?xml version="1.0" encoding="utf-8"?>
<p:tagLst xmlns:p="http://schemas.openxmlformats.org/presentationml/2006/main">
  <p:tag name="RAINPROBLEM" val="MultipleChoice"/>
  <p:tag name="PROBLEMHASREMARK" val="True"/>
</p:tagLst>
</file>

<file path=ppt/tags/tag1584.xml><?xml version="1.0" encoding="utf-8"?>
<p:tagLst xmlns:p="http://schemas.openxmlformats.org/presentationml/2006/main">
  <p:tag name="RAINPROBLEM" val="ProblemRemarkBoard"/>
</p:tagLst>
</file>

<file path=ppt/tags/tag1585.xml><?xml version="1.0" encoding="utf-8"?>
<p:tagLst xmlns:p="http://schemas.openxmlformats.org/presentationml/2006/main">
  <p:tag name="RAINPROBLEMTYPE" val="ProblemTypeMarker"/>
</p:tagLst>
</file>

<file path=ppt/tags/tag1586.xml><?xml version="1.0" encoding="utf-8"?>
<p:tagLst xmlns:p="http://schemas.openxmlformats.org/presentationml/2006/main">
  <p:tag name="RAINPROBLEMTYPE" val="ProblemTypeMarker"/>
</p:tagLst>
</file>

<file path=ppt/tags/tag1587.xml><?xml version="1.0" encoding="utf-8"?>
<p:tagLst xmlns:p="http://schemas.openxmlformats.org/presentationml/2006/main">
  <p:tag name="RAINPROBLEMTYPE" val="ProblemTypeMarker"/>
</p:tagLst>
</file>

<file path=ppt/tags/tag1588.xml><?xml version="1.0" encoding="utf-8"?>
<p:tagLst xmlns:p="http://schemas.openxmlformats.org/presentationml/2006/main">
  <p:tag name="RAINPROBLEMTYPE" val="ProblemTypeMarker"/>
</p:tagLst>
</file>

<file path=ppt/tags/tag1589.xml><?xml version="1.0" encoding="utf-8"?>
<p:tagLst xmlns:p="http://schemas.openxmlformats.org/presentationml/2006/main">
  <p:tag name="RAINPROBLEMTYPE" val="ProblemTypeMarker"/>
</p:tagLst>
</file>

<file path=ppt/tags/tag1590.xml><?xml version="1.0" encoding="utf-8"?>
<p:tagLst xmlns:p="http://schemas.openxmlformats.org/presentationml/2006/main">
  <p:tag name="RAINPROBLEM" val="ProblemBody"/>
</p:tagLst>
</file>

<file path=ppt/tags/tag1591.xml><?xml version="1.0" encoding="utf-8"?>
<p:tagLst xmlns:p="http://schemas.openxmlformats.org/presentationml/2006/main">
  <p:tag name="RAINPROBLEM" val="ProblemItem"/>
</p:tagLst>
</file>

<file path=ppt/tags/tag15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93.xml><?xml version="1.0" encoding="utf-8"?>
<p:tagLst xmlns:p="http://schemas.openxmlformats.org/presentationml/2006/main">
  <p:tag name="RAINPROBLEM" val="ProblemItem"/>
</p:tagLst>
</file>

<file path=ppt/tags/tag15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95.xml><?xml version="1.0" encoding="utf-8"?>
<p:tagLst xmlns:p="http://schemas.openxmlformats.org/presentationml/2006/main">
  <p:tag name="RAINPROBLEM" val="ProblemItem"/>
</p:tagLst>
</file>

<file path=ppt/tags/tag15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97.xml><?xml version="1.0" encoding="utf-8"?>
<p:tagLst xmlns:p="http://schemas.openxmlformats.org/presentationml/2006/main">
  <p:tag name="RAINPROBLEM" val="ProblemItem"/>
</p:tagLst>
</file>

<file path=ppt/tags/tag15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99.xml><?xml version="1.0" encoding="utf-8"?>
<p:tagLst xmlns:p="http://schemas.openxmlformats.org/presentationml/2006/main">
  <p:tag name="PROBLEMREMARKTITLE" val="ProblemRemarkBoardTitle"/>
</p:tagLst>
</file>

<file path=ppt/tags/tag1600.xml><?xml version="1.0" encoding="utf-8"?>
<p:tagLst xmlns:p="http://schemas.openxmlformats.org/presentationml/2006/main">
  <p:tag name="PROBLEMREMARKTITLE" val="ProblemRemarkBoardTitle"/>
</p:tagLst>
</file>

<file path=ppt/tags/tag1601.xml><?xml version="1.0" encoding="utf-8"?>
<p:tagLst xmlns:p="http://schemas.openxmlformats.org/presentationml/2006/main">
  <p:tag name="PROBLEMREMARKTITLE" val="ProblemRemarkBoardTitle"/>
</p:tagLst>
</file>

<file path=ppt/tags/tag1602.xml><?xml version="1.0" encoding="utf-8"?>
<p:tagLst xmlns:p="http://schemas.openxmlformats.org/presentationml/2006/main">
  <p:tag name="PROBLEMREMARKTITLE" val="ProblemRemarkBoardTitle"/>
</p:tagLst>
</file>

<file path=ppt/tags/tag1603.xml><?xml version="1.0" encoding="utf-8"?>
<p:tagLst xmlns:p="http://schemas.openxmlformats.org/presentationml/2006/main">
  <p:tag name="RAINPROBLEM" val="ProblemSetting"/>
  <p:tag name="RAINPROBLEMTYPE" val="MultipleChoice"/>
</p:tagLst>
</file>

<file path=ppt/tags/tag1604.xml><?xml version="1.0" encoding="utf-8"?>
<p:tagLst xmlns:p="http://schemas.openxmlformats.org/presentationml/2006/main">
  <p:tag name="PROBLEMREMARKTITLE" val="ProblemRemarkBoardTip"/>
</p:tagLst>
</file>

<file path=ppt/tags/tag1605.xml><?xml version="1.0" encoding="utf-8"?>
<p:tagLst xmlns:p="http://schemas.openxmlformats.org/presentationml/2006/main">
  <p:tag name="RAINPROBLEM" val="ProblemRemark"/>
</p:tagLst>
</file>

<file path=ppt/tags/tag1606.xml><?xml version="1.0" encoding="utf-8"?>
<p:tagLst xmlns:p="http://schemas.openxmlformats.org/presentationml/2006/main">
  <p:tag name="RAINPROBLEM" val="ProblemRemark"/>
</p:tagLst>
</file>

<file path=ppt/tags/tag1607.xml><?xml version="1.0" encoding="utf-8"?>
<p:tagLst xmlns:p="http://schemas.openxmlformats.org/presentationml/2006/main">
  <p:tag name="RAINPROBLEM" val="ProblemSubmit"/>
  <p:tag name="RAINPROBLEMTYPE" val="MultipleChoice"/>
</p:tagLst>
</file>

<file path=ppt/tags/tag1608.xml><?xml version="1.0" encoding="utf-8"?>
<p:tagLst xmlns:p="http://schemas.openxmlformats.org/presentationml/2006/main">
  <p:tag name="RAINPROBLEM" val="MultipleChoice"/>
  <p:tag name="PROBLEMHASREMARK" val="True"/>
</p:tagLst>
</file>

<file path=ppt/tags/tag1609.xml><?xml version="1.0" encoding="utf-8"?>
<p:tagLst xmlns:p="http://schemas.openxmlformats.org/presentationml/2006/main">
  <p:tag name="RAINPROBLEM" val="ProblemRemarkBoard"/>
</p:tagLst>
</file>

<file path=ppt/tags/tag1610.xml><?xml version="1.0" encoding="utf-8"?>
<p:tagLst xmlns:p="http://schemas.openxmlformats.org/presentationml/2006/main">
  <p:tag name="RAINPROBLEMTYPE" val="ProblemTypeMarker"/>
</p:tagLst>
</file>

<file path=ppt/tags/tag1611.xml><?xml version="1.0" encoding="utf-8"?>
<p:tagLst xmlns:p="http://schemas.openxmlformats.org/presentationml/2006/main">
  <p:tag name="RAINPROBLEMTYPE" val="ProblemTypeMarker"/>
</p:tagLst>
</file>

<file path=ppt/tags/tag1612.xml><?xml version="1.0" encoding="utf-8"?>
<p:tagLst xmlns:p="http://schemas.openxmlformats.org/presentationml/2006/main">
  <p:tag name="RAINPROBLEMTYPE" val="ProblemTypeMarker"/>
</p:tagLst>
</file>

<file path=ppt/tags/tag1613.xml><?xml version="1.0" encoding="utf-8"?>
<p:tagLst xmlns:p="http://schemas.openxmlformats.org/presentationml/2006/main">
  <p:tag name="RAINPROBLEMTYPE" val="ProblemTypeMarker"/>
</p:tagLst>
</file>

<file path=ppt/tags/tag1614.xml><?xml version="1.0" encoding="utf-8"?>
<p:tagLst xmlns:p="http://schemas.openxmlformats.org/presentationml/2006/main">
  <p:tag name="RAINPROBLEMTYPE" val="ProblemTypeMarker"/>
</p:tagLst>
</file>

<file path=ppt/tags/tag1615.xml><?xml version="1.0" encoding="utf-8"?>
<p:tagLst xmlns:p="http://schemas.openxmlformats.org/presentationml/2006/main">
  <p:tag name="RAINPROBLEM" val="ProblemBody"/>
</p:tagLst>
</file>

<file path=ppt/tags/tag1616.xml><?xml version="1.0" encoding="utf-8"?>
<p:tagLst xmlns:p="http://schemas.openxmlformats.org/presentationml/2006/main">
  <p:tag name="RAINPROBLEM" val="ProblemItem"/>
</p:tagLst>
</file>

<file path=ppt/tags/tag16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18.xml><?xml version="1.0" encoding="utf-8"?>
<p:tagLst xmlns:p="http://schemas.openxmlformats.org/presentationml/2006/main">
  <p:tag name="RAINPROBLEM" val="ProblemItem"/>
</p:tagLst>
</file>

<file path=ppt/tags/tag16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20.xml><?xml version="1.0" encoding="utf-8"?>
<p:tagLst xmlns:p="http://schemas.openxmlformats.org/presentationml/2006/main">
  <p:tag name="RAINPROBLEM" val="ProblemItem"/>
</p:tagLst>
</file>

<file path=ppt/tags/tag16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22.xml><?xml version="1.0" encoding="utf-8"?>
<p:tagLst xmlns:p="http://schemas.openxmlformats.org/presentationml/2006/main">
  <p:tag name="RAINPROBLEM" val="ProblemItem"/>
</p:tagLst>
</file>

<file path=ppt/tags/tag162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624.xml><?xml version="1.0" encoding="utf-8"?>
<p:tagLst xmlns:p="http://schemas.openxmlformats.org/presentationml/2006/main">
  <p:tag name="PROBLEMREMARKTITLE" val="ProblemRemarkBoardTitle"/>
</p:tagLst>
</file>

<file path=ppt/tags/tag1625.xml><?xml version="1.0" encoding="utf-8"?>
<p:tagLst xmlns:p="http://schemas.openxmlformats.org/presentationml/2006/main">
  <p:tag name="PROBLEMREMARKTITLE" val="ProblemRemarkBoardTitle"/>
</p:tagLst>
</file>

<file path=ppt/tags/tag1626.xml><?xml version="1.0" encoding="utf-8"?>
<p:tagLst xmlns:p="http://schemas.openxmlformats.org/presentationml/2006/main">
  <p:tag name="PROBLEMREMARKTITLE" val="ProblemRemarkBoardTitle"/>
</p:tagLst>
</file>

<file path=ppt/tags/tag1627.xml><?xml version="1.0" encoding="utf-8"?>
<p:tagLst xmlns:p="http://schemas.openxmlformats.org/presentationml/2006/main">
  <p:tag name="PROBLEMREMARKTITLE" val="ProblemRemarkBoardTitle"/>
</p:tagLst>
</file>

<file path=ppt/tags/tag1628.xml><?xml version="1.0" encoding="utf-8"?>
<p:tagLst xmlns:p="http://schemas.openxmlformats.org/presentationml/2006/main">
  <p:tag name="RAINPROBLEM" val="ProblemSetting"/>
  <p:tag name="RAINPROBLEMTYPE" val="MultipleChoice"/>
</p:tagLst>
</file>

<file path=ppt/tags/tag1629.xml><?xml version="1.0" encoding="utf-8"?>
<p:tagLst xmlns:p="http://schemas.openxmlformats.org/presentationml/2006/main">
  <p:tag name="PROBLEMREMARKTITLE" val="ProblemRemarkBoardTip"/>
</p:tagLst>
</file>

<file path=ppt/tags/tag1630.xml><?xml version="1.0" encoding="utf-8"?>
<p:tagLst xmlns:p="http://schemas.openxmlformats.org/presentationml/2006/main">
  <p:tag name="RAINPROBLEM" val="ProblemRemark"/>
</p:tagLst>
</file>

<file path=ppt/tags/tag1631.xml><?xml version="1.0" encoding="utf-8"?>
<p:tagLst xmlns:p="http://schemas.openxmlformats.org/presentationml/2006/main">
  <p:tag name="RAINPROBLEM" val="ProblemRemark"/>
</p:tagLst>
</file>

<file path=ppt/tags/tag1632.xml><?xml version="1.0" encoding="utf-8"?>
<p:tagLst xmlns:p="http://schemas.openxmlformats.org/presentationml/2006/main">
  <p:tag name="RAINPROBLEM" val="ProblemSubmit"/>
  <p:tag name="RAINPROBLEMTYPE" val="MultipleChoice"/>
</p:tagLst>
</file>

<file path=ppt/tags/tag1633.xml><?xml version="1.0" encoding="utf-8"?>
<p:tagLst xmlns:p="http://schemas.openxmlformats.org/presentationml/2006/main">
  <p:tag name="RAINPROBLEM" val="MultipleChoice"/>
  <p:tag name="PROBLEMHASREMARK" val="True"/>
</p:tagLst>
</file>

<file path=ppt/tags/tag1634.xml><?xml version="1.0" encoding="utf-8"?>
<p:tagLst xmlns:p="http://schemas.openxmlformats.org/presentationml/2006/main">
  <p:tag name="RAINPROBLEM" val="ProblemRemarkBoard"/>
</p:tagLst>
</file>

<file path=ppt/tags/tag1635.xml><?xml version="1.0" encoding="utf-8"?>
<p:tagLst xmlns:p="http://schemas.openxmlformats.org/presentationml/2006/main">
  <p:tag name="RAINPROBLEMTYPE" val="ProblemTypeMarker"/>
</p:tagLst>
</file>

<file path=ppt/tags/tag1636.xml><?xml version="1.0" encoding="utf-8"?>
<p:tagLst xmlns:p="http://schemas.openxmlformats.org/presentationml/2006/main">
  <p:tag name="RAINPROBLEMTYPE" val="ProblemTypeMarker"/>
</p:tagLst>
</file>

<file path=ppt/tags/tag1637.xml><?xml version="1.0" encoding="utf-8"?>
<p:tagLst xmlns:p="http://schemas.openxmlformats.org/presentationml/2006/main">
  <p:tag name="RAINPROBLEMTYPE" val="ProblemTypeMarker"/>
</p:tagLst>
</file>

<file path=ppt/tags/tag1638.xml><?xml version="1.0" encoding="utf-8"?>
<p:tagLst xmlns:p="http://schemas.openxmlformats.org/presentationml/2006/main">
  <p:tag name="RAINPROBLEMTYPE" val="ProblemTypeMarker"/>
</p:tagLst>
</file>

<file path=ppt/tags/tag1639.xml><?xml version="1.0" encoding="utf-8"?>
<p:tagLst xmlns:p="http://schemas.openxmlformats.org/presentationml/2006/main">
  <p:tag name="RAINPROBLEMTYPE" val="ProblemTypeMarker"/>
</p:tagLst>
</file>

<file path=ppt/tags/tag1640.xml><?xml version="1.0" encoding="utf-8"?>
<p:tagLst xmlns:p="http://schemas.openxmlformats.org/presentationml/2006/main">
  <p:tag name="RAINPROBLEM" val="ProblemBody"/>
</p:tagLst>
</file>

<file path=ppt/tags/tag1641.xml><?xml version="1.0" encoding="utf-8"?>
<p:tagLst xmlns:p="http://schemas.openxmlformats.org/presentationml/2006/main">
  <p:tag name="RAINPROBLEM" val="ProblemItem"/>
</p:tagLst>
</file>

<file path=ppt/tags/tag16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643.xml><?xml version="1.0" encoding="utf-8"?>
<p:tagLst xmlns:p="http://schemas.openxmlformats.org/presentationml/2006/main">
  <p:tag name="RAINPROBLEM" val="ProblemItem"/>
</p:tagLst>
</file>

<file path=ppt/tags/tag16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45.xml><?xml version="1.0" encoding="utf-8"?>
<p:tagLst xmlns:p="http://schemas.openxmlformats.org/presentationml/2006/main">
  <p:tag name="RAINPROBLEM" val="ProblemItem"/>
</p:tagLst>
</file>

<file path=ppt/tags/tag16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47.xml><?xml version="1.0" encoding="utf-8"?>
<p:tagLst xmlns:p="http://schemas.openxmlformats.org/presentationml/2006/main">
  <p:tag name="RAINPROBLEM" val="ProblemItem"/>
</p:tagLst>
</file>

<file path=ppt/tags/tag16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49.xml><?xml version="1.0" encoding="utf-8"?>
<p:tagLst xmlns:p="http://schemas.openxmlformats.org/presentationml/2006/main">
  <p:tag name="PROBLEMREMARKTITLE" val="ProblemRemarkBoardTitle"/>
</p:tagLst>
</file>

<file path=ppt/tags/tag1650.xml><?xml version="1.0" encoding="utf-8"?>
<p:tagLst xmlns:p="http://schemas.openxmlformats.org/presentationml/2006/main">
  <p:tag name="PROBLEMREMARKTITLE" val="ProblemRemarkBoardTitle"/>
</p:tagLst>
</file>

<file path=ppt/tags/tag1651.xml><?xml version="1.0" encoding="utf-8"?>
<p:tagLst xmlns:p="http://schemas.openxmlformats.org/presentationml/2006/main">
  <p:tag name="PROBLEMREMARKTITLE" val="ProblemRemarkBoardTitle"/>
</p:tagLst>
</file>

<file path=ppt/tags/tag1652.xml><?xml version="1.0" encoding="utf-8"?>
<p:tagLst xmlns:p="http://schemas.openxmlformats.org/presentationml/2006/main">
  <p:tag name="PROBLEMREMARKTITLE" val="ProblemRemarkBoardTitle"/>
</p:tagLst>
</file>

<file path=ppt/tags/tag1653.xml><?xml version="1.0" encoding="utf-8"?>
<p:tagLst xmlns:p="http://schemas.openxmlformats.org/presentationml/2006/main">
  <p:tag name="RAINPROBLEM" val="ProblemSetting"/>
  <p:tag name="RAINPROBLEMTYPE" val="MultipleChoice"/>
</p:tagLst>
</file>

<file path=ppt/tags/tag1654.xml><?xml version="1.0" encoding="utf-8"?>
<p:tagLst xmlns:p="http://schemas.openxmlformats.org/presentationml/2006/main">
  <p:tag name="PROBLEMREMARKTITLE" val="ProblemRemarkBoardTip"/>
</p:tagLst>
</file>

<file path=ppt/tags/tag1655.xml><?xml version="1.0" encoding="utf-8"?>
<p:tagLst xmlns:p="http://schemas.openxmlformats.org/presentationml/2006/main">
  <p:tag name="RAINPROBLEM" val="ProblemRemark"/>
</p:tagLst>
</file>

<file path=ppt/tags/tag1656.xml><?xml version="1.0" encoding="utf-8"?>
<p:tagLst xmlns:p="http://schemas.openxmlformats.org/presentationml/2006/main">
  <p:tag name="RAINPROBLEM" val="ProblemRemark"/>
</p:tagLst>
</file>

<file path=ppt/tags/tag1657.xml><?xml version="1.0" encoding="utf-8"?>
<p:tagLst xmlns:p="http://schemas.openxmlformats.org/presentationml/2006/main">
  <p:tag name="RAINPROBLEM" val="ProblemSubmit"/>
  <p:tag name="RAINPROBLEMTYPE" val="MultipleChoice"/>
</p:tagLst>
</file>

<file path=ppt/tags/tag1658.xml><?xml version="1.0" encoding="utf-8"?>
<p:tagLst xmlns:p="http://schemas.openxmlformats.org/presentationml/2006/main">
  <p:tag name="RAINPROBLEM" val="MultipleChoice"/>
  <p:tag name="PROBLEMHASREMARK" val="Tru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22131</Words>
  <Application>WPS 演示</Application>
  <PresentationFormat>宽屏</PresentationFormat>
  <Paragraphs>3952</Paragraphs>
  <Slides>151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151</vt:i4>
      </vt:variant>
    </vt:vector>
  </HeadingPairs>
  <TitlesOfParts>
    <vt:vector size="162" baseType="lpstr">
      <vt:lpstr>Arial</vt:lpstr>
      <vt:lpstr>宋体</vt:lpstr>
      <vt:lpstr>Wingdings</vt:lpstr>
      <vt:lpstr>Wingdings</vt:lpstr>
      <vt:lpstr>微软雅黑</vt:lpstr>
      <vt:lpstr>Univers (WN)</vt:lpstr>
      <vt:lpstr>FFont-Family</vt:lpstr>
      <vt:lpstr>Arial Unicode MS</vt:lpstr>
      <vt:lpstr>Calibri</vt:lpstr>
      <vt:lpstr>Times New Roman</vt:lpstr>
      <vt:lpstr>WPS</vt:lpstr>
      <vt:lpstr>课堂测试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Milly</cp:lastModifiedBy>
  <cp:revision>158</cp:revision>
  <dcterms:created xsi:type="dcterms:W3CDTF">2019-06-19T02:08:00Z</dcterms:created>
  <dcterms:modified xsi:type="dcterms:W3CDTF">2026-09-11T02:48:05Z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AD62D347518B4DFFACA5881708FBEA1C_11</vt:lpwstr>
  </property>
</Properties>
</file>