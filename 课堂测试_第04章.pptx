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659.xml" ContentType="application/vnd.openxmlformats-officedocument.presentationml.tags+xml"/>
  <Override PartName="/ppt/tags/tag1660.xml" ContentType="application/vnd.openxmlformats-officedocument.presentationml.tags+xml"/>
  <Override PartName="/ppt/tags/tag1661.xml" ContentType="application/vnd.openxmlformats-officedocument.presentationml.tags+xml"/>
  <Override PartName="/ppt/tags/tag1662.xml" ContentType="application/vnd.openxmlformats-officedocument.presentationml.tags+xml"/>
  <Override PartName="/ppt/tags/tag1663.xml" ContentType="application/vnd.openxmlformats-officedocument.presentationml.tags+xml"/>
  <Override PartName="/ppt/tags/tag1664.xml" ContentType="application/vnd.openxmlformats-officedocument.presentationml.tags+xml"/>
  <Override PartName="/ppt/tags/tag1665.xml" ContentType="application/vnd.openxmlformats-officedocument.presentationml.tags+xml"/>
  <Override PartName="/ppt/tags/tag1666.xml" ContentType="application/vnd.openxmlformats-officedocument.presentationml.tags+xml"/>
  <Override PartName="/ppt/tags/tag1667.xml" ContentType="application/vnd.openxmlformats-officedocument.presentationml.tags+xml"/>
  <Override PartName="/ppt/tags/tag1668.xml" ContentType="application/vnd.openxmlformats-officedocument.presentationml.tags+xml"/>
  <Override PartName="/ppt/tags/tag1669.xml" ContentType="application/vnd.openxmlformats-officedocument.presentationml.tags+xml"/>
  <Override PartName="/ppt/tags/tag1670.xml" ContentType="application/vnd.openxmlformats-officedocument.presentationml.tags+xml"/>
  <Override PartName="/ppt/tags/tag1671.xml" ContentType="application/vnd.openxmlformats-officedocument.presentationml.tags+xml"/>
  <Override PartName="/ppt/tags/tag1672.xml" ContentType="application/vnd.openxmlformats-officedocument.presentationml.tags+xml"/>
  <Override PartName="/ppt/tags/tag1673.xml" ContentType="application/vnd.openxmlformats-officedocument.presentationml.tags+xml"/>
  <Override PartName="/ppt/tags/tag1674.xml" ContentType="application/vnd.openxmlformats-officedocument.presentationml.tags+xml"/>
  <Override PartName="/ppt/tags/tag1675.xml" ContentType="application/vnd.openxmlformats-officedocument.presentationml.tags+xml"/>
  <Override PartName="/ppt/tags/tag1676.xml" ContentType="application/vnd.openxmlformats-officedocument.presentationml.tags+xml"/>
  <Override PartName="/ppt/tags/tag1677.xml" ContentType="application/vnd.openxmlformats-officedocument.presentationml.tags+xml"/>
  <Override PartName="/ppt/tags/tag1678.xml" ContentType="application/vnd.openxmlformats-officedocument.presentationml.tags+xml"/>
  <Override PartName="/ppt/tags/tag1679.xml" ContentType="application/vnd.openxmlformats-officedocument.presentationml.tags+xml"/>
  <Override PartName="/ppt/tags/tag1680.xml" ContentType="application/vnd.openxmlformats-officedocument.presentationml.tags+xml"/>
  <Override PartName="/ppt/tags/tag1681.xml" ContentType="application/vnd.openxmlformats-officedocument.presentationml.tags+xml"/>
  <Override PartName="/ppt/tags/tag1682.xml" ContentType="application/vnd.openxmlformats-officedocument.presentationml.tags+xml"/>
  <Override PartName="/ppt/tags/tag1683.xml" ContentType="application/vnd.openxmlformats-officedocument.presentationml.tags+xml"/>
  <Override PartName="/ppt/tags/tag1684.xml" ContentType="application/vnd.openxmlformats-officedocument.presentationml.tags+xml"/>
  <Override PartName="/ppt/tags/tag1685.xml" ContentType="application/vnd.openxmlformats-officedocument.presentationml.tags+xml"/>
  <Override PartName="/ppt/tags/tag1686.xml" ContentType="application/vnd.openxmlformats-officedocument.presentationml.tags+xml"/>
  <Override PartName="/ppt/tags/tag1687.xml" ContentType="application/vnd.openxmlformats-officedocument.presentationml.tags+xml"/>
  <Override PartName="/ppt/tags/tag1688.xml" ContentType="application/vnd.openxmlformats-officedocument.presentationml.tags+xml"/>
  <Override PartName="/ppt/tags/tag1689.xml" ContentType="application/vnd.openxmlformats-officedocument.presentationml.tags+xml"/>
  <Override PartName="/ppt/tags/tag1690.xml" ContentType="application/vnd.openxmlformats-officedocument.presentationml.tags+xml"/>
  <Override PartName="/ppt/tags/tag1691.xml" ContentType="application/vnd.openxmlformats-officedocument.presentationml.tags+xml"/>
  <Override PartName="/ppt/tags/tag1692.xml" ContentType="application/vnd.openxmlformats-officedocument.presentationml.tags+xml"/>
  <Override PartName="/ppt/tags/tag1693.xml" ContentType="application/vnd.openxmlformats-officedocument.presentationml.tags+xml"/>
  <Override PartName="/ppt/tags/tag1694.xml" ContentType="application/vnd.openxmlformats-officedocument.presentationml.tags+xml"/>
  <Override PartName="/ppt/tags/tag1695.xml" ContentType="application/vnd.openxmlformats-officedocument.presentationml.tags+xml"/>
  <Override PartName="/ppt/tags/tag1696.xml" ContentType="application/vnd.openxmlformats-officedocument.presentationml.tags+xml"/>
  <Override PartName="/ppt/tags/tag1697.xml" ContentType="application/vnd.openxmlformats-officedocument.presentationml.tags+xml"/>
  <Override PartName="/ppt/tags/tag1698.xml" ContentType="application/vnd.openxmlformats-officedocument.presentationml.tags+xml"/>
  <Override PartName="/ppt/tags/tag1699.xml" ContentType="application/vnd.openxmlformats-officedocument.presentationml.tags+xml"/>
  <Override PartName="/ppt/tags/tag17.xml" ContentType="application/vnd.openxmlformats-officedocument.presentationml.tags+xml"/>
  <Override PartName="/ppt/tags/tag1700.xml" ContentType="application/vnd.openxmlformats-officedocument.presentationml.tags+xml"/>
  <Override PartName="/ppt/tags/tag1701.xml" ContentType="application/vnd.openxmlformats-officedocument.presentationml.tags+xml"/>
  <Override PartName="/ppt/tags/tag1702.xml" ContentType="application/vnd.openxmlformats-officedocument.presentationml.tags+xml"/>
  <Override PartName="/ppt/tags/tag1703.xml" ContentType="application/vnd.openxmlformats-officedocument.presentationml.tags+xml"/>
  <Override PartName="/ppt/tags/tag1704.xml" ContentType="application/vnd.openxmlformats-officedocument.presentationml.tags+xml"/>
  <Override PartName="/ppt/tags/tag1705.xml" ContentType="application/vnd.openxmlformats-officedocument.presentationml.tags+xml"/>
  <Override PartName="/ppt/tags/tag1706.xml" ContentType="application/vnd.openxmlformats-officedocument.presentationml.tags+xml"/>
  <Override PartName="/ppt/tags/tag1707.xml" ContentType="application/vnd.openxmlformats-officedocument.presentationml.tags+xml"/>
  <Override PartName="/ppt/tags/tag1708.xml" ContentType="application/vnd.openxmlformats-officedocument.presentationml.tags+xml"/>
  <Override PartName="/ppt/tags/tag1709.xml" ContentType="application/vnd.openxmlformats-officedocument.presentationml.tags+xml"/>
  <Override PartName="/ppt/tags/tag1710.xml" ContentType="application/vnd.openxmlformats-officedocument.presentationml.tags+xml"/>
  <Override PartName="/ppt/tags/tag1711.xml" ContentType="application/vnd.openxmlformats-officedocument.presentationml.tags+xml"/>
  <Override PartName="/ppt/tags/tag1712.xml" ContentType="application/vnd.openxmlformats-officedocument.presentationml.tags+xml"/>
  <Override PartName="/ppt/tags/tag1713.xml" ContentType="application/vnd.openxmlformats-officedocument.presentationml.tags+xml"/>
  <Override PartName="/ppt/tags/tag1714.xml" ContentType="application/vnd.openxmlformats-officedocument.presentationml.tags+xml"/>
  <Override PartName="/ppt/tags/tag1715.xml" ContentType="application/vnd.openxmlformats-officedocument.presentationml.tags+xml"/>
  <Override PartName="/ppt/tags/tag1716.xml" ContentType="application/vnd.openxmlformats-officedocument.presentationml.tags+xml"/>
  <Override PartName="/ppt/tags/tag1717.xml" ContentType="application/vnd.openxmlformats-officedocument.presentationml.tags+xml"/>
  <Override PartName="/ppt/tags/tag1718.xml" ContentType="application/vnd.openxmlformats-officedocument.presentationml.tags+xml"/>
  <Override PartName="/ppt/tags/tag1719.xml" ContentType="application/vnd.openxmlformats-officedocument.presentationml.tags+xml"/>
  <Override PartName="/ppt/tags/tag1720.xml" ContentType="application/vnd.openxmlformats-officedocument.presentationml.tags+xml"/>
  <Override PartName="/ppt/tags/tag1721.xml" ContentType="application/vnd.openxmlformats-officedocument.presentationml.tags+xml"/>
  <Override PartName="/ppt/tags/tag1722.xml" ContentType="application/vnd.openxmlformats-officedocument.presentationml.tags+xml"/>
  <Override PartName="/ppt/tags/tag1723.xml" ContentType="application/vnd.openxmlformats-officedocument.presentationml.tags+xml"/>
  <Override PartName="/ppt/tags/tag1724.xml" ContentType="application/vnd.openxmlformats-officedocument.presentationml.tags+xml"/>
  <Override PartName="/ppt/tags/tag1725.xml" ContentType="application/vnd.openxmlformats-officedocument.presentationml.tags+xml"/>
  <Override PartName="/ppt/tags/tag1726.xml" ContentType="application/vnd.openxmlformats-officedocument.presentationml.tags+xml"/>
  <Override PartName="/ppt/tags/tag1727.xml" ContentType="application/vnd.openxmlformats-officedocument.presentationml.tags+xml"/>
  <Override PartName="/ppt/tags/tag1728.xml" ContentType="application/vnd.openxmlformats-officedocument.presentationml.tags+xml"/>
  <Override PartName="/ppt/tags/tag1729.xml" ContentType="application/vnd.openxmlformats-officedocument.presentationml.tags+xml"/>
  <Override PartName="/ppt/tags/tag1730.xml" ContentType="application/vnd.openxmlformats-officedocument.presentationml.tags+xml"/>
  <Override PartName="/ppt/tags/tag1731.xml" ContentType="application/vnd.openxmlformats-officedocument.presentationml.tags+xml"/>
  <Override PartName="/ppt/tags/tag1732.xml" ContentType="application/vnd.openxmlformats-officedocument.presentationml.tags+xml"/>
  <Override PartName="/ppt/tags/tag1733.xml" ContentType="application/vnd.openxmlformats-officedocument.presentationml.tags+xml"/>
  <Override PartName="/ppt/tags/tag1734.xml" ContentType="application/vnd.openxmlformats-officedocument.presentationml.tags+xml"/>
  <Override PartName="/ppt/tags/tag1735.xml" ContentType="application/vnd.openxmlformats-officedocument.presentationml.tags+xml"/>
  <Override PartName="/ppt/tags/tag1736.xml" ContentType="application/vnd.openxmlformats-officedocument.presentationml.tags+xml"/>
  <Override PartName="/ppt/tags/tag1737.xml" ContentType="application/vnd.openxmlformats-officedocument.presentationml.tags+xml"/>
  <Override PartName="/ppt/tags/tag1738.xml" ContentType="application/vnd.openxmlformats-officedocument.presentationml.tags+xml"/>
  <Override PartName="/ppt/tags/tag1739.xml" ContentType="application/vnd.openxmlformats-officedocument.presentationml.tags+xml"/>
  <Override PartName="/ppt/tags/tag1740.xml" ContentType="application/vnd.openxmlformats-officedocument.presentationml.tags+xml"/>
  <Override PartName="/ppt/tags/tag1741.xml" ContentType="application/vnd.openxmlformats-officedocument.presentationml.tags+xml"/>
  <Override PartName="/ppt/tags/tag1742.xml" ContentType="application/vnd.openxmlformats-officedocument.presentationml.tags+xml"/>
  <Override PartName="/ppt/tags/tag1743.xml" ContentType="application/vnd.openxmlformats-officedocument.presentationml.tags+xml"/>
  <Override PartName="/ppt/tags/tag1744.xml" ContentType="application/vnd.openxmlformats-officedocument.presentationml.tags+xml"/>
  <Override PartName="/ppt/tags/tag1745.xml" ContentType="application/vnd.openxmlformats-officedocument.presentationml.tags+xml"/>
  <Override PartName="/ppt/tags/tag1746.xml" ContentType="application/vnd.openxmlformats-officedocument.presentationml.tags+xml"/>
  <Override PartName="/ppt/tags/tag1747.xml" ContentType="application/vnd.openxmlformats-officedocument.presentationml.tags+xml"/>
  <Override PartName="/ppt/tags/tag1748.xml" ContentType="application/vnd.openxmlformats-officedocument.presentationml.tags+xml"/>
  <Override PartName="/ppt/tags/tag1749.xml" ContentType="application/vnd.openxmlformats-officedocument.presentationml.tags+xml"/>
  <Override PartName="/ppt/tags/tag1750.xml" ContentType="application/vnd.openxmlformats-officedocument.presentationml.tags+xml"/>
  <Override PartName="/ppt/tags/tag1751.xml" ContentType="application/vnd.openxmlformats-officedocument.presentationml.tags+xml"/>
  <Override PartName="/ppt/tags/tag1752.xml" ContentType="application/vnd.openxmlformats-officedocument.presentationml.tags+xml"/>
  <Override PartName="/ppt/tags/tag1753.xml" ContentType="application/vnd.openxmlformats-officedocument.presentationml.tags+xml"/>
  <Override PartName="/ppt/tags/tag1754.xml" ContentType="application/vnd.openxmlformats-officedocument.presentationml.tags+xml"/>
  <Override PartName="/ppt/tags/tag1755.xml" ContentType="application/vnd.openxmlformats-officedocument.presentationml.tags+xml"/>
  <Override PartName="/ppt/tags/tag1756.xml" ContentType="application/vnd.openxmlformats-officedocument.presentationml.tags+xml"/>
  <Override PartName="/ppt/tags/tag1757.xml" ContentType="application/vnd.openxmlformats-officedocument.presentationml.tags+xml"/>
  <Override PartName="/ppt/tags/tag1758.xml" ContentType="application/vnd.openxmlformats-officedocument.presentationml.tags+xml"/>
  <Override PartName="/ppt/tags/tag1759.xml" ContentType="application/vnd.openxmlformats-officedocument.presentationml.tags+xml"/>
  <Override PartName="/ppt/tags/tag1760.xml" ContentType="application/vnd.openxmlformats-officedocument.presentationml.tags+xml"/>
  <Override PartName="/ppt/tags/tag1761.xml" ContentType="application/vnd.openxmlformats-officedocument.presentationml.tags+xml"/>
  <Override PartName="/ppt/tags/tag1762.xml" ContentType="application/vnd.openxmlformats-officedocument.presentationml.tags+xml"/>
  <Override PartName="/ppt/tags/tag1763.xml" ContentType="application/vnd.openxmlformats-officedocument.presentationml.tags+xml"/>
  <Override PartName="/ppt/tags/tag1764.xml" ContentType="application/vnd.openxmlformats-officedocument.presentationml.tags+xml"/>
  <Override PartName="/ppt/tags/tag1765.xml" ContentType="application/vnd.openxmlformats-officedocument.presentationml.tags+xml"/>
  <Override PartName="/ppt/tags/tag1766.xml" ContentType="application/vnd.openxmlformats-officedocument.presentationml.tags+xml"/>
  <Override PartName="/ppt/tags/tag1767.xml" ContentType="application/vnd.openxmlformats-officedocument.presentationml.tags+xml"/>
  <Override PartName="/ppt/tags/tag1768.xml" ContentType="application/vnd.openxmlformats-officedocument.presentationml.tags+xml"/>
  <Override PartName="/ppt/tags/tag1769.xml" ContentType="application/vnd.openxmlformats-officedocument.presentationml.tags+xml"/>
  <Override PartName="/ppt/tags/tag1770.xml" ContentType="application/vnd.openxmlformats-officedocument.presentationml.tags+xml"/>
  <Override PartName="/ppt/tags/tag1771.xml" ContentType="application/vnd.openxmlformats-officedocument.presentationml.tags+xml"/>
  <Override PartName="/ppt/tags/tag1772.xml" ContentType="application/vnd.openxmlformats-officedocument.presentationml.tags+xml"/>
  <Override PartName="/ppt/tags/tag1773.xml" ContentType="application/vnd.openxmlformats-officedocument.presentationml.tags+xml"/>
  <Override PartName="/ppt/tags/tag1774.xml" ContentType="application/vnd.openxmlformats-officedocument.presentationml.tags+xml"/>
  <Override PartName="/ppt/tags/tag1775.xml" ContentType="application/vnd.openxmlformats-officedocument.presentationml.tags+xml"/>
  <Override PartName="/ppt/tags/tag1776.xml" ContentType="application/vnd.openxmlformats-officedocument.presentationml.tags+xml"/>
  <Override PartName="/ppt/tags/tag1777.xml" ContentType="application/vnd.openxmlformats-officedocument.presentationml.tags+xml"/>
  <Override PartName="/ppt/tags/tag1778.xml" ContentType="application/vnd.openxmlformats-officedocument.presentationml.tags+xml"/>
  <Override PartName="/ppt/tags/tag1779.xml" ContentType="application/vnd.openxmlformats-officedocument.presentationml.tags+xml"/>
  <Override PartName="/ppt/tags/tag1780.xml" ContentType="application/vnd.openxmlformats-officedocument.presentationml.tags+xml"/>
  <Override PartName="/ppt/tags/tag1781.xml" ContentType="application/vnd.openxmlformats-officedocument.presentationml.tags+xml"/>
  <Override PartName="/ppt/tags/tag1782.xml" ContentType="application/vnd.openxmlformats-officedocument.presentationml.tags+xml"/>
  <Override PartName="/ppt/tags/tag1783.xml" ContentType="application/vnd.openxmlformats-officedocument.presentationml.tags+xml"/>
  <Override PartName="/ppt/tags/tag1784.xml" ContentType="application/vnd.openxmlformats-officedocument.presentationml.tags+xml"/>
  <Override PartName="/ppt/tags/tag1785.xml" ContentType="application/vnd.openxmlformats-officedocument.presentationml.tags+xml"/>
  <Override PartName="/ppt/tags/tag1786.xml" ContentType="application/vnd.openxmlformats-officedocument.presentationml.tags+xml"/>
  <Override PartName="/ppt/tags/tag1787.xml" ContentType="application/vnd.openxmlformats-officedocument.presentationml.tags+xml"/>
  <Override PartName="/ppt/tags/tag1788.xml" ContentType="application/vnd.openxmlformats-officedocument.presentationml.tags+xml"/>
  <Override PartName="/ppt/tags/tag1789.xml" ContentType="application/vnd.openxmlformats-officedocument.presentationml.tags+xml"/>
  <Override PartName="/ppt/tags/tag1790.xml" ContentType="application/vnd.openxmlformats-officedocument.presentationml.tags+xml"/>
  <Override PartName="/ppt/tags/tag1791.xml" ContentType="application/vnd.openxmlformats-officedocument.presentationml.tags+xml"/>
  <Override PartName="/ppt/tags/tag1792.xml" ContentType="application/vnd.openxmlformats-officedocument.presentationml.tags+xml"/>
  <Override PartName="/ppt/tags/tag1793.xml" ContentType="application/vnd.openxmlformats-officedocument.presentationml.tags+xml"/>
  <Override PartName="/ppt/tags/tag1794.xml" ContentType="application/vnd.openxmlformats-officedocument.presentationml.tags+xml"/>
  <Override PartName="/ppt/tags/tag1795.xml" ContentType="application/vnd.openxmlformats-officedocument.presentationml.tags+xml"/>
  <Override PartName="/ppt/tags/tag1796.xml" ContentType="application/vnd.openxmlformats-officedocument.presentationml.tags+xml"/>
  <Override PartName="/ppt/tags/tag1797.xml" ContentType="application/vnd.openxmlformats-officedocument.presentationml.tags+xml"/>
  <Override PartName="/ppt/tags/tag1798.xml" ContentType="application/vnd.openxmlformats-officedocument.presentationml.tags+xml"/>
  <Override PartName="/ppt/tags/tag1799.xml" ContentType="application/vnd.openxmlformats-officedocument.presentationml.tags+xml"/>
  <Override PartName="/ppt/tags/tag18.xml" ContentType="application/vnd.openxmlformats-officedocument.presentationml.tags+xml"/>
  <Override PartName="/ppt/tags/tag1800.xml" ContentType="application/vnd.openxmlformats-officedocument.presentationml.tags+xml"/>
  <Override PartName="/ppt/tags/tag1801.xml" ContentType="application/vnd.openxmlformats-officedocument.presentationml.tags+xml"/>
  <Override PartName="/ppt/tags/tag1802.xml" ContentType="application/vnd.openxmlformats-officedocument.presentationml.tags+xml"/>
  <Override PartName="/ppt/tags/tag1803.xml" ContentType="application/vnd.openxmlformats-officedocument.presentationml.tags+xml"/>
  <Override PartName="/ppt/tags/tag1804.xml" ContentType="application/vnd.openxmlformats-officedocument.presentationml.tags+xml"/>
  <Override PartName="/ppt/tags/tag1805.xml" ContentType="application/vnd.openxmlformats-officedocument.presentationml.tags+xml"/>
  <Override PartName="/ppt/tags/tag1806.xml" ContentType="application/vnd.openxmlformats-officedocument.presentationml.tags+xml"/>
  <Override PartName="/ppt/tags/tag1807.xml" ContentType="application/vnd.openxmlformats-officedocument.presentationml.tags+xml"/>
  <Override PartName="/ppt/tags/tag1808.xml" ContentType="application/vnd.openxmlformats-officedocument.presentationml.tags+xml"/>
  <Override PartName="/ppt/tags/tag1809.xml" ContentType="application/vnd.openxmlformats-officedocument.presentationml.tags+xml"/>
  <Override PartName="/ppt/tags/tag1810.xml" ContentType="application/vnd.openxmlformats-officedocument.presentationml.tags+xml"/>
  <Override PartName="/ppt/tags/tag1811.xml" ContentType="application/vnd.openxmlformats-officedocument.presentationml.tags+xml"/>
  <Override PartName="/ppt/tags/tag1812.xml" ContentType="application/vnd.openxmlformats-officedocument.presentationml.tags+xml"/>
  <Override PartName="/ppt/tags/tag1813.xml" ContentType="application/vnd.openxmlformats-officedocument.presentationml.tags+xml"/>
  <Override PartName="/ppt/tags/tag1814.xml" ContentType="application/vnd.openxmlformats-officedocument.presentationml.tags+xml"/>
  <Override PartName="/ppt/tags/tag1815.xml" ContentType="application/vnd.openxmlformats-officedocument.presentationml.tags+xml"/>
  <Override PartName="/ppt/tags/tag1816.xml" ContentType="application/vnd.openxmlformats-officedocument.presentationml.tags+xml"/>
  <Override PartName="/ppt/tags/tag1817.xml" ContentType="application/vnd.openxmlformats-officedocument.presentationml.tags+xml"/>
  <Override PartName="/ppt/tags/tag1818.xml" ContentType="application/vnd.openxmlformats-officedocument.presentationml.tags+xml"/>
  <Override PartName="/ppt/tags/tag1819.xml" ContentType="application/vnd.openxmlformats-officedocument.presentationml.tags+xml"/>
  <Override PartName="/ppt/tags/tag1820.xml" ContentType="application/vnd.openxmlformats-officedocument.presentationml.tags+xml"/>
  <Override PartName="/ppt/tags/tag1821.xml" ContentType="application/vnd.openxmlformats-officedocument.presentationml.tags+xml"/>
  <Override PartName="/ppt/tags/tag1822.xml" ContentType="application/vnd.openxmlformats-officedocument.presentationml.tags+xml"/>
  <Override PartName="/ppt/tags/tag1823.xml" ContentType="application/vnd.openxmlformats-officedocument.presentationml.tags+xml"/>
  <Override PartName="/ppt/tags/tag1824.xml" ContentType="application/vnd.openxmlformats-officedocument.presentationml.tags+xml"/>
  <Override PartName="/ppt/tags/tag1825.xml" ContentType="application/vnd.openxmlformats-officedocument.presentationml.tags+xml"/>
  <Override PartName="/ppt/tags/tag1826.xml" ContentType="application/vnd.openxmlformats-officedocument.presentationml.tags+xml"/>
  <Override PartName="/ppt/tags/tag1827.xml" ContentType="application/vnd.openxmlformats-officedocument.presentationml.tags+xml"/>
  <Override PartName="/ppt/tags/tag1828.xml" ContentType="application/vnd.openxmlformats-officedocument.presentationml.tags+xml"/>
  <Override PartName="/ppt/tags/tag1829.xml" ContentType="application/vnd.openxmlformats-officedocument.presentationml.tags+xml"/>
  <Override PartName="/ppt/tags/tag1830.xml" ContentType="application/vnd.openxmlformats-officedocument.presentationml.tags+xml"/>
  <Override PartName="/ppt/tags/tag1831.xml" ContentType="application/vnd.openxmlformats-officedocument.presentationml.tags+xml"/>
  <Override PartName="/ppt/tags/tag1832.xml" ContentType="application/vnd.openxmlformats-officedocument.presentationml.tags+xml"/>
  <Override PartName="/ppt/tags/tag1833.xml" ContentType="application/vnd.openxmlformats-officedocument.presentationml.tags+xml"/>
  <Override PartName="/ppt/tags/tag1834.xml" ContentType="application/vnd.openxmlformats-officedocument.presentationml.tags+xml"/>
  <Override PartName="/ppt/tags/tag1835.xml" ContentType="application/vnd.openxmlformats-officedocument.presentationml.tags+xml"/>
  <Override PartName="/ppt/tags/tag1836.xml" ContentType="application/vnd.openxmlformats-officedocument.presentationml.tags+xml"/>
  <Override PartName="/ppt/tags/tag1837.xml" ContentType="application/vnd.openxmlformats-officedocument.presentationml.tags+xml"/>
  <Override PartName="/ppt/tags/tag1838.xml" ContentType="application/vnd.openxmlformats-officedocument.presentationml.tags+xml"/>
  <Override PartName="/ppt/tags/tag1839.xml" ContentType="application/vnd.openxmlformats-officedocument.presentationml.tags+xml"/>
  <Override PartName="/ppt/tags/tag1840.xml" ContentType="application/vnd.openxmlformats-officedocument.presentationml.tags+xml"/>
  <Override PartName="/ppt/tags/tag1841.xml" ContentType="application/vnd.openxmlformats-officedocument.presentationml.tags+xml"/>
  <Override PartName="/ppt/tags/tag1842.xml" ContentType="application/vnd.openxmlformats-officedocument.presentationml.tags+xml"/>
  <Override PartName="/ppt/tags/tag1843.xml" ContentType="application/vnd.openxmlformats-officedocument.presentationml.tags+xml"/>
  <Override PartName="/ppt/tags/tag1844.xml" ContentType="application/vnd.openxmlformats-officedocument.presentationml.tags+xml"/>
  <Override PartName="/ppt/tags/tag1845.xml" ContentType="application/vnd.openxmlformats-officedocument.presentationml.tags+xml"/>
  <Override PartName="/ppt/tags/tag1846.xml" ContentType="application/vnd.openxmlformats-officedocument.presentationml.tags+xml"/>
  <Override PartName="/ppt/tags/tag1847.xml" ContentType="application/vnd.openxmlformats-officedocument.presentationml.tags+xml"/>
  <Override PartName="/ppt/tags/tag1848.xml" ContentType="application/vnd.openxmlformats-officedocument.presentationml.tags+xml"/>
  <Override PartName="/ppt/tags/tag1849.xml" ContentType="application/vnd.openxmlformats-officedocument.presentationml.tags+xml"/>
  <Override PartName="/ppt/tags/tag1850.xml" ContentType="application/vnd.openxmlformats-officedocument.presentationml.tags+xml"/>
  <Override PartName="/ppt/tags/tag1851.xml" ContentType="application/vnd.openxmlformats-officedocument.presentationml.tags+xml"/>
  <Override PartName="/ppt/tags/tag1852.xml" ContentType="application/vnd.openxmlformats-officedocument.presentationml.tags+xml"/>
  <Override PartName="/ppt/tags/tag1853.xml" ContentType="application/vnd.openxmlformats-officedocument.presentationml.tags+xml"/>
  <Override PartName="/ppt/tags/tag1854.xml" ContentType="application/vnd.openxmlformats-officedocument.presentationml.tags+xml"/>
  <Override PartName="/ppt/tags/tag1855.xml" ContentType="application/vnd.openxmlformats-officedocument.presentationml.tags+xml"/>
  <Override PartName="/ppt/tags/tag1856.xml" ContentType="application/vnd.openxmlformats-officedocument.presentationml.tags+xml"/>
  <Override PartName="/ppt/tags/tag1857.xml" ContentType="application/vnd.openxmlformats-officedocument.presentationml.tags+xml"/>
  <Override PartName="/ppt/tags/tag1858.xml" ContentType="application/vnd.openxmlformats-officedocument.presentationml.tags+xml"/>
  <Override PartName="/ppt/tags/tag1859.xml" ContentType="application/vnd.openxmlformats-officedocument.presentationml.tags+xml"/>
  <Override PartName="/ppt/tags/tag1860.xml" ContentType="application/vnd.openxmlformats-officedocument.presentationml.tags+xml"/>
  <Override PartName="/ppt/tags/tag1861.xml" ContentType="application/vnd.openxmlformats-officedocument.presentationml.tags+xml"/>
  <Override PartName="/ppt/tags/tag1862.xml" ContentType="application/vnd.openxmlformats-officedocument.presentationml.tags+xml"/>
  <Override PartName="/ppt/tags/tag1863.xml" ContentType="application/vnd.openxmlformats-officedocument.presentationml.tags+xml"/>
  <Override PartName="/ppt/tags/tag1864.xml" ContentType="application/vnd.openxmlformats-officedocument.presentationml.tags+xml"/>
  <Override PartName="/ppt/tags/tag1865.xml" ContentType="application/vnd.openxmlformats-officedocument.presentationml.tags+xml"/>
  <Override PartName="/ppt/tags/tag1866.xml" ContentType="application/vnd.openxmlformats-officedocument.presentationml.tags+xml"/>
  <Override PartName="/ppt/tags/tag1867.xml" ContentType="application/vnd.openxmlformats-officedocument.presentationml.tags+xml"/>
  <Override PartName="/ppt/tags/tag1868.xml" ContentType="application/vnd.openxmlformats-officedocument.presentationml.tags+xml"/>
  <Override PartName="/ppt/tags/tag1869.xml" ContentType="application/vnd.openxmlformats-officedocument.presentationml.tags+xml"/>
  <Override PartName="/ppt/tags/tag1870.xml" ContentType="application/vnd.openxmlformats-officedocument.presentationml.tags+xml"/>
  <Override PartName="/ppt/tags/tag1871.xml" ContentType="application/vnd.openxmlformats-officedocument.presentationml.tags+xml"/>
  <Override PartName="/ppt/tags/tag1872.xml" ContentType="application/vnd.openxmlformats-officedocument.presentationml.tags+xml"/>
  <Override PartName="/ppt/tags/tag1873.xml" ContentType="application/vnd.openxmlformats-officedocument.presentationml.tags+xml"/>
  <Override PartName="/ppt/tags/tag1874.xml" ContentType="application/vnd.openxmlformats-officedocument.presentationml.tags+xml"/>
  <Override PartName="/ppt/tags/tag1875.xml" ContentType="application/vnd.openxmlformats-officedocument.presentationml.tags+xml"/>
  <Override PartName="/ppt/tags/tag1876.xml" ContentType="application/vnd.openxmlformats-officedocument.presentationml.tags+xml"/>
  <Override PartName="/ppt/tags/tag1877.xml" ContentType="application/vnd.openxmlformats-officedocument.presentationml.tags+xml"/>
  <Override PartName="/ppt/tags/tag1878.xml" ContentType="application/vnd.openxmlformats-officedocument.presentationml.tags+xml"/>
  <Override PartName="/ppt/tags/tag1879.xml" ContentType="application/vnd.openxmlformats-officedocument.presentationml.tags+xml"/>
  <Override PartName="/ppt/tags/tag1880.xml" ContentType="application/vnd.openxmlformats-officedocument.presentationml.tags+xml"/>
  <Override PartName="/ppt/tags/tag1881.xml" ContentType="application/vnd.openxmlformats-officedocument.presentationml.tags+xml"/>
  <Override PartName="/ppt/tags/tag1882.xml" ContentType="application/vnd.openxmlformats-officedocument.presentationml.tags+xml"/>
  <Override PartName="/ppt/tags/tag1883.xml" ContentType="application/vnd.openxmlformats-officedocument.presentationml.tags+xml"/>
  <Override PartName="/ppt/tags/tag1884.xml" ContentType="application/vnd.openxmlformats-officedocument.presentationml.tags+xml"/>
  <Override PartName="/ppt/tags/tag1885.xml" ContentType="application/vnd.openxmlformats-officedocument.presentationml.tags+xml"/>
  <Override PartName="/ppt/tags/tag1886.xml" ContentType="application/vnd.openxmlformats-officedocument.presentationml.tags+xml"/>
  <Override PartName="/ppt/tags/tag1887.xml" ContentType="application/vnd.openxmlformats-officedocument.presentationml.tags+xml"/>
  <Override PartName="/ppt/tags/tag1888.xml" ContentType="application/vnd.openxmlformats-officedocument.presentationml.tags+xml"/>
  <Override PartName="/ppt/tags/tag1889.xml" ContentType="application/vnd.openxmlformats-officedocument.presentationml.tags+xml"/>
  <Override PartName="/ppt/tags/tag1890.xml" ContentType="application/vnd.openxmlformats-officedocument.presentationml.tags+xml"/>
  <Override PartName="/ppt/tags/tag1891.xml" ContentType="application/vnd.openxmlformats-officedocument.presentationml.tags+xml"/>
  <Override PartName="/ppt/tags/tag1892.xml" ContentType="application/vnd.openxmlformats-officedocument.presentationml.tags+xml"/>
  <Override PartName="/ppt/tags/tag1893.xml" ContentType="application/vnd.openxmlformats-officedocument.presentationml.tags+xml"/>
  <Override PartName="/ppt/tags/tag1894.xml" ContentType="application/vnd.openxmlformats-officedocument.presentationml.tags+xml"/>
  <Override PartName="/ppt/tags/tag1895.xml" ContentType="application/vnd.openxmlformats-officedocument.presentationml.tags+xml"/>
  <Override PartName="/ppt/tags/tag1896.xml" ContentType="application/vnd.openxmlformats-officedocument.presentationml.tags+xml"/>
  <Override PartName="/ppt/tags/tag1897.xml" ContentType="application/vnd.openxmlformats-officedocument.presentationml.tags+xml"/>
  <Override PartName="/ppt/tags/tag1898.xml" ContentType="application/vnd.openxmlformats-officedocument.presentationml.tags+xml"/>
  <Override PartName="/ppt/tags/tag1899.xml" ContentType="application/vnd.openxmlformats-officedocument.presentationml.tags+xml"/>
  <Override PartName="/ppt/tags/tag19.xml" ContentType="application/vnd.openxmlformats-officedocument.presentationml.tags+xml"/>
  <Override PartName="/ppt/tags/tag1900.xml" ContentType="application/vnd.openxmlformats-officedocument.presentationml.tags+xml"/>
  <Override PartName="/ppt/tags/tag1901.xml" ContentType="application/vnd.openxmlformats-officedocument.presentationml.tags+xml"/>
  <Override PartName="/ppt/tags/tag1902.xml" ContentType="application/vnd.openxmlformats-officedocument.presentationml.tags+xml"/>
  <Override PartName="/ppt/tags/tag1903.xml" ContentType="application/vnd.openxmlformats-officedocument.presentationml.tags+xml"/>
  <Override PartName="/ppt/tags/tag1904.xml" ContentType="application/vnd.openxmlformats-officedocument.presentationml.tags+xml"/>
  <Override PartName="/ppt/tags/tag1905.xml" ContentType="application/vnd.openxmlformats-officedocument.presentationml.tags+xml"/>
  <Override PartName="/ppt/tags/tag1906.xml" ContentType="application/vnd.openxmlformats-officedocument.presentationml.tags+xml"/>
  <Override PartName="/ppt/tags/tag1907.xml" ContentType="application/vnd.openxmlformats-officedocument.presentationml.tags+xml"/>
  <Override PartName="/ppt/tags/tag1908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256" r:id="rId3"/>
    <p:sldId id="265" r:id="rId12"/>
    <p:sldId id="266" r:id="rId13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2" r:id="rId38"/>
    <p:sldId id="291" r:id="rId39"/>
    <p:sldId id="293" r:id="rId40"/>
    <p:sldId id="294" r:id="rId41"/>
    <p:sldId id="295" r:id="rId42"/>
    <p:sldId id="296" r:id="rId43"/>
    <p:sldId id="297" r:id="rId44"/>
    <p:sldId id="298" r:id="rId45"/>
    <p:sldId id="299" r:id="rId47"/>
    <p:sldId id="300" r:id="rId48"/>
    <p:sldId id="301" r:id="rId49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3a284598-0e29-4bcc-8f10-7776425ba88f}">
          <p14:sldIdLst>
            <p14:sldId id="256"/>
          </p14:sldIdLst>
        </p14:section>
        <p14:section name="ch1" id="{d2e06d3c-54bd-4908-a893-a31f3724ba11}">
          <p14:sldIdLst>
            <p14:sldId id="257"/>
            <p14:sldId id="258"/>
            <p14:sldId id="259"/>
          </p14:sldIdLst>
        </p14:section>
        <p14:section name="ch2" id="{9243656e-8cdb-4d44-8729-ce06bddfad62}">
          <p14:sldIdLst>
            <p14:sldId id="262"/>
            <p14:sldId id="261"/>
            <p14:sldId id="260"/>
          </p14:sldIdLst>
        </p14:section>
        <p14:section name="ch3" id="{9e0cd0b5-8198-4093-84cf-3778d52f21f7}">
          <p14:sldIdLst>
            <p14:sldId id="263"/>
            <p14:sldId id="264"/>
            <p14:sldId id="265"/>
            <p14:sldId id="266"/>
          </p14:sldIdLst>
        </p14:section>
        <p14:section name="ch4" id="{01be23f7-c997-475c-941e-87bae54b8c92}">
          <p14:sldIdLst>
            <p14:sldId id="267"/>
            <p14:sldId id="268"/>
            <p14:sldId id="269"/>
          </p14:sldIdLst>
        </p14:section>
        <p14:section name="ch5" id="{95cf910f-a3a5-4190-937e-2ed4d3df3c1d}">
          <p14:sldIdLst>
            <p14:sldId id="270"/>
            <p14:sldId id="271"/>
          </p14:sldIdLst>
        </p14:section>
        <p14:section name="ch6" id="{a035fd72-1483-44f0-8ac7-1f13960946c8}">
          <p14:sldIdLst>
            <p14:sldId id="272"/>
            <p14:sldId id="273"/>
            <p14:sldId id="274"/>
            <p14:sldId id="275"/>
          </p14:sldIdLst>
        </p14:section>
        <p14:section name="ch7" id="{24f589d4-665d-4fc7-99d2-ace5cc0c911a}">
          <p14:sldIdLst>
            <p14:sldId id="276"/>
            <p14:sldId id="277"/>
            <p14:sldId id="278"/>
          </p14:sldIdLst>
        </p14:section>
        <p14:section name="ch8" id="{50c99227-c692-438b-851c-cada430d3961}">
          <p14:sldIdLst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ch9" id="{aefd41b4-88f0-46ee-9365-5e24b20a5c04}">
          <p14:sldIdLst>
            <p14:sldId id="285"/>
            <p14:sldId id="286"/>
            <p14:sldId id="287"/>
          </p14:sldIdLst>
        </p14:section>
        <p14:section name="ch10" id="{626a3dca-c6de-405d-b881-25667b31d23b}">
          <p14:sldIdLst>
            <p14:sldId id="288"/>
            <p14:sldId id="289"/>
            <p14:sldId id="290"/>
          </p14:sldIdLst>
        </p14:section>
        <p14:section name="ch11" id="{5a97981a-f0ee-4582-a685-14237da14fc1}">
          <p14:sldIdLst>
            <p14:sldId id="292"/>
            <p14:sldId id="291"/>
          </p14:sldIdLst>
        </p14:section>
        <p14:section name="ch12" id="{7aa1e7fb-9862-43d9-b1eb-1df284e1c576}">
          <p14:sldIdLst>
            <p14:sldId id="293"/>
            <p14:sldId id="294"/>
            <p14:sldId id="295"/>
            <p14:sldId id="296"/>
          </p14:sldIdLst>
        </p14:section>
        <p14:section name="ch13" id="{b3cb5a09-d424-45c7-bbe2-c5f4ce19bd79}">
          <p14:sldIdLst>
            <p14:sldId id="297"/>
            <p14:sldId id="298"/>
          </p14:sldIdLst>
        </p14:section>
        <p14:section name="ch14" id="{3efc7207-38d8-46a5-8d41-916b73c6bb8f}">
          <p14:sldIdLst>
            <p14:sldId id="299"/>
            <p14:sldId id="300"/>
          </p14:sldIdLst>
        </p14:section>
        <p14:section name="ch15" id="{b5595902-4a67-41e6-b525-3b6e768ea1d5}">
          <p14:sldIdLst>
            <p14:sldId id="301"/>
            <p14:sldId id="302"/>
            <p14:sldId id="303"/>
          </p14:sldIdLst>
        </p14:section>
        <p14:section name="ch16" id="{03dbc854-96bc-4388-b35f-c1897d3f08c2}">
          <p14:sldIdLst>
            <p14:sldId id="304"/>
            <p14:sldId id="305"/>
          </p14:sldIdLst>
        </p14:section>
        <p14:section name="ch17" id="{7c73581b-a559-410e-b9d6-28d27dff6914}">
          <p14:sldIdLst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9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</p14:sldIdLst>
        </p14:section>
        <p14:section name="无标题节" id="{d6b238d0-bfe7-4415-9dd3-a61e432f39e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晓敏" initials="王晓敏" lastIdx="0" clrIdx="0"/>
  <p:cmAuthor id="2" name="cc gg" initials="cg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155" Type="http://schemas.openxmlformats.org/officeDocument/2006/relationships/presProps" Target="presProps.xml"/><Relationship Id="rId156" Type="http://schemas.openxmlformats.org/officeDocument/2006/relationships/viewProps" Target="viewProps.xml"/><Relationship Id="rId157" Type="http://schemas.openxmlformats.org/officeDocument/2006/relationships/tableStyles" Target="tableStyles.xml"/><Relationship Id="rId158" Type="http://schemas.openxmlformats.org/officeDocument/2006/relationships/commentAuthors" Target="comment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202.xml"/><Relationship Id="rId2" Type="http://schemas.openxmlformats.org/officeDocument/2006/relationships/tags" Target="../tags/tag203.xml"/><Relationship Id="rId3" Type="http://schemas.openxmlformats.org/officeDocument/2006/relationships/tags" Target="../tags/tag204.xml"/><Relationship Id="rId4" Type="http://schemas.openxmlformats.org/officeDocument/2006/relationships/tags" Target="../tags/tag205.xml"/><Relationship Id="rId5" Type="http://schemas.openxmlformats.org/officeDocument/2006/relationships/tags" Target="../tags/tag206.xml"/><Relationship Id="rId6" Type="http://schemas.openxmlformats.org/officeDocument/2006/relationships/tags" Target="../tags/tag207.xml"/><Relationship Id="rId7" Type="http://schemas.openxmlformats.org/officeDocument/2006/relationships/tags" Target="../tags/tag208.xml"/><Relationship Id="rId8" Type="http://schemas.openxmlformats.org/officeDocument/2006/relationships/tags" Target="../tags/tag209.xml"/><Relationship Id="rId9" Type="http://schemas.openxmlformats.org/officeDocument/2006/relationships/tags" Target="../tags/tag210.xml"/><Relationship Id="rId10" Type="http://schemas.openxmlformats.org/officeDocument/2006/relationships/tags" Target="../tags/tag211.xml"/><Relationship Id="rId11" Type="http://schemas.openxmlformats.org/officeDocument/2006/relationships/tags" Target="../tags/tag212.xml"/><Relationship Id="rId12" Type="http://schemas.openxmlformats.org/officeDocument/2006/relationships/tags" Target="../tags/tag213.xml"/><Relationship Id="rId13" Type="http://schemas.openxmlformats.org/officeDocument/2006/relationships/tags" Target="../tags/tag214.xml"/><Relationship Id="rId14" Type="http://schemas.openxmlformats.org/officeDocument/2006/relationships/tags" Target="../tags/tag215.xml"/><Relationship Id="rId15" Type="http://schemas.openxmlformats.org/officeDocument/2006/relationships/tags" Target="../tags/tag216.xml"/><Relationship Id="rId16" Type="http://schemas.openxmlformats.org/officeDocument/2006/relationships/tags" Target="../tags/tag217.xml"/><Relationship Id="rId17" Type="http://schemas.openxmlformats.org/officeDocument/2006/relationships/image" Target="../media/image1.png"/><Relationship Id="rId18" Type="http://schemas.openxmlformats.org/officeDocument/2006/relationships/tags" Target="../tags/tag218.xml"/><Relationship Id="rId19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219.xml"/><Relationship Id="rId2" Type="http://schemas.openxmlformats.org/officeDocument/2006/relationships/tags" Target="../tags/tag220.xml"/><Relationship Id="rId3" Type="http://schemas.openxmlformats.org/officeDocument/2006/relationships/tags" Target="../tags/tag221.xml"/><Relationship Id="rId4" Type="http://schemas.openxmlformats.org/officeDocument/2006/relationships/tags" Target="../tags/tag222.xml"/><Relationship Id="rId5" Type="http://schemas.openxmlformats.org/officeDocument/2006/relationships/tags" Target="../tags/tag223.xml"/><Relationship Id="rId6" Type="http://schemas.openxmlformats.org/officeDocument/2006/relationships/tags" Target="../tags/tag224.xml"/><Relationship Id="rId7" Type="http://schemas.openxmlformats.org/officeDocument/2006/relationships/tags" Target="../tags/tag225.xml"/><Relationship Id="rId8" Type="http://schemas.openxmlformats.org/officeDocument/2006/relationships/tags" Target="../tags/tag226.xml"/><Relationship Id="rId9" Type="http://schemas.openxmlformats.org/officeDocument/2006/relationships/tags" Target="../tags/tag227.xml"/><Relationship Id="rId10" Type="http://schemas.openxmlformats.org/officeDocument/2006/relationships/tags" Target="../tags/tag228.xml"/><Relationship Id="rId11" Type="http://schemas.openxmlformats.org/officeDocument/2006/relationships/tags" Target="../tags/tag229.xml"/><Relationship Id="rId12" Type="http://schemas.openxmlformats.org/officeDocument/2006/relationships/tags" Target="../tags/tag230.xml"/><Relationship Id="rId13" Type="http://schemas.openxmlformats.org/officeDocument/2006/relationships/tags" Target="../tags/tag231.xml"/><Relationship Id="rId14" Type="http://schemas.openxmlformats.org/officeDocument/2006/relationships/tags" Target="../tags/tag232.xml"/><Relationship Id="rId15" Type="http://schemas.openxmlformats.org/officeDocument/2006/relationships/tags" Target="../tags/tag233.xml"/><Relationship Id="rId16" Type="http://schemas.openxmlformats.org/officeDocument/2006/relationships/tags" Target="../tags/tag234.xml"/><Relationship Id="rId17" Type="http://schemas.openxmlformats.org/officeDocument/2006/relationships/image" Target="../media/image1.png"/><Relationship Id="rId18" Type="http://schemas.openxmlformats.org/officeDocument/2006/relationships/tags" Target="../tags/tag235.xml"/><Relationship Id="rId19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432.xml"/><Relationship Id="rId2" Type="http://schemas.openxmlformats.org/officeDocument/2006/relationships/tags" Target="../tags/tag433.xml"/><Relationship Id="rId3" Type="http://schemas.openxmlformats.org/officeDocument/2006/relationships/tags" Target="../tags/tag434.xml"/><Relationship Id="rId4" Type="http://schemas.openxmlformats.org/officeDocument/2006/relationships/tags" Target="../tags/tag435.xml"/><Relationship Id="rId5" Type="http://schemas.openxmlformats.org/officeDocument/2006/relationships/tags" Target="../tags/tag436.xml"/><Relationship Id="rId6" Type="http://schemas.openxmlformats.org/officeDocument/2006/relationships/tags" Target="../tags/tag437.xml"/><Relationship Id="rId7" Type="http://schemas.openxmlformats.org/officeDocument/2006/relationships/tags" Target="../tags/tag438.xml"/><Relationship Id="rId8" Type="http://schemas.openxmlformats.org/officeDocument/2006/relationships/tags" Target="../tags/tag439.xml"/><Relationship Id="rId9" Type="http://schemas.openxmlformats.org/officeDocument/2006/relationships/tags" Target="../tags/tag440.xml"/><Relationship Id="rId10" Type="http://schemas.openxmlformats.org/officeDocument/2006/relationships/tags" Target="../tags/tag441.xml"/><Relationship Id="rId11" Type="http://schemas.openxmlformats.org/officeDocument/2006/relationships/tags" Target="../tags/tag442.xml"/><Relationship Id="rId12" Type="http://schemas.openxmlformats.org/officeDocument/2006/relationships/tags" Target="../tags/tag443.xml"/><Relationship Id="rId13" Type="http://schemas.openxmlformats.org/officeDocument/2006/relationships/tags" Target="../tags/tag444.xml"/><Relationship Id="rId14" Type="http://schemas.openxmlformats.org/officeDocument/2006/relationships/tags" Target="../tags/tag445.xml"/><Relationship Id="rId15" Type="http://schemas.openxmlformats.org/officeDocument/2006/relationships/tags" Target="../tags/tag446.xml"/><Relationship Id="rId16" Type="http://schemas.openxmlformats.org/officeDocument/2006/relationships/tags" Target="../tags/tag447.xml"/><Relationship Id="rId17" Type="http://schemas.openxmlformats.org/officeDocument/2006/relationships/image" Target="../media/image1.png"/><Relationship Id="rId18" Type="http://schemas.openxmlformats.org/officeDocument/2006/relationships/tags" Target="../tags/tag448.xml"/><Relationship Id="rId19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tags" Target="../tags/tag449.xml"/><Relationship Id="rId2" Type="http://schemas.openxmlformats.org/officeDocument/2006/relationships/tags" Target="../tags/tag450.xml"/><Relationship Id="rId3" Type="http://schemas.openxmlformats.org/officeDocument/2006/relationships/tags" Target="../tags/tag451.xml"/><Relationship Id="rId4" Type="http://schemas.openxmlformats.org/officeDocument/2006/relationships/tags" Target="../tags/tag452.xml"/><Relationship Id="rId5" Type="http://schemas.openxmlformats.org/officeDocument/2006/relationships/tags" Target="../tags/tag453.xml"/><Relationship Id="rId6" Type="http://schemas.openxmlformats.org/officeDocument/2006/relationships/tags" Target="../tags/tag454.xml"/><Relationship Id="rId7" Type="http://schemas.openxmlformats.org/officeDocument/2006/relationships/image" Target="../media/image1.png"/><Relationship Id="rId8" Type="http://schemas.openxmlformats.org/officeDocument/2006/relationships/tags" Target="../tags/tag455.xml"/><Relationship Id="rId9" Type="http://schemas.openxmlformats.org/officeDocument/2006/relationships/tags" Target="../tags/tag456.xml"/><Relationship Id="rId10" Type="http://schemas.openxmlformats.org/officeDocument/2006/relationships/tags" Target="../tags/tag457.xml"/><Relationship Id="rId11" Type="http://schemas.openxmlformats.org/officeDocument/2006/relationships/tags" Target="../tags/tag458.xml"/><Relationship Id="rId12" Type="http://schemas.openxmlformats.org/officeDocument/2006/relationships/tags" Target="../tags/tag459.xml"/><Relationship Id="rId13" Type="http://schemas.openxmlformats.org/officeDocument/2006/relationships/tags" Target="../tags/tag460.xml"/><Relationship Id="rId14" Type="http://schemas.openxmlformats.org/officeDocument/2006/relationships/tags" Target="../tags/tag461.xml"/><Relationship Id="rId15" Type="http://schemas.openxmlformats.org/officeDocument/2006/relationships/tags" Target="../tags/tag462.xml"/><Relationship Id="rId16" Type="http://schemas.openxmlformats.org/officeDocument/2006/relationships/tags" Target="../tags/tag463.xml"/><Relationship Id="rId17" Type="http://schemas.openxmlformats.org/officeDocument/2006/relationships/tags" Target="../tags/tag464.xml"/><Relationship Id="rId18" Type="http://schemas.openxmlformats.org/officeDocument/2006/relationships/tags" Target="../tags/tag465.xml"/><Relationship Id="rId19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tags" Target="../tags/tag466.xml"/><Relationship Id="rId2" Type="http://schemas.openxmlformats.org/officeDocument/2006/relationships/tags" Target="../tags/tag467.xml"/><Relationship Id="rId3" Type="http://schemas.openxmlformats.org/officeDocument/2006/relationships/tags" Target="../tags/tag468.xml"/><Relationship Id="rId4" Type="http://schemas.openxmlformats.org/officeDocument/2006/relationships/tags" Target="../tags/tag469.xml"/><Relationship Id="rId5" Type="http://schemas.openxmlformats.org/officeDocument/2006/relationships/tags" Target="../tags/tag470.xml"/><Relationship Id="rId6" Type="http://schemas.openxmlformats.org/officeDocument/2006/relationships/tags" Target="../tags/tag471.xml"/><Relationship Id="rId7" Type="http://schemas.openxmlformats.org/officeDocument/2006/relationships/image" Target="../media/image1.png"/><Relationship Id="rId8" Type="http://schemas.openxmlformats.org/officeDocument/2006/relationships/tags" Target="../tags/tag472.xml"/><Relationship Id="rId9" Type="http://schemas.openxmlformats.org/officeDocument/2006/relationships/tags" Target="../tags/tag473.xml"/><Relationship Id="rId10" Type="http://schemas.openxmlformats.org/officeDocument/2006/relationships/tags" Target="../tags/tag474.xml"/><Relationship Id="rId11" Type="http://schemas.openxmlformats.org/officeDocument/2006/relationships/tags" Target="../tags/tag475.xml"/><Relationship Id="rId12" Type="http://schemas.openxmlformats.org/officeDocument/2006/relationships/tags" Target="../tags/tag476.xml"/><Relationship Id="rId13" Type="http://schemas.openxmlformats.org/officeDocument/2006/relationships/tags" Target="../tags/tag477.xml"/><Relationship Id="rId14" Type="http://schemas.openxmlformats.org/officeDocument/2006/relationships/tags" Target="../tags/tag478.xml"/><Relationship Id="rId15" Type="http://schemas.openxmlformats.org/officeDocument/2006/relationships/tags" Target="../tags/tag479.xml"/><Relationship Id="rId16" Type="http://schemas.openxmlformats.org/officeDocument/2006/relationships/tags" Target="../tags/tag480.xml"/><Relationship Id="rId17" Type="http://schemas.openxmlformats.org/officeDocument/2006/relationships/tags" Target="../tags/tag481.xml"/><Relationship Id="rId18" Type="http://schemas.openxmlformats.org/officeDocument/2006/relationships/tags" Target="../tags/tag482.xml"/><Relationship Id="rId19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tags" Target="../tags/tag483.xml"/><Relationship Id="rId2" Type="http://schemas.openxmlformats.org/officeDocument/2006/relationships/tags" Target="../tags/tag484.xml"/><Relationship Id="rId3" Type="http://schemas.openxmlformats.org/officeDocument/2006/relationships/tags" Target="../tags/tag485.xml"/><Relationship Id="rId4" Type="http://schemas.openxmlformats.org/officeDocument/2006/relationships/tags" Target="../tags/tag486.xml"/><Relationship Id="rId5" Type="http://schemas.openxmlformats.org/officeDocument/2006/relationships/tags" Target="../tags/tag487.xml"/><Relationship Id="rId6" Type="http://schemas.openxmlformats.org/officeDocument/2006/relationships/tags" Target="../tags/tag488.xml"/><Relationship Id="rId7" Type="http://schemas.openxmlformats.org/officeDocument/2006/relationships/image" Target="../media/image1.png"/><Relationship Id="rId8" Type="http://schemas.openxmlformats.org/officeDocument/2006/relationships/tags" Target="../tags/tag489.xml"/><Relationship Id="rId9" Type="http://schemas.openxmlformats.org/officeDocument/2006/relationships/tags" Target="../tags/tag490.xml"/><Relationship Id="rId10" Type="http://schemas.openxmlformats.org/officeDocument/2006/relationships/tags" Target="../tags/tag491.xml"/><Relationship Id="rId11" Type="http://schemas.openxmlformats.org/officeDocument/2006/relationships/tags" Target="../tags/tag492.xml"/><Relationship Id="rId12" Type="http://schemas.openxmlformats.org/officeDocument/2006/relationships/tags" Target="../tags/tag493.xml"/><Relationship Id="rId13" Type="http://schemas.openxmlformats.org/officeDocument/2006/relationships/tags" Target="../tags/tag494.xml"/><Relationship Id="rId14" Type="http://schemas.openxmlformats.org/officeDocument/2006/relationships/tags" Target="../tags/tag495.xml"/><Relationship Id="rId15" Type="http://schemas.openxmlformats.org/officeDocument/2006/relationships/tags" Target="../tags/tag496.xml"/><Relationship Id="rId16" Type="http://schemas.openxmlformats.org/officeDocument/2006/relationships/tags" Target="../tags/tag497.xml"/><Relationship Id="rId17" Type="http://schemas.openxmlformats.org/officeDocument/2006/relationships/tags" Target="../tags/tag498.xml"/><Relationship Id="rId18" Type="http://schemas.openxmlformats.org/officeDocument/2006/relationships/tags" Target="../tags/tag499.xml"/><Relationship Id="rId19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tags" Target="../tags/tag500.xml"/><Relationship Id="rId2" Type="http://schemas.openxmlformats.org/officeDocument/2006/relationships/tags" Target="../tags/tag501.xml"/><Relationship Id="rId3" Type="http://schemas.openxmlformats.org/officeDocument/2006/relationships/tags" Target="../tags/tag502.xml"/><Relationship Id="rId4" Type="http://schemas.openxmlformats.org/officeDocument/2006/relationships/tags" Target="../tags/tag503.xml"/><Relationship Id="rId5" Type="http://schemas.openxmlformats.org/officeDocument/2006/relationships/tags" Target="../tags/tag504.xml"/><Relationship Id="rId6" Type="http://schemas.openxmlformats.org/officeDocument/2006/relationships/tags" Target="../tags/tag505.xml"/><Relationship Id="rId7" Type="http://schemas.openxmlformats.org/officeDocument/2006/relationships/image" Target="../media/image1.png"/><Relationship Id="rId8" Type="http://schemas.openxmlformats.org/officeDocument/2006/relationships/tags" Target="../tags/tag506.xml"/><Relationship Id="rId9" Type="http://schemas.openxmlformats.org/officeDocument/2006/relationships/tags" Target="../tags/tag507.xml"/><Relationship Id="rId10" Type="http://schemas.openxmlformats.org/officeDocument/2006/relationships/tags" Target="../tags/tag508.xml"/><Relationship Id="rId11" Type="http://schemas.openxmlformats.org/officeDocument/2006/relationships/tags" Target="../tags/tag509.xml"/><Relationship Id="rId12" Type="http://schemas.openxmlformats.org/officeDocument/2006/relationships/tags" Target="../tags/tag510.xml"/><Relationship Id="rId13" Type="http://schemas.openxmlformats.org/officeDocument/2006/relationships/tags" Target="../tags/tag511.xml"/><Relationship Id="rId14" Type="http://schemas.openxmlformats.org/officeDocument/2006/relationships/tags" Target="../tags/tag512.xml"/><Relationship Id="rId15" Type="http://schemas.openxmlformats.org/officeDocument/2006/relationships/tags" Target="../tags/tag513.xml"/><Relationship Id="rId16" Type="http://schemas.openxmlformats.org/officeDocument/2006/relationships/tags" Target="../tags/tag514.xml"/><Relationship Id="rId17" Type="http://schemas.openxmlformats.org/officeDocument/2006/relationships/tags" Target="../tags/tag515.xml"/><Relationship Id="rId18" Type="http://schemas.openxmlformats.org/officeDocument/2006/relationships/tags" Target="../tags/tag516.xml"/><Relationship Id="rId19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tags" Target="../tags/tag517.xml"/><Relationship Id="rId2" Type="http://schemas.openxmlformats.org/officeDocument/2006/relationships/tags" Target="../tags/tag518.xml"/><Relationship Id="rId3" Type="http://schemas.openxmlformats.org/officeDocument/2006/relationships/tags" Target="../tags/tag519.xml"/><Relationship Id="rId4" Type="http://schemas.openxmlformats.org/officeDocument/2006/relationships/tags" Target="../tags/tag520.xml"/><Relationship Id="rId5" Type="http://schemas.openxmlformats.org/officeDocument/2006/relationships/tags" Target="../tags/tag521.xml"/><Relationship Id="rId6" Type="http://schemas.openxmlformats.org/officeDocument/2006/relationships/tags" Target="../tags/tag522.xml"/><Relationship Id="rId7" Type="http://schemas.openxmlformats.org/officeDocument/2006/relationships/tags" Target="../tags/tag523.xml"/><Relationship Id="rId8" Type="http://schemas.openxmlformats.org/officeDocument/2006/relationships/tags" Target="../tags/tag524.xml"/><Relationship Id="rId9" Type="http://schemas.openxmlformats.org/officeDocument/2006/relationships/tags" Target="../tags/tag525.xml"/><Relationship Id="rId10" Type="http://schemas.openxmlformats.org/officeDocument/2006/relationships/tags" Target="../tags/tag526.xml"/><Relationship Id="rId11" Type="http://schemas.openxmlformats.org/officeDocument/2006/relationships/tags" Target="../tags/tag527.xml"/><Relationship Id="rId12" Type="http://schemas.openxmlformats.org/officeDocument/2006/relationships/tags" Target="../tags/tag528.xml"/><Relationship Id="rId13" Type="http://schemas.openxmlformats.org/officeDocument/2006/relationships/tags" Target="../tags/tag529.xml"/><Relationship Id="rId14" Type="http://schemas.openxmlformats.org/officeDocument/2006/relationships/tags" Target="../tags/tag530.xml"/><Relationship Id="rId15" Type="http://schemas.openxmlformats.org/officeDocument/2006/relationships/tags" Target="../tags/tag531.xml"/><Relationship Id="rId16" Type="http://schemas.openxmlformats.org/officeDocument/2006/relationships/tags" Target="../tags/tag532.xml"/><Relationship Id="rId17" Type="http://schemas.openxmlformats.org/officeDocument/2006/relationships/image" Target="../media/image1.png"/><Relationship Id="rId18" Type="http://schemas.openxmlformats.org/officeDocument/2006/relationships/tags" Target="../tags/tag533.xml"/><Relationship Id="rId19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tags" Target="../tags/tag534.xml"/><Relationship Id="rId2" Type="http://schemas.openxmlformats.org/officeDocument/2006/relationships/tags" Target="../tags/tag535.xml"/><Relationship Id="rId3" Type="http://schemas.openxmlformats.org/officeDocument/2006/relationships/tags" Target="../tags/tag536.xml"/><Relationship Id="rId4" Type="http://schemas.openxmlformats.org/officeDocument/2006/relationships/tags" Target="../tags/tag537.xml"/><Relationship Id="rId5" Type="http://schemas.openxmlformats.org/officeDocument/2006/relationships/tags" Target="../tags/tag538.xml"/><Relationship Id="rId6" Type="http://schemas.openxmlformats.org/officeDocument/2006/relationships/tags" Target="../tags/tag539.xml"/><Relationship Id="rId7" Type="http://schemas.openxmlformats.org/officeDocument/2006/relationships/image" Target="../media/image1.png"/><Relationship Id="rId8" Type="http://schemas.openxmlformats.org/officeDocument/2006/relationships/tags" Target="../tags/tag540.xml"/><Relationship Id="rId9" Type="http://schemas.openxmlformats.org/officeDocument/2006/relationships/tags" Target="../tags/tag541.xml"/><Relationship Id="rId10" Type="http://schemas.openxmlformats.org/officeDocument/2006/relationships/tags" Target="../tags/tag542.xml"/><Relationship Id="rId11" Type="http://schemas.openxmlformats.org/officeDocument/2006/relationships/tags" Target="../tags/tag543.xml"/><Relationship Id="rId12" Type="http://schemas.openxmlformats.org/officeDocument/2006/relationships/tags" Target="../tags/tag544.xml"/><Relationship Id="rId13" Type="http://schemas.openxmlformats.org/officeDocument/2006/relationships/tags" Target="../tags/tag545.xml"/><Relationship Id="rId14" Type="http://schemas.openxmlformats.org/officeDocument/2006/relationships/tags" Target="../tags/tag546.xml"/><Relationship Id="rId15" Type="http://schemas.openxmlformats.org/officeDocument/2006/relationships/tags" Target="../tags/tag547.xml"/><Relationship Id="rId16" Type="http://schemas.openxmlformats.org/officeDocument/2006/relationships/tags" Target="../tags/tag548.xml"/><Relationship Id="rId17" Type="http://schemas.openxmlformats.org/officeDocument/2006/relationships/tags" Target="../tags/tag549.xml"/><Relationship Id="rId18" Type="http://schemas.openxmlformats.org/officeDocument/2006/relationships/tags" Target="../tags/tag550.xml"/><Relationship Id="rId19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tags" Target="../tags/tag551.xml"/><Relationship Id="rId2" Type="http://schemas.openxmlformats.org/officeDocument/2006/relationships/tags" Target="../tags/tag552.xml"/><Relationship Id="rId3" Type="http://schemas.openxmlformats.org/officeDocument/2006/relationships/tags" Target="../tags/tag553.xml"/><Relationship Id="rId4" Type="http://schemas.openxmlformats.org/officeDocument/2006/relationships/tags" Target="../tags/tag554.xml"/><Relationship Id="rId5" Type="http://schemas.openxmlformats.org/officeDocument/2006/relationships/tags" Target="../tags/tag555.xml"/><Relationship Id="rId6" Type="http://schemas.openxmlformats.org/officeDocument/2006/relationships/tags" Target="../tags/tag556.xml"/><Relationship Id="rId7" Type="http://schemas.openxmlformats.org/officeDocument/2006/relationships/image" Target="../media/image1.png"/><Relationship Id="rId8" Type="http://schemas.openxmlformats.org/officeDocument/2006/relationships/tags" Target="../tags/tag557.xml"/><Relationship Id="rId9" Type="http://schemas.openxmlformats.org/officeDocument/2006/relationships/tags" Target="../tags/tag558.xml"/><Relationship Id="rId10" Type="http://schemas.openxmlformats.org/officeDocument/2006/relationships/tags" Target="../tags/tag559.xml"/><Relationship Id="rId11" Type="http://schemas.openxmlformats.org/officeDocument/2006/relationships/tags" Target="../tags/tag560.xml"/><Relationship Id="rId12" Type="http://schemas.openxmlformats.org/officeDocument/2006/relationships/tags" Target="../tags/tag561.xml"/><Relationship Id="rId13" Type="http://schemas.openxmlformats.org/officeDocument/2006/relationships/tags" Target="../tags/tag562.xml"/><Relationship Id="rId14" Type="http://schemas.openxmlformats.org/officeDocument/2006/relationships/tags" Target="../tags/tag563.xml"/><Relationship Id="rId15" Type="http://schemas.openxmlformats.org/officeDocument/2006/relationships/tags" Target="../tags/tag564.xml"/><Relationship Id="rId16" Type="http://schemas.openxmlformats.org/officeDocument/2006/relationships/tags" Target="../tags/tag565.xml"/><Relationship Id="rId17" Type="http://schemas.openxmlformats.org/officeDocument/2006/relationships/tags" Target="../tags/tag566.xml"/><Relationship Id="rId18" Type="http://schemas.openxmlformats.org/officeDocument/2006/relationships/tags" Target="../tags/tag567.xml"/><Relationship Id="rId19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tags" Target="../tags/tag568.xml"/><Relationship Id="rId2" Type="http://schemas.openxmlformats.org/officeDocument/2006/relationships/tags" Target="../tags/tag569.xml"/><Relationship Id="rId3" Type="http://schemas.openxmlformats.org/officeDocument/2006/relationships/tags" Target="../tags/tag570.xml"/><Relationship Id="rId4" Type="http://schemas.openxmlformats.org/officeDocument/2006/relationships/tags" Target="../tags/tag571.xml"/><Relationship Id="rId5" Type="http://schemas.openxmlformats.org/officeDocument/2006/relationships/tags" Target="../tags/tag572.xml"/><Relationship Id="rId6" Type="http://schemas.openxmlformats.org/officeDocument/2006/relationships/tags" Target="../tags/tag573.xml"/><Relationship Id="rId7" Type="http://schemas.openxmlformats.org/officeDocument/2006/relationships/tags" Target="../tags/tag574.xml"/><Relationship Id="rId8" Type="http://schemas.openxmlformats.org/officeDocument/2006/relationships/tags" Target="../tags/tag575.xml"/><Relationship Id="rId9" Type="http://schemas.openxmlformats.org/officeDocument/2006/relationships/tags" Target="../tags/tag576.xml"/><Relationship Id="rId10" Type="http://schemas.openxmlformats.org/officeDocument/2006/relationships/tags" Target="../tags/tag577.xml"/><Relationship Id="rId11" Type="http://schemas.openxmlformats.org/officeDocument/2006/relationships/tags" Target="../tags/tag578.xml"/><Relationship Id="rId12" Type="http://schemas.openxmlformats.org/officeDocument/2006/relationships/tags" Target="../tags/tag579.xml"/><Relationship Id="rId13" Type="http://schemas.openxmlformats.org/officeDocument/2006/relationships/tags" Target="../tags/tag580.xml"/><Relationship Id="rId14" Type="http://schemas.openxmlformats.org/officeDocument/2006/relationships/tags" Target="../tags/tag581.xml"/><Relationship Id="rId15" Type="http://schemas.openxmlformats.org/officeDocument/2006/relationships/tags" Target="../tags/tag582.xml"/><Relationship Id="rId16" Type="http://schemas.openxmlformats.org/officeDocument/2006/relationships/tags" Target="../tags/tag583.xml"/><Relationship Id="rId17" Type="http://schemas.openxmlformats.org/officeDocument/2006/relationships/image" Target="../media/image1.png"/><Relationship Id="rId18" Type="http://schemas.openxmlformats.org/officeDocument/2006/relationships/tags" Target="../tags/tag584.xml"/><Relationship Id="rId19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tags" Target="../tags/tag585.xml"/><Relationship Id="rId2" Type="http://schemas.openxmlformats.org/officeDocument/2006/relationships/tags" Target="../tags/tag586.xml"/><Relationship Id="rId3" Type="http://schemas.openxmlformats.org/officeDocument/2006/relationships/tags" Target="../tags/tag587.xml"/><Relationship Id="rId4" Type="http://schemas.openxmlformats.org/officeDocument/2006/relationships/tags" Target="../tags/tag588.xml"/><Relationship Id="rId5" Type="http://schemas.openxmlformats.org/officeDocument/2006/relationships/tags" Target="../tags/tag589.xml"/><Relationship Id="rId6" Type="http://schemas.openxmlformats.org/officeDocument/2006/relationships/tags" Target="../tags/tag590.xml"/><Relationship Id="rId7" Type="http://schemas.openxmlformats.org/officeDocument/2006/relationships/image" Target="../media/image1.png"/><Relationship Id="rId8" Type="http://schemas.openxmlformats.org/officeDocument/2006/relationships/tags" Target="../tags/tag591.xml"/><Relationship Id="rId9" Type="http://schemas.openxmlformats.org/officeDocument/2006/relationships/tags" Target="../tags/tag592.xml"/><Relationship Id="rId10" Type="http://schemas.openxmlformats.org/officeDocument/2006/relationships/tags" Target="../tags/tag593.xml"/><Relationship Id="rId11" Type="http://schemas.openxmlformats.org/officeDocument/2006/relationships/tags" Target="../tags/tag594.xml"/><Relationship Id="rId12" Type="http://schemas.openxmlformats.org/officeDocument/2006/relationships/tags" Target="../tags/tag595.xml"/><Relationship Id="rId13" Type="http://schemas.openxmlformats.org/officeDocument/2006/relationships/tags" Target="../tags/tag596.xml"/><Relationship Id="rId14" Type="http://schemas.openxmlformats.org/officeDocument/2006/relationships/tags" Target="../tags/tag597.xml"/><Relationship Id="rId15" Type="http://schemas.openxmlformats.org/officeDocument/2006/relationships/tags" Target="../tags/tag598.xml"/><Relationship Id="rId16" Type="http://schemas.openxmlformats.org/officeDocument/2006/relationships/tags" Target="../tags/tag599.xml"/><Relationship Id="rId17" Type="http://schemas.openxmlformats.org/officeDocument/2006/relationships/tags" Target="../tags/tag600.xml"/><Relationship Id="rId18" Type="http://schemas.openxmlformats.org/officeDocument/2006/relationships/tags" Target="../tags/tag601.xml"/><Relationship Id="rId19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tags" Target="../tags/tag602.xml"/><Relationship Id="rId2" Type="http://schemas.openxmlformats.org/officeDocument/2006/relationships/tags" Target="../tags/tag603.xml"/><Relationship Id="rId3" Type="http://schemas.openxmlformats.org/officeDocument/2006/relationships/tags" Target="../tags/tag604.xml"/><Relationship Id="rId4" Type="http://schemas.openxmlformats.org/officeDocument/2006/relationships/tags" Target="../tags/tag605.xml"/><Relationship Id="rId5" Type="http://schemas.openxmlformats.org/officeDocument/2006/relationships/tags" Target="../tags/tag606.xml"/><Relationship Id="rId6" Type="http://schemas.openxmlformats.org/officeDocument/2006/relationships/tags" Target="../tags/tag607.xml"/><Relationship Id="rId7" Type="http://schemas.openxmlformats.org/officeDocument/2006/relationships/image" Target="../media/image1.png"/><Relationship Id="rId8" Type="http://schemas.openxmlformats.org/officeDocument/2006/relationships/tags" Target="../tags/tag608.xml"/><Relationship Id="rId9" Type="http://schemas.openxmlformats.org/officeDocument/2006/relationships/tags" Target="../tags/tag609.xml"/><Relationship Id="rId10" Type="http://schemas.openxmlformats.org/officeDocument/2006/relationships/tags" Target="../tags/tag610.xml"/><Relationship Id="rId1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tags" Target="../tags/tag611.xml"/><Relationship Id="rId2" Type="http://schemas.openxmlformats.org/officeDocument/2006/relationships/tags" Target="../tags/tag612.xml"/><Relationship Id="rId3" Type="http://schemas.openxmlformats.org/officeDocument/2006/relationships/tags" Target="../tags/tag613.xml"/><Relationship Id="rId4" Type="http://schemas.openxmlformats.org/officeDocument/2006/relationships/tags" Target="../tags/tag614.xml"/><Relationship Id="rId5" Type="http://schemas.openxmlformats.org/officeDocument/2006/relationships/tags" Target="../tags/tag615.xml"/><Relationship Id="rId6" Type="http://schemas.openxmlformats.org/officeDocument/2006/relationships/tags" Target="../tags/tag616.xml"/><Relationship Id="rId7" Type="http://schemas.openxmlformats.org/officeDocument/2006/relationships/tags" Target="../tags/tag617.xml"/><Relationship Id="rId8" Type="http://schemas.openxmlformats.org/officeDocument/2006/relationships/tags" Target="../tags/tag618.xml"/><Relationship Id="rId9" Type="http://schemas.openxmlformats.org/officeDocument/2006/relationships/tags" Target="../tags/tag619.xml"/><Relationship Id="rId10" Type="http://schemas.openxmlformats.org/officeDocument/2006/relationships/tags" Target="../tags/tag620.xml"/><Relationship Id="rId11" Type="http://schemas.openxmlformats.org/officeDocument/2006/relationships/tags" Target="../tags/tag621.xml"/><Relationship Id="rId12" Type="http://schemas.openxmlformats.org/officeDocument/2006/relationships/tags" Target="../tags/tag622.xml"/><Relationship Id="rId13" Type="http://schemas.openxmlformats.org/officeDocument/2006/relationships/tags" Target="../tags/tag623.xml"/><Relationship Id="rId14" Type="http://schemas.openxmlformats.org/officeDocument/2006/relationships/tags" Target="../tags/tag624.xml"/><Relationship Id="rId15" Type="http://schemas.openxmlformats.org/officeDocument/2006/relationships/tags" Target="../tags/tag625.xml"/><Relationship Id="rId16" Type="http://schemas.openxmlformats.org/officeDocument/2006/relationships/tags" Target="../tags/tag626.xml"/><Relationship Id="rId17" Type="http://schemas.openxmlformats.org/officeDocument/2006/relationships/image" Target="../media/image1.png"/><Relationship Id="rId18" Type="http://schemas.openxmlformats.org/officeDocument/2006/relationships/tags" Target="../tags/tag627.xml"/><Relationship Id="rId19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tags" Target="../tags/tag628.xml"/><Relationship Id="rId2" Type="http://schemas.openxmlformats.org/officeDocument/2006/relationships/tags" Target="../tags/tag629.xml"/><Relationship Id="rId3" Type="http://schemas.openxmlformats.org/officeDocument/2006/relationships/tags" Target="../tags/tag630.xml"/><Relationship Id="rId4" Type="http://schemas.openxmlformats.org/officeDocument/2006/relationships/tags" Target="../tags/tag631.xml"/><Relationship Id="rId5" Type="http://schemas.openxmlformats.org/officeDocument/2006/relationships/tags" Target="../tags/tag632.xml"/><Relationship Id="rId6" Type="http://schemas.openxmlformats.org/officeDocument/2006/relationships/tags" Target="../tags/tag633.xml"/><Relationship Id="rId7" Type="http://schemas.openxmlformats.org/officeDocument/2006/relationships/tags" Target="../tags/tag634.xml"/><Relationship Id="rId8" Type="http://schemas.openxmlformats.org/officeDocument/2006/relationships/tags" Target="../tags/tag635.xml"/><Relationship Id="rId9" Type="http://schemas.openxmlformats.org/officeDocument/2006/relationships/tags" Target="../tags/tag636.xml"/><Relationship Id="rId10" Type="http://schemas.openxmlformats.org/officeDocument/2006/relationships/tags" Target="../tags/tag637.xml"/><Relationship Id="rId11" Type="http://schemas.openxmlformats.org/officeDocument/2006/relationships/tags" Target="../tags/tag638.xml"/><Relationship Id="rId12" Type="http://schemas.openxmlformats.org/officeDocument/2006/relationships/tags" Target="../tags/tag639.xml"/><Relationship Id="rId13" Type="http://schemas.openxmlformats.org/officeDocument/2006/relationships/tags" Target="../tags/tag640.xml"/><Relationship Id="rId14" Type="http://schemas.openxmlformats.org/officeDocument/2006/relationships/tags" Target="../tags/tag641.xml"/><Relationship Id="rId15" Type="http://schemas.openxmlformats.org/officeDocument/2006/relationships/tags" Target="../tags/tag642.xml"/><Relationship Id="rId16" Type="http://schemas.openxmlformats.org/officeDocument/2006/relationships/tags" Target="../tags/tag643.xml"/><Relationship Id="rId17" Type="http://schemas.openxmlformats.org/officeDocument/2006/relationships/image" Target="../media/image1.png"/><Relationship Id="rId18" Type="http://schemas.openxmlformats.org/officeDocument/2006/relationships/tags" Target="../tags/tag644.xml"/><Relationship Id="rId19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tags" Target="../tags/tag645.xml"/><Relationship Id="rId2" Type="http://schemas.openxmlformats.org/officeDocument/2006/relationships/tags" Target="../tags/tag646.xml"/><Relationship Id="rId3" Type="http://schemas.openxmlformats.org/officeDocument/2006/relationships/tags" Target="../tags/tag647.xml"/><Relationship Id="rId4" Type="http://schemas.openxmlformats.org/officeDocument/2006/relationships/tags" Target="../tags/tag648.xml"/><Relationship Id="rId5" Type="http://schemas.openxmlformats.org/officeDocument/2006/relationships/tags" Target="../tags/tag649.xml"/><Relationship Id="rId6" Type="http://schemas.openxmlformats.org/officeDocument/2006/relationships/tags" Target="../tags/tag650.xml"/><Relationship Id="rId7" Type="http://schemas.openxmlformats.org/officeDocument/2006/relationships/tags" Target="../tags/tag651.xml"/><Relationship Id="rId8" Type="http://schemas.openxmlformats.org/officeDocument/2006/relationships/tags" Target="../tags/tag652.xml"/><Relationship Id="rId9" Type="http://schemas.openxmlformats.org/officeDocument/2006/relationships/tags" Target="../tags/tag653.xml"/><Relationship Id="rId10" Type="http://schemas.openxmlformats.org/officeDocument/2006/relationships/tags" Target="../tags/tag654.xml"/><Relationship Id="rId11" Type="http://schemas.openxmlformats.org/officeDocument/2006/relationships/tags" Target="../tags/tag655.xml"/><Relationship Id="rId12" Type="http://schemas.openxmlformats.org/officeDocument/2006/relationships/tags" Target="../tags/tag656.xml"/><Relationship Id="rId13" Type="http://schemas.openxmlformats.org/officeDocument/2006/relationships/tags" Target="../tags/tag657.xml"/><Relationship Id="rId14" Type="http://schemas.openxmlformats.org/officeDocument/2006/relationships/tags" Target="../tags/tag658.xml"/><Relationship Id="rId15" Type="http://schemas.openxmlformats.org/officeDocument/2006/relationships/tags" Target="../tags/tag659.xml"/><Relationship Id="rId16" Type="http://schemas.openxmlformats.org/officeDocument/2006/relationships/tags" Target="../tags/tag660.xml"/><Relationship Id="rId17" Type="http://schemas.openxmlformats.org/officeDocument/2006/relationships/image" Target="../media/image1.png"/><Relationship Id="rId18" Type="http://schemas.openxmlformats.org/officeDocument/2006/relationships/tags" Target="../tags/tag661.xml"/><Relationship Id="rId19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tags" Target="../tags/tag662.xml"/><Relationship Id="rId2" Type="http://schemas.openxmlformats.org/officeDocument/2006/relationships/tags" Target="../tags/tag663.xml"/><Relationship Id="rId3" Type="http://schemas.openxmlformats.org/officeDocument/2006/relationships/tags" Target="../tags/tag664.xml"/><Relationship Id="rId4" Type="http://schemas.openxmlformats.org/officeDocument/2006/relationships/tags" Target="../tags/tag665.xml"/><Relationship Id="rId5" Type="http://schemas.openxmlformats.org/officeDocument/2006/relationships/tags" Target="../tags/tag666.xml"/><Relationship Id="rId6" Type="http://schemas.openxmlformats.org/officeDocument/2006/relationships/tags" Target="../tags/tag667.xml"/><Relationship Id="rId7" Type="http://schemas.openxmlformats.org/officeDocument/2006/relationships/image" Target="../media/image1.png"/><Relationship Id="rId8" Type="http://schemas.openxmlformats.org/officeDocument/2006/relationships/tags" Target="../tags/tag668.xml"/><Relationship Id="rId9" Type="http://schemas.openxmlformats.org/officeDocument/2006/relationships/tags" Target="../tags/tag669.xml"/><Relationship Id="rId10" Type="http://schemas.openxmlformats.org/officeDocument/2006/relationships/tags" Target="../tags/tag670.xml"/><Relationship Id="rId11" Type="http://schemas.openxmlformats.org/officeDocument/2006/relationships/tags" Target="../tags/tag671.xml"/><Relationship Id="rId12" Type="http://schemas.openxmlformats.org/officeDocument/2006/relationships/tags" Target="../tags/tag672.xml"/><Relationship Id="rId13" Type="http://schemas.openxmlformats.org/officeDocument/2006/relationships/tags" Target="../tags/tag673.xml"/><Relationship Id="rId14" Type="http://schemas.openxmlformats.org/officeDocument/2006/relationships/tags" Target="../tags/tag674.xml"/><Relationship Id="rId15" Type="http://schemas.openxmlformats.org/officeDocument/2006/relationships/tags" Target="../tags/tag675.xml"/><Relationship Id="rId16" Type="http://schemas.openxmlformats.org/officeDocument/2006/relationships/tags" Target="../tags/tag676.xml"/><Relationship Id="rId17" Type="http://schemas.openxmlformats.org/officeDocument/2006/relationships/tags" Target="../tags/tag677.xml"/><Relationship Id="rId18" Type="http://schemas.openxmlformats.org/officeDocument/2006/relationships/tags" Target="../tags/tag678.xml"/><Relationship Id="rId19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tags" Target="../tags/tag679.xml"/><Relationship Id="rId2" Type="http://schemas.openxmlformats.org/officeDocument/2006/relationships/tags" Target="../tags/tag680.xml"/><Relationship Id="rId3" Type="http://schemas.openxmlformats.org/officeDocument/2006/relationships/tags" Target="../tags/tag681.xml"/><Relationship Id="rId4" Type="http://schemas.openxmlformats.org/officeDocument/2006/relationships/tags" Target="../tags/tag682.xml"/><Relationship Id="rId5" Type="http://schemas.openxmlformats.org/officeDocument/2006/relationships/tags" Target="../tags/tag683.xml"/><Relationship Id="rId6" Type="http://schemas.openxmlformats.org/officeDocument/2006/relationships/tags" Target="../tags/tag684.xml"/><Relationship Id="rId7" Type="http://schemas.openxmlformats.org/officeDocument/2006/relationships/image" Target="../media/image1.png"/><Relationship Id="rId8" Type="http://schemas.openxmlformats.org/officeDocument/2006/relationships/tags" Target="../tags/tag685.xml"/><Relationship Id="rId9" Type="http://schemas.openxmlformats.org/officeDocument/2006/relationships/tags" Target="../tags/tag686.xml"/><Relationship Id="rId10" Type="http://schemas.openxmlformats.org/officeDocument/2006/relationships/tags" Target="../tags/tag687.xml"/><Relationship Id="rId11" Type="http://schemas.openxmlformats.org/officeDocument/2006/relationships/tags" Target="../tags/tag688.xml"/><Relationship Id="rId12" Type="http://schemas.openxmlformats.org/officeDocument/2006/relationships/tags" Target="../tags/tag689.xml"/><Relationship Id="rId13" Type="http://schemas.openxmlformats.org/officeDocument/2006/relationships/tags" Target="../tags/tag690.xml"/><Relationship Id="rId14" Type="http://schemas.openxmlformats.org/officeDocument/2006/relationships/tags" Target="../tags/tag691.xml"/><Relationship Id="rId15" Type="http://schemas.openxmlformats.org/officeDocument/2006/relationships/tags" Target="../tags/tag692.xml"/><Relationship Id="rId16" Type="http://schemas.openxmlformats.org/officeDocument/2006/relationships/tags" Target="../tags/tag693.xml"/><Relationship Id="rId17" Type="http://schemas.openxmlformats.org/officeDocument/2006/relationships/tags" Target="../tags/tag694.xml"/><Relationship Id="rId18" Type="http://schemas.openxmlformats.org/officeDocument/2006/relationships/tags" Target="../tags/tag695.xml"/><Relationship Id="rId19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tags" Target="../tags/tag696.xml"/><Relationship Id="rId2" Type="http://schemas.openxmlformats.org/officeDocument/2006/relationships/tags" Target="../tags/tag697.xml"/><Relationship Id="rId3" Type="http://schemas.openxmlformats.org/officeDocument/2006/relationships/tags" Target="../tags/tag698.xml"/><Relationship Id="rId4" Type="http://schemas.openxmlformats.org/officeDocument/2006/relationships/tags" Target="../tags/tag699.xml"/><Relationship Id="rId5" Type="http://schemas.openxmlformats.org/officeDocument/2006/relationships/tags" Target="../tags/tag700.xml"/><Relationship Id="rId6" Type="http://schemas.openxmlformats.org/officeDocument/2006/relationships/tags" Target="../tags/tag701.xml"/><Relationship Id="rId7" Type="http://schemas.openxmlformats.org/officeDocument/2006/relationships/image" Target="../media/image1.png"/><Relationship Id="rId8" Type="http://schemas.openxmlformats.org/officeDocument/2006/relationships/tags" Target="../tags/tag702.xml"/><Relationship Id="rId9" Type="http://schemas.openxmlformats.org/officeDocument/2006/relationships/tags" Target="../tags/tag703.xml"/><Relationship Id="rId10" Type="http://schemas.openxmlformats.org/officeDocument/2006/relationships/tags" Target="../tags/tag704.xml"/><Relationship Id="rId11" Type="http://schemas.openxmlformats.org/officeDocument/2006/relationships/tags" Target="../tags/tag705.xml"/><Relationship Id="rId12" Type="http://schemas.openxmlformats.org/officeDocument/2006/relationships/tags" Target="../tags/tag706.xml"/><Relationship Id="rId13" Type="http://schemas.openxmlformats.org/officeDocument/2006/relationships/tags" Target="../tags/tag707.xml"/><Relationship Id="rId14" Type="http://schemas.openxmlformats.org/officeDocument/2006/relationships/tags" Target="../tags/tag708.xml"/><Relationship Id="rId15" Type="http://schemas.openxmlformats.org/officeDocument/2006/relationships/tags" Target="../tags/tag709.xml"/><Relationship Id="rId16" Type="http://schemas.openxmlformats.org/officeDocument/2006/relationships/tags" Target="../tags/tag710.xml"/><Relationship Id="rId17" Type="http://schemas.openxmlformats.org/officeDocument/2006/relationships/tags" Target="../tags/tag711.xml"/><Relationship Id="rId18" Type="http://schemas.openxmlformats.org/officeDocument/2006/relationships/tags" Target="../tags/tag712.xml"/><Relationship Id="rId19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tags" Target="../tags/tag713.xml"/><Relationship Id="rId2" Type="http://schemas.openxmlformats.org/officeDocument/2006/relationships/tags" Target="../tags/tag714.xml"/><Relationship Id="rId3" Type="http://schemas.openxmlformats.org/officeDocument/2006/relationships/tags" Target="../tags/tag715.xml"/><Relationship Id="rId4" Type="http://schemas.openxmlformats.org/officeDocument/2006/relationships/tags" Target="../tags/tag716.xml"/><Relationship Id="rId5" Type="http://schemas.openxmlformats.org/officeDocument/2006/relationships/tags" Target="../tags/tag717.xml"/><Relationship Id="rId6" Type="http://schemas.openxmlformats.org/officeDocument/2006/relationships/tags" Target="../tags/tag718.xml"/><Relationship Id="rId7" Type="http://schemas.openxmlformats.org/officeDocument/2006/relationships/tags" Target="../tags/tag719.xml"/><Relationship Id="rId8" Type="http://schemas.openxmlformats.org/officeDocument/2006/relationships/tags" Target="../tags/tag720.xml"/><Relationship Id="rId9" Type="http://schemas.openxmlformats.org/officeDocument/2006/relationships/tags" Target="../tags/tag721.xml"/><Relationship Id="rId10" Type="http://schemas.openxmlformats.org/officeDocument/2006/relationships/tags" Target="../tags/tag722.xml"/><Relationship Id="rId11" Type="http://schemas.openxmlformats.org/officeDocument/2006/relationships/tags" Target="../tags/tag723.xml"/><Relationship Id="rId12" Type="http://schemas.openxmlformats.org/officeDocument/2006/relationships/tags" Target="../tags/tag724.xml"/><Relationship Id="rId13" Type="http://schemas.openxmlformats.org/officeDocument/2006/relationships/tags" Target="../tags/tag725.xml"/><Relationship Id="rId14" Type="http://schemas.openxmlformats.org/officeDocument/2006/relationships/tags" Target="../tags/tag726.xml"/><Relationship Id="rId15" Type="http://schemas.openxmlformats.org/officeDocument/2006/relationships/tags" Target="../tags/tag727.xml"/><Relationship Id="rId16" Type="http://schemas.openxmlformats.org/officeDocument/2006/relationships/tags" Target="../tags/tag728.xml"/><Relationship Id="rId17" Type="http://schemas.openxmlformats.org/officeDocument/2006/relationships/image" Target="../media/image1.png"/><Relationship Id="rId18" Type="http://schemas.openxmlformats.org/officeDocument/2006/relationships/tags" Target="../tags/tag729.xml"/><Relationship Id="rId19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tags" Target="../tags/tag730.xml"/><Relationship Id="rId2" Type="http://schemas.openxmlformats.org/officeDocument/2006/relationships/tags" Target="../tags/tag731.xml"/><Relationship Id="rId3" Type="http://schemas.openxmlformats.org/officeDocument/2006/relationships/tags" Target="../tags/tag732.xml"/><Relationship Id="rId4" Type="http://schemas.openxmlformats.org/officeDocument/2006/relationships/tags" Target="../tags/tag733.xml"/><Relationship Id="rId5" Type="http://schemas.openxmlformats.org/officeDocument/2006/relationships/tags" Target="../tags/tag734.xml"/><Relationship Id="rId6" Type="http://schemas.openxmlformats.org/officeDocument/2006/relationships/tags" Target="../tags/tag735.xml"/><Relationship Id="rId7" Type="http://schemas.openxmlformats.org/officeDocument/2006/relationships/tags" Target="../tags/tag736.xml"/><Relationship Id="rId8" Type="http://schemas.openxmlformats.org/officeDocument/2006/relationships/tags" Target="../tags/tag737.xml"/><Relationship Id="rId9" Type="http://schemas.openxmlformats.org/officeDocument/2006/relationships/tags" Target="../tags/tag738.xml"/><Relationship Id="rId10" Type="http://schemas.openxmlformats.org/officeDocument/2006/relationships/tags" Target="../tags/tag739.xml"/><Relationship Id="rId11" Type="http://schemas.openxmlformats.org/officeDocument/2006/relationships/tags" Target="../tags/tag740.xml"/><Relationship Id="rId12" Type="http://schemas.openxmlformats.org/officeDocument/2006/relationships/tags" Target="../tags/tag741.xml"/><Relationship Id="rId13" Type="http://schemas.openxmlformats.org/officeDocument/2006/relationships/tags" Target="../tags/tag742.xml"/><Relationship Id="rId14" Type="http://schemas.openxmlformats.org/officeDocument/2006/relationships/tags" Target="../tags/tag743.xml"/><Relationship Id="rId15" Type="http://schemas.openxmlformats.org/officeDocument/2006/relationships/tags" Target="../tags/tag744.xml"/><Relationship Id="rId16" Type="http://schemas.openxmlformats.org/officeDocument/2006/relationships/tags" Target="../tags/tag745.xml"/><Relationship Id="rId17" Type="http://schemas.openxmlformats.org/officeDocument/2006/relationships/image" Target="../media/image1.png"/><Relationship Id="rId18" Type="http://schemas.openxmlformats.org/officeDocument/2006/relationships/tags" Target="../tags/tag746.xml"/><Relationship Id="rId19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tags" Target="../tags/tag747.xml"/><Relationship Id="rId2" Type="http://schemas.openxmlformats.org/officeDocument/2006/relationships/tags" Target="../tags/tag748.xml"/><Relationship Id="rId3" Type="http://schemas.openxmlformats.org/officeDocument/2006/relationships/tags" Target="../tags/tag749.xml"/><Relationship Id="rId4" Type="http://schemas.openxmlformats.org/officeDocument/2006/relationships/tags" Target="../tags/tag750.xml"/><Relationship Id="rId5" Type="http://schemas.openxmlformats.org/officeDocument/2006/relationships/tags" Target="../tags/tag751.xml"/><Relationship Id="rId6" Type="http://schemas.openxmlformats.org/officeDocument/2006/relationships/tags" Target="../tags/tag752.xml"/><Relationship Id="rId7" Type="http://schemas.openxmlformats.org/officeDocument/2006/relationships/tags" Target="../tags/tag753.xml"/><Relationship Id="rId8" Type="http://schemas.openxmlformats.org/officeDocument/2006/relationships/tags" Target="../tags/tag754.xml"/><Relationship Id="rId9" Type="http://schemas.openxmlformats.org/officeDocument/2006/relationships/tags" Target="../tags/tag755.xml"/><Relationship Id="rId10" Type="http://schemas.openxmlformats.org/officeDocument/2006/relationships/tags" Target="../tags/tag756.xml"/><Relationship Id="rId11" Type="http://schemas.openxmlformats.org/officeDocument/2006/relationships/tags" Target="../tags/tag757.xml"/><Relationship Id="rId12" Type="http://schemas.openxmlformats.org/officeDocument/2006/relationships/tags" Target="../tags/tag758.xml"/><Relationship Id="rId13" Type="http://schemas.openxmlformats.org/officeDocument/2006/relationships/tags" Target="../tags/tag759.xml"/><Relationship Id="rId14" Type="http://schemas.openxmlformats.org/officeDocument/2006/relationships/tags" Target="../tags/tag760.xml"/><Relationship Id="rId15" Type="http://schemas.openxmlformats.org/officeDocument/2006/relationships/tags" Target="../tags/tag761.xml"/><Relationship Id="rId16" Type="http://schemas.openxmlformats.org/officeDocument/2006/relationships/tags" Target="../tags/tag762.xml"/><Relationship Id="rId17" Type="http://schemas.openxmlformats.org/officeDocument/2006/relationships/image" Target="../media/image1.png"/><Relationship Id="rId18" Type="http://schemas.openxmlformats.org/officeDocument/2006/relationships/tags" Target="../tags/tag763.xml"/><Relationship Id="rId19" Type="http://schemas.openxmlformats.org/officeDocument/2006/relationships/slideLayout" Target="../slideLayouts/slideLayout7.xml"/><Relationship Id="rId20" Type="http://schemas.openxmlformats.org/officeDocument/2006/relationships/notesSlide" Target="../notesSlides/notesSlide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tags" Target="../tags/tag764.xml"/><Relationship Id="rId2" Type="http://schemas.openxmlformats.org/officeDocument/2006/relationships/tags" Target="../tags/tag765.xml"/><Relationship Id="rId3" Type="http://schemas.openxmlformats.org/officeDocument/2006/relationships/tags" Target="../tags/tag766.xml"/><Relationship Id="rId4" Type="http://schemas.openxmlformats.org/officeDocument/2006/relationships/tags" Target="../tags/tag767.xml"/><Relationship Id="rId5" Type="http://schemas.openxmlformats.org/officeDocument/2006/relationships/tags" Target="../tags/tag768.xml"/><Relationship Id="rId6" Type="http://schemas.openxmlformats.org/officeDocument/2006/relationships/tags" Target="../tags/tag769.xml"/><Relationship Id="rId7" Type="http://schemas.openxmlformats.org/officeDocument/2006/relationships/image" Target="../media/image1.png"/><Relationship Id="rId8" Type="http://schemas.openxmlformats.org/officeDocument/2006/relationships/tags" Target="../tags/tag770.xml"/><Relationship Id="rId9" Type="http://schemas.openxmlformats.org/officeDocument/2006/relationships/tags" Target="../tags/tag771.xml"/><Relationship Id="rId10" Type="http://schemas.openxmlformats.org/officeDocument/2006/relationships/tags" Target="../tags/tag772.xml"/><Relationship Id="rId11" Type="http://schemas.openxmlformats.org/officeDocument/2006/relationships/tags" Target="../tags/tag773.xml"/><Relationship Id="rId12" Type="http://schemas.openxmlformats.org/officeDocument/2006/relationships/tags" Target="../tags/tag774.xml"/><Relationship Id="rId13" Type="http://schemas.openxmlformats.org/officeDocument/2006/relationships/tags" Target="../tags/tag775.xml"/><Relationship Id="rId14" Type="http://schemas.openxmlformats.org/officeDocument/2006/relationships/tags" Target="../tags/tag776.xml"/><Relationship Id="rId15" Type="http://schemas.openxmlformats.org/officeDocument/2006/relationships/tags" Target="../tags/tag777.xml"/><Relationship Id="rId16" Type="http://schemas.openxmlformats.org/officeDocument/2006/relationships/tags" Target="../tags/tag778.xml"/><Relationship Id="rId17" Type="http://schemas.openxmlformats.org/officeDocument/2006/relationships/tags" Target="../tags/tag779.xml"/><Relationship Id="rId18" Type="http://schemas.openxmlformats.org/officeDocument/2006/relationships/tags" Target="../tags/tag780.xml"/><Relationship Id="rId19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tags" Target="../tags/tag781.xml"/><Relationship Id="rId2" Type="http://schemas.openxmlformats.org/officeDocument/2006/relationships/tags" Target="../tags/tag782.xml"/><Relationship Id="rId3" Type="http://schemas.openxmlformats.org/officeDocument/2006/relationships/tags" Target="../tags/tag783.xml"/><Relationship Id="rId4" Type="http://schemas.openxmlformats.org/officeDocument/2006/relationships/tags" Target="../tags/tag784.xml"/><Relationship Id="rId5" Type="http://schemas.openxmlformats.org/officeDocument/2006/relationships/tags" Target="../tags/tag785.xml"/><Relationship Id="rId6" Type="http://schemas.openxmlformats.org/officeDocument/2006/relationships/tags" Target="../tags/tag786.xml"/><Relationship Id="rId7" Type="http://schemas.openxmlformats.org/officeDocument/2006/relationships/tags" Target="../tags/tag787.xml"/><Relationship Id="rId8" Type="http://schemas.openxmlformats.org/officeDocument/2006/relationships/tags" Target="../tags/tag788.xml"/><Relationship Id="rId9" Type="http://schemas.openxmlformats.org/officeDocument/2006/relationships/tags" Target="../tags/tag789.xml"/><Relationship Id="rId10" Type="http://schemas.openxmlformats.org/officeDocument/2006/relationships/tags" Target="../tags/tag790.xml"/><Relationship Id="rId11" Type="http://schemas.openxmlformats.org/officeDocument/2006/relationships/tags" Target="../tags/tag791.xml"/><Relationship Id="rId12" Type="http://schemas.openxmlformats.org/officeDocument/2006/relationships/tags" Target="../tags/tag792.xml"/><Relationship Id="rId13" Type="http://schemas.openxmlformats.org/officeDocument/2006/relationships/tags" Target="../tags/tag793.xml"/><Relationship Id="rId14" Type="http://schemas.openxmlformats.org/officeDocument/2006/relationships/tags" Target="../tags/tag794.xml"/><Relationship Id="rId15" Type="http://schemas.openxmlformats.org/officeDocument/2006/relationships/tags" Target="../tags/tag795.xml"/><Relationship Id="rId16" Type="http://schemas.openxmlformats.org/officeDocument/2006/relationships/tags" Target="../tags/tag796.xml"/><Relationship Id="rId17" Type="http://schemas.openxmlformats.org/officeDocument/2006/relationships/image" Target="../media/image1.png"/><Relationship Id="rId18" Type="http://schemas.openxmlformats.org/officeDocument/2006/relationships/tags" Target="../tags/tag797.xml"/><Relationship Id="rId19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tags" Target="../tags/tag798.xml"/><Relationship Id="rId2" Type="http://schemas.openxmlformats.org/officeDocument/2006/relationships/tags" Target="../tags/tag799.xml"/><Relationship Id="rId3" Type="http://schemas.openxmlformats.org/officeDocument/2006/relationships/tags" Target="../tags/tag800.xml"/><Relationship Id="rId4" Type="http://schemas.openxmlformats.org/officeDocument/2006/relationships/tags" Target="../tags/tag801.xml"/><Relationship Id="rId5" Type="http://schemas.openxmlformats.org/officeDocument/2006/relationships/tags" Target="../tags/tag802.xml"/><Relationship Id="rId6" Type="http://schemas.openxmlformats.org/officeDocument/2006/relationships/tags" Target="../tags/tag803.xml"/><Relationship Id="rId7" Type="http://schemas.openxmlformats.org/officeDocument/2006/relationships/image" Target="../media/image1.png"/><Relationship Id="rId8" Type="http://schemas.openxmlformats.org/officeDocument/2006/relationships/tags" Target="../tags/tag804.xml"/><Relationship Id="rId9" Type="http://schemas.openxmlformats.org/officeDocument/2006/relationships/tags" Target="../tags/tag805.xml"/><Relationship Id="rId10" Type="http://schemas.openxmlformats.org/officeDocument/2006/relationships/tags" Target="../tags/tag806.xml"/><Relationship Id="rId1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tags" Target="../tags/tag1659.xml"/><Relationship Id="rId2" Type="http://schemas.openxmlformats.org/officeDocument/2006/relationships/tags" Target="../tags/tag1660.xml"/><Relationship Id="rId3" Type="http://schemas.openxmlformats.org/officeDocument/2006/relationships/tags" Target="../tags/tag1661.xml"/><Relationship Id="rId4" Type="http://schemas.openxmlformats.org/officeDocument/2006/relationships/tags" Target="../tags/tag1662.xml"/><Relationship Id="rId5" Type="http://schemas.openxmlformats.org/officeDocument/2006/relationships/tags" Target="../tags/tag1663.xml"/><Relationship Id="rId6" Type="http://schemas.openxmlformats.org/officeDocument/2006/relationships/tags" Target="../tags/tag1664.xml"/><Relationship Id="rId7" Type="http://schemas.openxmlformats.org/officeDocument/2006/relationships/tags" Target="../tags/tag1665.xml"/><Relationship Id="rId8" Type="http://schemas.openxmlformats.org/officeDocument/2006/relationships/tags" Target="../tags/tag1666.xml"/><Relationship Id="rId9" Type="http://schemas.openxmlformats.org/officeDocument/2006/relationships/tags" Target="../tags/tag1667.xml"/><Relationship Id="rId10" Type="http://schemas.openxmlformats.org/officeDocument/2006/relationships/tags" Target="../tags/tag1668.xml"/><Relationship Id="rId11" Type="http://schemas.openxmlformats.org/officeDocument/2006/relationships/tags" Target="../tags/tag1669.xml"/><Relationship Id="rId12" Type="http://schemas.openxmlformats.org/officeDocument/2006/relationships/tags" Target="../tags/tag1670.xml"/><Relationship Id="rId13" Type="http://schemas.openxmlformats.org/officeDocument/2006/relationships/tags" Target="../tags/tag1671.xml"/><Relationship Id="rId14" Type="http://schemas.openxmlformats.org/officeDocument/2006/relationships/tags" Target="../tags/tag1672.xml"/><Relationship Id="rId15" Type="http://schemas.openxmlformats.org/officeDocument/2006/relationships/tags" Target="../tags/tag1673.xml"/><Relationship Id="rId16" Type="http://schemas.openxmlformats.org/officeDocument/2006/relationships/tags" Target="../tags/tag1674.xml"/><Relationship Id="rId17" Type="http://schemas.openxmlformats.org/officeDocument/2006/relationships/tags" Target="../tags/tag1675.xml"/><Relationship Id="rId18" Type="http://schemas.openxmlformats.org/officeDocument/2006/relationships/tags" Target="../tags/tag1676.xml"/><Relationship Id="rId19" Type="http://schemas.openxmlformats.org/officeDocument/2006/relationships/tags" Target="../tags/tag1677.xml"/><Relationship Id="rId20" Type="http://schemas.openxmlformats.org/officeDocument/2006/relationships/tags" Target="../tags/tag1678.xml"/><Relationship Id="rId21" Type="http://schemas.openxmlformats.org/officeDocument/2006/relationships/image" Target="../media/image1.png"/><Relationship Id="rId22" Type="http://schemas.openxmlformats.org/officeDocument/2006/relationships/tags" Target="../tags/tag1679.xml"/><Relationship Id="rId23" Type="http://schemas.openxmlformats.org/officeDocument/2006/relationships/tags" Target="../tags/tag1680.xml"/><Relationship Id="rId24" Type="http://schemas.openxmlformats.org/officeDocument/2006/relationships/tags" Target="../tags/tag1681.xml"/><Relationship Id="rId25" Type="http://schemas.openxmlformats.org/officeDocument/2006/relationships/tags" Target="../tags/tag1682.xml"/><Relationship Id="rId26" Type="http://schemas.openxmlformats.org/officeDocument/2006/relationships/tags" Target="../tags/tag1683.xml"/><Relationship Id="rId27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tags" Target="../tags/tag1684.xml"/><Relationship Id="rId2" Type="http://schemas.openxmlformats.org/officeDocument/2006/relationships/tags" Target="../tags/tag1685.xml"/><Relationship Id="rId3" Type="http://schemas.openxmlformats.org/officeDocument/2006/relationships/tags" Target="../tags/tag1686.xml"/><Relationship Id="rId4" Type="http://schemas.openxmlformats.org/officeDocument/2006/relationships/tags" Target="../tags/tag1687.xml"/><Relationship Id="rId5" Type="http://schemas.openxmlformats.org/officeDocument/2006/relationships/tags" Target="../tags/tag1688.xml"/><Relationship Id="rId6" Type="http://schemas.openxmlformats.org/officeDocument/2006/relationships/tags" Target="../tags/tag1689.xml"/><Relationship Id="rId7" Type="http://schemas.openxmlformats.org/officeDocument/2006/relationships/tags" Target="../tags/tag1690.xml"/><Relationship Id="rId8" Type="http://schemas.openxmlformats.org/officeDocument/2006/relationships/tags" Target="../tags/tag1691.xml"/><Relationship Id="rId9" Type="http://schemas.openxmlformats.org/officeDocument/2006/relationships/tags" Target="../tags/tag1692.xml"/><Relationship Id="rId10" Type="http://schemas.openxmlformats.org/officeDocument/2006/relationships/tags" Target="../tags/tag1693.xml"/><Relationship Id="rId11" Type="http://schemas.openxmlformats.org/officeDocument/2006/relationships/tags" Target="../tags/tag1694.xml"/><Relationship Id="rId12" Type="http://schemas.openxmlformats.org/officeDocument/2006/relationships/tags" Target="../tags/tag1695.xml"/><Relationship Id="rId13" Type="http://schemas.openxmlformats.org/officeDocument/2006/relationships/tags" Target="../tags/tag1696.xml"/><Relationship Id="rId14" Type="http://schemas.openxmlformats.org/officeDocument/2006/relationships/tags" Target="../tags/tag1697.xml"/><Relationship Id="rId15" Type="http://schemas.openxmlformats.org/officeDocument/2006/relationships/tags" Target="../tags/tag1698.xml"/><Relationship Id="rId16" Type="http://schemas.openxmlformats.org/officeDocument/2006/relationships/tags" Target="../tags/tag1699.xml"/><Relationship Id="rId17" Type="http://schemas.openxmlformats.org/officeDocument/2006/relationships/tags" Target="../tags/tag1700.xml"/><Relationship Id="rId18" Type="http://schemas.openxmlformats.org/officeDocument/2006/relationships/tags" Target="../tags/tag1701.xml"/><Relationship Id="rId19" Type="http://schemas.openxmlformats.org/officeDocument/2006/relationships/tags" Target="../tags/tag1702.xml"/><Relationship Id="rId20" Type="http://schemas.openxmlformats.org/officeDocument/2006/relationships/tags" Target="../tags/tag1703.xml"/><Relationship Id="rId21" Type="http://schemas.openxmlformats.org/officeDocument/2006/relationships/image" Target="../media/image1.png"/><Relationship Id="rId22" Type="http://schemas.openxmlformats.org/officeDocument/2006/relationships/tags" Target="../tags/tag1704.xml"/><Relationship Id="rId23" Type="http://schemas.openxmlformats.org/officeDocument/2006/relationships/tags" Target="../tags/tag1705.xml"/><Relationship Id="rId24" Type="http://schemas.openxmlformats.org/officeDocument/2006/relationships/tags" Target="../tags/tag1706.xml"/><Relationship Id="rId25" Type="http://schemas.openxmlformats.org/officeDocument/2006/relationships/tags" Target="../tags/tag1707.xml"/><Relationship Id="rId26" Type="http://schemas.openxmlformats.org/officeDocument/2006/relationships/tags" Target="../tags/tag1708.xml"/><Relationship Id="rId27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tags" Target="../tags/tag1709.xml"/><Relationship Id="rId2" Type="http://schemas.openxmlformats.org/officeDocument/2006/relationships/tags" Target="../tags/tag1710.xml"/><Relationship Id="rId3" Type="http://schemas.openxmlformats.org/officeDocument/2006/relationships/tags" Target="../tags/tag1711.xml"/><Relationship Id="rId4" Type="http://schemas.openxmlformats.org/officeDocument/2006/relationships/tags" Target="../tags/tag1712.xml"/><Relationship Id="rId5" Type="http://schemas.openxmlformats.org/officeDocument/2006/relationships/tags" Target="../tags/tag1713.xml"/><Relationship Id="rId6" Type="http://schemas.openxmlformats.org/officeDocument/2006/relationships/tags" Target="../tags/tag1714.xml"/><Relationship Id="rId7" Type="http://schemas.openxmlformats.org/officeDocument/2006/relationships/tags" Target="../tags/tag1715.xml"/><Relationship Id="rId8" Type="http://schemas.openxmlformats.org/officeDocument/2006/relationships/tags" Target="../tags/tag1716.xml"/><Relationship Id="rId9" Type="http://schemas.openxmlformats.org/officeDocument/2006/relationships/tags" Target="../tags/tag1717.xml"/><Relationship Id="rId10" Type="http://schemas.openxmlformats.org/officeDocument/2006/relationships/tags" Target="../tags/tag1718.xml"/><Relationship Id="rId11" Type="http://schemas.openxmlformats.org/officeDocument/2006/relationships/tags" Target="../tags/tag1719.xml"/><Relationship Id="rId12" Type="http://schemas.openxmlformats.org/officeDocument/2006/relationships/tags" Target="../tags/tag1720.xml"/><Relationship Id="rId13" Type="http://schemas.openxmlformats.org/officeDocument/2006/relationships/tags" Target="../tags/tag1721.xml"/><Relationship Id="rId14" Type="http://schemas.openxmlformats.org/officeDocument/2006/relationships/tags" Target="../tags/tag1722.xml"/><Relationship Id="rId15" Type="http://schemas.openxmlformats.org/officeDocument/2006/relationships/tags" Target="../tags/tag1723.xml"/><Relationship Id="rId16" Type="http://schemas.openxmlformats.org/officeDocument/2006/relationships/tags" Target="../tags/tag1724.xml"/><Relationship Id="rId17" Type="http://schemas.openxmlformats.org/officeDocument/2006/relationships/tags" Target="../tags/tag1725.xml"/><Relationship Id="rId18" Type="http://schemas.openxmlformats.org/officeDocument/2006/relationships/tags" Target="../tags/tag1726.xml"/><Relationship Id="rId19" Type="http://schemas.openxmlformats.org/officeDocument/2006/relationships/tags" Target="../tags/tag1727.xml"/><Relationship Id="rId20" Type="http://schemas.openxmlformats.org/officeDocument/2006/relationships/tags" Target="../tags/tag1728.xml"/><Relationship Id="rId21" Type="http://schemas.openxmlformats.org/officeDocument/2006/relationships/image" Target="../media/image1.png"/><Relationship Id="rId22" Type="http://schemas.openxmlformats.org/officeDocument/2006/relationships/tags" Target="../tags/tag1729.xml"/><Relationship Id="rId23" Type="http://schemas.openxmlformats.org/officeDocument/2006/relationships/tags" Target="../tags/tag1730.xml"/><Relationship Id="rId24" Type="http://schemas.openxmlformats.org/officeDocument/2006/relationships/tags" Target="../tags/tag1731.xml"/><Relationship Id="rId25" Type="http://schemas.openxmlformats.org/officeDocument/2006/relationships/tags" Target="../tags/tag1732.xml"/><Relationship Id="rId26" Type="http://schemas.openxmlformats.org/officeDocument/2006/relationships/tags" Target="../tags/tag1733.xml"/><Relationship Id="rId27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tags" Target="../tags/tag1734.xml"/><Relationship Id="rId2" Type="http://schemas.openxmlformats.org/officeDocument/2006/relationships/tags" Target="../tags/tag1735.xml"/><Relationship Id="rId3" Type="http://schemas.openxmlformats.org/officeDocument/2006/relationships/tags" Target="../tags/tag1736.xml"/><Relationship Id="rId4" Type="http://schemas.openxmlformats.org/officeDocument/2006/relationships/tags" Target="../tags/tag1737.xml"/><Relationship Id="rId5" Type="http://schemas.openxmlformats.org/officeDocument/2006/relationships/tags" Target="../tags/tag1738.xml"/><Relationship Id="rId6" Type="http://schemas.openxmlformats.org/officeDocument/2006/relationships/tags" Target="../tags/tag1739.xml"/><Relationship Id="rId7" Type="http://schemas.openxmlformats.org/officeDocument/2006/relationships/tags" Target="../tags/tag1740.xml"/><Relationship Id="rId8" Type="http://schemas.openxmlformats.org/officeDocument/2006/relationships/tags" Target="../tags/tag1741.xml"/><Relationship Id="rId9" Type="http://schemas.openxmlformats.org/officeDocument/2006/relationships/tags" Target="../tags/tag1742.xml"/><Relationship Id="rId10" Type="http://schemas.openxmlformats.org/officeDocument/2006/relationships/tags" Target="../tags/tag1743.xml"/><Relationship Id="rId11" Type="http://schemas.openxmlformats.org/officeDocument/2006/relationships/tags" Target="../tags/tag1744.xml"/><Relationship Id="rId12" Type="http://schemas.openxmlformats.org/officeDocument/2006/relationships/tags" Target="../tags/tag1745.xml"/><Relationship Id="rId13" Type="http://schemas.openxmlformats.org/officeDocument/2006/relationships/tags" Target="../tags/tag1746.xml"/><Relationship Id="rId14" Type="http://schemas.openxmlformats.org/officeDocument/2006/relationships/tags" Target="../tags/tag1747.xml"/><Relationship Id="rId15" Type="http://schemas.openxmlformats.org/officeDocument/2006/relationships/tags" Target="../tags/tag1748.xml"/><Relationship Id="rId16" Type="http://schemas.openxmlformats.org/officeDocument/2006/relationships/tags" Target="../tags/tag1749.xml"/><Relationship Id="rId17" Type="http://schemas.openxmlformats.org/officeDocument/2006/relationships/tags" Target="../tags/tag1750.xml"/><Relationship Id="rId18" Type="http://schemas.openxmlformats.org/officeDocument/2006/relationships/tags" Target="../tags/tag1751.xml"/><Relationship Id="rId19" Type="http://schemas.openxmlformats.org/officeDocument/2006/relationships/tags" Target="../tags/tag1752.xml"/><Relationship Id="rId20" Type="http://schemas.openxmlformats.org/officeDocument/2006/relationships/tags" Target="../tags/tag1753.xml"/><Relationship Id="rId21" Type="http://schemas.openxmlformats.org/officeDocument/2006/relationships/image" Target="../media/image1.png"/><Relationship Id="rId22" Type="http://schemas.openxmlformats.org/officeDocument/2006/relationships/tags" Target="../tags/tag1754.xml"/><Relationship Id="rId23" Type="http://schemas.openxmlformats.org/officeDocument/2006/relationships/tags" Target="../tags/tag1755.xml"/><Relationship Id="rId24" Type="http://schemas.openxmlformats.org/officeDocument/2006/relationships/tags" Target="../tags/tag1756.xml"/><Relationship Id="rId25" Type="http://schemas.openxmlformats.org/officeDocument/2006/relationships/tags" Target="../tags/tag1757.xml"/><Relationship Id="rId26" Type="http://schemas.openxmlformats.org/officeDocument/2006/relationships/tags" Target="../tags/tag1758.xml"/><Relationship Id="rId27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tags" Target="../tags/tag1759.xml"/><Relationship Id="rId2" Type="http://schemas.openxmlformats.org/officeDocument/2006/relationships/tags" Target="../tags/tag1760.xml"/><Relationship Id="rId3" Type="http://schemas.openxmlformats.org/officeDocument/2006/relationships/tags" Target="../tags/tag1761.xml"/><Relationship Id="rId4" Type="http://schemas.openxmlformats.org/officeDocument/2006/relationships/tags" Target="../tags/tag1762.xml"/><Relationship Id="rId5" Type="http://schemas.openxmlformats.org/officeDocument/2006/relationships/tags" Target="../tags/tag1763.xml"/><Relationship Id="rId6" Type="http://schemas.openxmlformats.org/officeDocument/2006/relationships/tags" Target="../tags/tag1764.xml"/><Relationship Id="rId7" Type="http://schemas.openxmlformats.org/officeDocument/2006/relationships/tags" Target="../tags/tag1765.xml"/><Relationship Id="rId8" Type="http://schemas.openxmlformats.org/officeDocument/2006/relationships/tags" Target="../tags/tag1766.xml"/><Relationship Id="rId9" Type="http://schemas.openxmlformats.org/officeDocument/2006/relationships/tags" Target="../tags/tag1767.xml"/><Relationship Id="rId10" Type="http://schemas.openxmlformats.org/officeDocument/2006/relationships/tags" Target="../tags/tag1768.xml"/><Relationship Id="rId11" Type="http://schemas.openxmlformats.org/officeDocument/2006/relationships/tags" Target="../tags/tag1769.xml"/><Relationship Id="rId12" Type="http://schemas.openxmlformats.org/officeDocument/2006/relationships/tags" Target="../tags/tag1770.xml"/><Relationship Id="rId13" Type="http://schemas.openxmlformats.org/officeDocument/2006/relationships/tags" Target="../tags/tag1771.xml"/><Relationship Id="rId14" Type="http://schemas.openxmlformats.org/officeDocument/2006/relationships/tags" Target="../tags/tag1772.xml"/><Relationship Id="rId15" Type="http://schemas.openxmlformats.org/officeDocument/2006/relationships/tags" Target="../tags/tag1773.xml"/><Relationship Id="rId16" Type="http://schemas.openxmlformats.org/officeDocument/2006/relationships/tags" Target="../tags/tag1774.xml"/><Relationship Id="rId17" Type="http://schemas.openxmlformats.org/officeDocument/2006/relationships/tags" Target="../tags/tag1775.xml"/><Relationship Id="rId18" Type="http://schemas.openxmlformats.org/officeDocument/2006/relationships/tags" Target="../tags/tag1776.xml"/><Relationship Id="rId19" Type="http://schemas.openxmlformats.org/officeDocument/2006/relationships/tags" Target="../tags/tag1777.xml"/><Relationship Id="rId20" Type="http://schemas.openxmlformats.org/officeDocument/2006/relationships/tags" Target="../tags/tag1778.xml"/><Relationship Id="rId21" Type="http://schemas.openxmlformats.org/officeDocument/2006/relationships/image" Target="../media/image1.png"/><Relationship Id="rId22" Type="http://schemas.openxmlformats.org/officeDocument/2006/relationships/tags" Target="../tags/tag1779.xml"/><Relationship Id="rId23" Type="http://schemas.openxmlformats.org/officeDocument/2006/relationships/tags" Target="../tags/tag1780.xml"/><Relationship Id="rId24" Type="http://schemas.openxmlformats.org/officeDocument/2006/relationships/tags" Target="../tags/tag1781.xml"/><Relationship Id="rId25" Type="http://schemas.openxmlformats.org/officeDocument/2006/relationships/tags" Target="../tags/tag1782.xml"/><Relationship Id="rId26" Type="http://schemas.openxmlformats.org/officeDocument/2006/relationships/tags" Target="../tags/tag1783.xml"/><Relationship Id="rId27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tags" Target="../tags/tag1784.xml"/><Relationship Id="rId2" Type="http://schemas.openxmlformats.org/officeDocument/2006/relationships/tags" Target="../tags/tag1785.xml"/><Relationship Id="rId3" Type="http://schemas.openxmlformats.org/officeDocument/2006/relationships/tags" Target="../tags/tag1786.xml"/><Relationship Id="rId4" Type="http://schemas.openxmlformats.org/officeDocument/2006/relationships/tags" Target="../tags/tag1787.xml"/><Relationship Id="rId5" Type="http://schemas.openxmlformats.org/officeDocument/2006/relationships/tags" Target="../tags/tag1788.xml"/><Relationship Id="rId6" Type="http://schemas.openxmlformats.org/officeDocument/2006/relationships/tags" Target="../tags/tag1789.xml"/><Relationship Id="rId7" Type="http://schemas.openxmlformats.org/officeDocument/2006/relationships/tags" Target="../tags/tag1790.xml"/><Relationship Id="rId8" Type="http://schemas.openxmlformats.org/officeDocument/2006/relationships/tags" Target="../tags/tag1791.xml"/><Relationship Id="rId9" Type="http://schemas.openxmlformats.org/officeDocument/2006/relationships/tags" Target="../tags/tag1792.xml"/><Relationship Id="rId10" Type="http://schemas.openxmlformats.org/officeDocument/2006/relationships/tags" Target="../tags/tag1793.xml"/><Relationship Id="rId11" Type="http://schemas.openxmlformats.org/officeDocument/2006/relationships/tags" Target="../tags/tag1794.xml"/><Relationship Id="rId12" Type="http://schemas.openxmlformats.org/officeDocument/2006/relationships/tags" Target="../tags/tag1795.xml"/><Relationship Id="rId13" Type="http://schemas.openxmlformats.org/officeDocument/2006/relationships/tags" Target="../tags/tag1796.xml"/><Relationship Id="rId14" Type="http://schemas.openxmlformats.org/officeDocument/2006/relationships/tags" Target="../tags/tag1797.xml"/><Relationship Id="rId15" Type="http://schemas.openxmlformats.org/officeDocument/2006/relationships/tags" Target="../tags/tag1798.xml"/><Relationship Id="rId16" Type="http://schemas.openxmlformats.org/officeDocument/2006/relationships/tags" Target="../tags/tag1799.xml"/><Relationship Id="rId17" Type="http://schemas.openxmlformats.org/officeDocument/2006/relationships/tags" Target="../tags/tag1800.xml"/><Relationship Id="rId18" Type="http://schemas.openxmlformats.org/officeDocument/2006/relationships/tags" Target="../tags/tag1801.xml"/><Relationship Id="rId19" Type="http://schemas.openxmlformats.org/officeDocument/2006/relationships/tags" Target="../tags/tag1802.xml"/><Relationship Id="rId20" Type="http://schemas.openxmlformats.org/officeDocument/2006/relationships/tags" Target="../tags/tag1803.xml"/><Relationship Id="rId21" Type="http://schemas.openxmlformats.org/officeDocument/2006/relationships/image" Target="../media/image1.png"/><Relationship Id="rId22" Type="http://schemas.openxmlformats.org/officeDocument/2006/relationships/tags" Target="../tags/tag1804.xml"/><Relationship Id="rId23" Type="http://schemas.openxmlformats.org/officeDocument/2006/relationships/tags" Target="../tags/tag1805.xml"/><Relationship Id="rId24" Type="http://schemas.openxmlformats.org/officeDocument/2006/relationships/tags" Target="../tags/tag1806.xml"/><Relationship Id="rId25" Type="http://schemas.openxmlformats.org/officeDocument/2006/relationships/tags" Target="../tags/tag1807.xml"/><Relationship Id="rId26" Type="http://schemas.openxmlformats.org/officeDocument/2006/relationships/tags" Target="../tags/tag1808.xml"/><Relationship Id="rId27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tags" Target="../tags/tag1809.xml"/><Relationship Id="rId2" Type="http://schemas.openxmlformats.org/officeDocument/2006/relationships/tags" Target="../tags/tag1810.xml"/><Relationship Id="rId3" Type="http://schemas.openxmlformats.org/officeDocument/2006/relationships/tags" Target="../tags/tag1811.xml"/><Relationship Id="rId4" Type="http://schemas.openxmlformats.org/officeDocument/2006/relationships/tags" Target="../tags/tag1812.xml"/><Relationship Id="rId5" Type="http://schemas.openxmlformats.org/officeDocument/2006/relationships/tags" Target="../tags/tag1813.xml"/><Relationship Id="rId6" Type="http://schemas.openxmlformats.org/officeDocument/2006/relationships/tags" Target="../tags/tag1814.xml"/><Relationship Id="rId7" Type="http://schemas.openxmlformats.org/officeDocument/2006/relationships/tags" Target="../tags/tag1815.xml"/><Relationship Id="rId8" Type="http://schemas.openxmlformats.org/officeDocument/2006/relationships/tags" Target="../tags/tag1816.xml"/><Relationship Id="rId9" Type="http://schemas.openxmlformats.org/officeDocument/2006/relationships/tags" Target="../tags/tag1817.xml"/><Relationship Id="rId10" Type="http://schemas.openxmlformats.org/officeDocument/2006/relationships/tags" Target="../tags/tag1818.xml"/><Relationship Id="rId11" Type="http://schemas.openxmlformats.org/officeDocument/2006/relationships/tags" Target="../tags/tag1819.xml"/><Relationship Id="rId12" Type="http://schemas.openxmlformats.org/officeDocument/2006/relationships/tags" Target="../tags/tag1820.xml"/><Relationship Id="rId13" Type="http://schemas.openxmlformats.org/officeDocument/2006/relationships/tags" Target="../tags/tag1821.xml"/><Relationship Id="rId14" Type="http://schemas.openxmlformats.org/officeDocument/2006/relationships/tags" Target="../tags/tag1822.xml"/><Relationship Id="rId15" Type="http://schemas.openxmlformats.org/officeDocument/2006/relationships/tags" Target="../tags/tag1823.xml"/><Relationship Id="rId16" Type="http://schemas.openxmlformats.org/officeDocument/2006/relationships/tags" Target="../tags/tag1824.xml"/><Relationship Id="rId17" Type="http://schemas.openxmlformats.org/officeDocument/2006/relationships/tags" Target="../tags/tag1825.xml"/><Relationship Id="rId18" Type="http://schemas.openxmlformats.org/officeDocument/2006/relationships/tags" Target="../tags/tag1826.xml"/><Relationship Id="rId19" Type="http://schemas.openxmlformats.org/officeDocument/2006/relationships/tags" Target="../tags/tag1827.xml"/><Relationship Id="rId20" Type="http://schemas.openxmlformats.org/officeDocument/2006/relationships/tags" Target="../tags/tag1828.xml"/><Relationship Id="rId21" Type="http://schemas.openxmlformats.org/officeDocument/2006/relationships/image" Target="../media/image1.png"/><Relationship Id="rId22" Type="http://schemas.openxmlformats.org/officeDocument/2006/relationships/tags" Target="../tags/tag1829.xml"/><Relationship Id="rId23" Type="http://schemas.openxmlformats.org/officeDocument/2006/relationships/tags" Target="../tags/tag1830.xml"/><Relationship Id="rId24" Type="http://schemas.openxmlformats.org/officeDocument/2006/relationships/tags" Target="../tags/tag1831.xml"/><Relationship Id="rId25" Type="http://schemas.openxmlformats.org/officeDocument/2006/relationships/tags" Target="../tags/tag1832.xml"/><Relationship Id="rId26" Type="http://schemas.openxmlformats.org/officeDocument/2006/relationships/tags" Target="../tags/tag1833.xml"/><Relationship Id="rId27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tags" Target="../tags/tag1834.xml"/><Relationship Id="rId2" Type="http://schemas.openxmlformats.org/officeDocument/2006/relationships/tags" Target="../tags/tag1835.xml"/><Relationship Id="rId3" Type="http://schemas.openxmlformats.org/officeDocument/2006/relationships/tags" Target="../tags/tag1836.xml"/><Relationship Id="rId4" Type="http://schemas.openxmlformats.org/officeDocument/2006/relationships/tags" Target="../tags/tag1837.xml"/><Relationship Id="rId5" Type="http://schemas.openxmlformats.org/officeDocument/2006/relationships/tags" Target="../tags/tag1838.xml"/><Relationship Id="rId6" Type="http://schemas.openxmlformats.org/officeDocument/2006/relationships/tags" Target="../tags/tag1839.xml"/><Relationship Id="rId7" Type="http://schemas.openxmlformats.org/officeDocument/2006/relationships/tags" Target="../tags/tag1840.xml"/><Relationship Id="rId8" Type="http://schemas.openxmlformats.org/officeDocument/2006/relationships/tags" Target="../tags/tag1841.xml"/><Relationship Id="rId9" Type="http://schemas.openxmlformats.org/officeDocument/2006/relationships/tags" Target="../tags/tag1842.xml"/><Relationship Id="rId10" Type="http://schemas.openxmlformats.org/officeDocument/2006/relationships/tags" Target="../tags/tag1843.xml"/><Relationship Id="rId11" Type="http://schemas.openxmlformats.org/officeDocument/2006/relationships/tags" Target="../tags/tag1844.xml"/><Relationship Id="rId12" Type="http://schemas.openxmlformats.org/officeDocument/2006/relationships/tags" Target="../tags/tag1845.xml"/><Relationship Id="rId13" Type="http://schemas.openxmlformats.org/officeDocument/2006/relationships/tags" Target="../tags/tag1846.xml"/><Relationship Id="rId14" Type="http://schemas.openxmlformats.org/officeDocument/2006/relationships/tags" Target="../tags/tag1847.xml"/><Relationship Id="rId15" Type="http://schemas.openxmlformats.org/officeDocument/2006/relationships/tags" Target="../tags/tag1848.xml"/><Relationship Id="rId16" Type="http://schemas.openxmlformats.org/officeDocument/2006/relationships/tags" Target="../tags/tag1849.xml"/><Relationship Id="rId17" Type="http://schemas.openxmlformats.org/officeDocument/2006/relationships/tags" Target="../tags/tag1850.xml"/><Relationship Id="rId18" Type="http://schemas.openxmlformats.org/officeDocument/2006/relationships/tags" Target="../tags/tag1851.xml"/><Relationship Id="rId19" Type="http://schemas.openxmlformats.org/officeDocument/2006/relationships/tags" Target="../tags/tag1852.xml"/><Relationship Id="rId20" Type="http://schemas.openxmlformats.org/officeDocument/2006/relationships/tags" Target="../tags/tag1853.xml"/><Relationship Id="rId21" Type="http://schemas.openxmlformats.org/officeDocument/2006/relationships/image" Target="../media/image1.png"/><Relationship Id="rId22" Type="http://schemas.openxmlformats.org/officeDocument/2006/relationships/tags" Target="../tags/tag1854.xml"/><Relationship Id="rId23" Type="http://schemas.openxmlformats.org/officeDocument/2006/relationships/tags" Target="../tags/tag1855.xml"/><Relationship Id="rId24" Type="http://schemas.openxmlformats.org/officeDocument/2006/relationships/tags" Target="../tags/tag1856.xml"/><Relationship Id="rId25" Type="http://schemas.openxmlformats.org/officeDocument/2006/relationships/tags" Target="../tags/tag1857.xml"/><Relationship Id="rId26" Type="http://schemas.openxmlformats.org/officeDocument/2006/relationships/tags" Target="../tags/tag1858.xml"/><Relationship Id="rId27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tags" Target="../tags/tag1859.xml"/><Relationship Id="rId2" Type="http://schemas.openxmlformats.org/officeDocument/2006/relationships/tags" Target="../tags/tag1860.xml"/><Relationship Id="rId3" Type="http://schemas.openxmlformats.org/officeDocument/2006/relationships/tags" Target="../tags/tag1861.xml"/><Relationship Id="rId4" Type="http://schemas.openxmlformats.org/officeDocument/2006/relationships/tags" Target="../tags/tag1862.xml"/><Relationship Id="rId5" Type="http://schemas.openxmlformats.org/officeDocument/2006/relationships/tags" Target="../tags/tag1863.xml"/><Relationship Id="rId6" Type="http://schemas.openxmlformats.org/officeDocument/2006/relationships/tags" Target="../tags/tag1864.xml"/><Relationship Id="rId7" Type="http://schemas.openxmlformats.org/officeDocument/2006/relationships/tags" Target="../tags/tag1865.xml"/><Relationship Id="rId8" Type="http://schemas.openxmlformats.org/officeDocument/2006/relationships/tags" Target="../tags/tag1866.xml"/><Relationship Id="rId9" Type="http://schemas.openxmlformats.org/officeDocument/2006/relationships/tags" Target="../tags/tag1867.xml"/><Relationship Id="rId10" Type="http://schemas.openxmlformats.org/officeDocument/2006/relationships/tags" Target="../tags/tag1868.xml"/><Relationship Id="rId11" Type="http://schemas.openxmlformats.org/officeDocument/2006/relationships/tags" Target="../tags/tag1869.xml"/><Relationship Id="rId12" Type="http://schemas.openxmlformats.org/officeDocument/2006/relationships/tags" Target="../tags/tag1870.xml"/><Relationship Id="rId13" Type="http://schemas.openxmlformats.org/officeDocument/2006/relationships/tags" Target="../tags/tag1871.xml"/><Relationship Id="rId14" Type="http://schemas.openxmlformats.org/officeDocument/2006/relationships/tags" Target="../tags/tag1872.xml"/><Relationship Id="rId15" Type="http://schemas.openxmlformats.org/officeDocument/2006/relationships/tags" Target="../tags/tag1873.xml"/><Relationship Id="rId16" Type="http://schemas.openxmlformats.org/officeDocument/2006/relationships/tags" Target="../tags/tag1874.xml"/><Relationship Id="rId17" Type="http://schemas.openxmlformats.org/officeDocument/2006/relationships/tags" Target="../tags/tag1875.xml"/><Relationship Id="rId18" Type="http://schemas.openxmlformats.org/officeDocument/2006/relationships/tags" Target="../tags/tag1876.xml"/><Relationship Id="rId19" Type="http://schemas.openxmlformats.org/officeDocument/2006/relationships/tags" Target="../tags/tag1877.xml"/><Relationship Id="rId20" Type="http://schemas.openxmlformats.org/officeDocument/2006/relationships/tags" Target="../tags/tag1878.xml"/><Relationship Id="rId21" Type="http://schemas.openxmlformats.org/officeDocument/2006/relationships/image" Target="../media/image1.png"/><Relationship Id="rId22" Type="http://schemas.openxmlformats.org/officeDocument/2006/relationships/tags" Target="../tags/tag1879.xml"/><Relationship Id="rId23" Type="http://schemas.openxmlformats.org/officeDocument/2006/relationships/tags" Target="../tags/tag1880.xml"/><Relationship Id="rId24" Type="http://schemas.openxmlformats.org/officeDocument/2006/relationships/tags" Target="../tags/tag1881.xml"/><Relationship Id="rId25" Type="http://schemas.openxmlformats.org/officeDocument/2006/relationships/tags" Target="../tags/tag1882.xml"/><Relationship Id="rId26" Type="http://schemas.openxmlformats.org/officeDocument/2006/relationships/tags" Target="../tags/tag1883.xml"/><Relationship Id="rId27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tags" Target="../tags/tag1884.xml"/><Relationship Id="rId2" Type="http://schemas.openxmlformats.org/officeDocument/2006/relationships/tags" Target="../tags/tag1885.xml"/><Relationship Id="rId3" Type="http://schemas.openxmlformats.org/officeDocument/2006/relationships/tags" Target="../tags/tag1886.xml"/><Relationship Id="rId4" Type="http://schemas.openxmlformats.org/officeDocument/2006/relationships/tags" Target="../tags/tag1887.xml"/><Relationship Id="rId5" Type="http://schemas.openxmlformats.org/officeDocument/2006/relationships/tags" Target="../tags/tag1888.xml"/><Relationship Id="rId6" Type="http://schemas.openxmlformats.org/officeDocument/2006/relationships/tags" Target="../tags/tag1889.xml"/><Relationship Id="rId7" Type="http://schemas.openxmlformats.org/officeDocument/2006/relationships/tags" Target="../tags/tag1890.xml"/><Relationship Id="rId8" Type="http://schemas.openxmlformats.org/officeDocument/2006/relationships/tags" Target="../tags/tag1891.xml"/><Relationship Id="rId9" Type="http://schemas.openxmlformats.org/officeDocument/2006/relationships/tags" Target="../tags/tag1892.xml"/><Relationship Id="rId10" Type="http://schemas.openxmlformats.org/officeDocument/2006/relationships/tags" Target="../tags/tag1893.xml"/><Relationship Id="rId11" Type="http://schemas.openxmlformats.org/officeDocument/2006/relationships/tags" Target="../tags/tag1894.xml"/><Relationship Id="rId12" Type="http://schemas.openxmlformats.org/officeDocument/2006/relationships/tags" Target="../tags/tag1895.xml"/><Relationship Id="rId13" Type="http://schemas.openxmlformats.org/officeDocument/2006/relationships/tags" Target="../tags/tag1896.xml"/><Relationship Id="rId14" Type="http://schemas.openxmlformats.org/officeDocument/2006/relationships/tags" Target="../tags/tag1897.xml"/><Relationship Id="rId15" Type="http://schemas.openxmlformats.org/officeDocument/2006/relationships/tags" Target="../tags/tag1898.xml"/><Relationship Id="rId16" Type="http://schemas.openxmlformats.org/officeDocument/2006/relationships/tags" Target="../tags/tag1899.xml"/><Relationship Id="rId17" Type="http://schemas.openxmlformats.org/officeDocument/2006/relationships/tags" Target="../tags/tag1900.xml"/><Relationship Id="rId18" Type="http://schemas.openxmlformats.org/officeDocument/2006/relationships/tags" Target="../tags/tag1901.xml"/><Relationship Id="rId19" Type="http://schemas.openxmlformats.org/officeDocument/2006/relationships/tags" Target="../tags/tag1902.xml"/><Relationship Id="rId20" Type="http://schemas.openxmlformats.org/officeDocument/2006/relationships/tags" Target="../tags/tag1903.xml"/><Relationship Id="rId21" Type="http://schemas.openxmlformats.org/officeDocument/2006/relationships/image" Target="../media/image1.png"/><Relationship Id="rId22" Type="http://schemas.openxmlformats.org/officeDocument/2006/relationships/tags" Target="../tags/tag1904.xml"/><Relationship Id="rId23" Type="http://schemas.openxmlformats.org/officeDocument/2006/relationships/tags" Target="../tags/tag1905.xml"/><Relationship Id="rId24" Type="http://schemas.openxmlformats.org/officeDocument/2006/relationships/tags" Target="../tags/tag1906.xml"/><Relationship Id="rId25" Type="http://schemas.openxmlformats.org/officeDocument/2006/relationships/tags" Target="../tags/tag1907.xml"/><Relationship Id="rId26" Type="http://schemas.openxmlformats.org/officeDocument/2006/relationships/tags" Target="../tags/tag1908.xml"/><Relationship Id="rId27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t>课堂测试 · 第04章 系统总体设计与智能体架构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2026</a:t>
            </a:r>
            <a:r>
              <a:rPr lang="zh-CN" altLang="en-US"/>
              <a:t>秋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066483"/>
            <a:ext cx="9753600" cy="128016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1.【第04章·系统总体设计与智能体架构】某集团公司内部招聘案例中，用于描述一个职位从“发布”到“关闭”过程中经历的多种状态（如待审核、已录用、已撤销等）及其触发事件的UML图是：</a:t>
            </a: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用例图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顺序图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状态图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843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类图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264602"/>
            <a:ext cx="945515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2.【第04章·系统总体设计与智能体架构】面向服务的体系结构（SOA）强调服务具有‘对外定义良好的接口和契约’，这一特性主要体现了SOA的哪一根本原则？</a:t>
            </a: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429704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松耦合（Loose Coupling）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620141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平台无关性（Platform Independence）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509651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服务重用（Service Reusability）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581025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接口契约化（Contractual Interface）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1219200" y="1264602"/>
            <a:ext cx="942848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3.【第04章·系统总体设计与智能体架构】在领域对象建模中，属性与操作具有‘视点依赖性’。以下哪些选项体现了该原则？（多选）</a:t>
            </a: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171180" cy="61404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‘汽车’在销售系统中需记录‘售价’和‘库存数量’，而在交通管理系统中需记录‘车牌号’和‘年检日期’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7523480" cy="61404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‘银行账户’类中，所有实例都必须有‘账号’‘余额’‘开户日期’三个属性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2438400" y="4500563"/>
            <a:ext cx="8171180" cy="61404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‘车辆’在销售系统中支持‘车辆入库’‘车辆销售’操作，在交管系统中支持‘车辆上牌’‘违法登记’操作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2438400" y="5503069"/>
            <a:ext cx="7750811" cy="35242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‘计数器’对象的‘inc()’操作在任何系统中语义不变，因此不具有视点依赖性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圆角矩形 17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4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3" name="图片 2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868363"/>
            <a:ext cx="9687561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4.【第04章·系统总体设计与智能体架构】P26指出多态分为动态多态与静态多态。判断以下代码片段体现的是哪一类多态：public class Calculator { public int add(int a, int b) { return a+b; } public double add(double a, double b) { return a+b; } }</a:t>
            </a: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438400" y="2863691"/>
            <a:ext cx="3815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动态多态（运行时多态）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438400" y="3720941"/>
            <a:ext cx="3815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静态多态（编译时多态）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438400" y="4578191"/>
            <a:ext cx="4145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既不是动态也不是静态多态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438400" y="5435441"/>
            <a:ext cx="6786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依赖于调用时的实际参数类型，属于混合多态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264602"/>
            <a:ext cx="946467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5.【第04章·系统总体设计与智能体架构】根据P33–P34内容，关于‘自始至终的对象模型’，以下说法正确的有？</a:t>
            </a: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438400" y="2863691"/>
            <a:ext cx="4805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分析阶段产出的是领域对象模型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438400" y="3742214"/>
            <a:ext cx="8361680" cy="44513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3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设计阶段在领域对象模型基础上精化，形成类模型和数据库模型</a:t>
            </a:r>
            <a:endParaRPr lang="en-US" altLang="en-US" sz="23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438400" y="4578191"/>
            <a:ext cx="6786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实现阶段使用面向对象语言将类模型直接编码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438400" y="5435441"/>
            <a:ext cx="7777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该模式可完全消除分析→设计→实现之间的语义鸿沟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264602"/>
            <a:ext cx="946340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6.【第04章·系统总体设计与智能体架构】下列哪种情况最适合采用“规格说明（Specification）”而非建立多个子类来建模？</a:t>
            </a: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438400" y="2877344"/>
            <a:ext cx="8412480" cy="46037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图书系统中，不同出版社出版的图书具有不同的封面设计规范</a:t>
            </a:r>
            <a:endParaRPr lang="en-US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438400" y="3643313"/>
            <a:ext cx="8171180" cy="61404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医院系统中，医生职称分为住院医师、主治医师、副主任医师、主任医师，且医生可能随年限晋升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438400" y="4500563"/>
            <a:ext cx="8171180" cy="61404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电商系统中，商品分为电子产品、服装、食品三类，每类有专属属性（如电子产品有CPU型号，服装有尺码）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438400" y="5503069"/>
            <a:ext cx="8171180" cy="35242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教务系统中，课程类型分为必修课、选修课、实践课，且课程类型一经设定不可更改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264602"/>
            <a:ext cx="942848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7.【第04章·系统总体设计与智能体架构】以下关于泛化关系建模的描述中，哪些符合面向对象领域建模的最佳实践？（多选）</a:t>
            </a: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438400" y="2786063"/>
            <a:ext cx="8171180" cy="61404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当‘学生’类中‘导师’属性仅对研究生有意义时，应将‘研究生’建模为‘学生’的子类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438400" y="3643313"/>
            <a:ext cx="8171180" cy="61404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若某类的所有实例都必须属于其某个子类（如‘支付’实例必为‘现金支付’或‘信用卡支付’），则该类应定义为抽象类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438400" y="4500563"/>
            <a:ext cx="8171180" cy="61404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为提高代码复用，可将‘管理员’和‘客户’共同拥有的字段（如姓名、电话）抽取为父类，即使二者在业务语义上不满足‘is-a-kind-of’关系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438400" y="5357813"/>
            <a:ext cx="8171180" cy="61404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对象的状态变化（如订单从‘待支付’变为‘已发货’）不应通过创建多个子类（如‘待支付订单’‘已发货订单’）来建模，除非状态主导绝大多数行为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1219200" y="1462723"/>
            <a:ext cx="957834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8.【第04章·系统总体设计与智能体架构】在UML状态图中，关于初态（initial state）的描述，正确的是？</a:t>
            </a: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7447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可以有多个初态，表示对象可能从多种方式被创建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初态用空心圆表示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4145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初态是复合状态的一种特例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601154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初态有且仅有一个，用实心圆（●）表示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圆角矩形 17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4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3" name="图片 2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462723"/>
            <a:ext cx="4805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9.【第04章·系统总体设计与智能体架构】系统设计的目标包括哪些方面？</a:t>
            </a: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438400" y="2869724"/>
            <a:ext cx="8437880" cy="47561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系统的功能、效率、可靠性、工作质量、可变更性、经济性</a:t>
            </a:r>
            <a:endParaRPr lang="en-US" altLang="en-US" sz="2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438400" y="3720941"/>
            <a:ext cx="5796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系统的硬件配置、网络速度、用户数量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438400" y="4578191"/>
            <a:ext cx="6126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系统的界面美观、用户反馈、市场占有率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438400" y="5435441"/>
            <a:ext cx="7117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系统的开发人员数量、开发周期、测试用例数量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462723"/>
            <a:ext cx="6786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10.【第04章·系统总体设计与智能体架构】信息系统设计内容通常包括以下哪五大部分？</a:t>
            </a: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438400" y="2931319"/>
            <a:ext cx="7307580" cy="35242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应用架构设计、接口层设计、业务逻辑层设计、数据层设计、技术架构设计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438400" y="3788569"/>
            <a:ext cx="7523480" cy="35242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应用架构设计、用户体验设计、业务逻辑层设计、数据层设计、技术架构设计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438400" y="4645819"/>
            <a:ext cx="7307580" cy="35242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应用架构设计、接口层设计、业务逻辑层设计、数据层设计、测试架构设计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438400" y="5503069"/>
            <a:ext cx="7307580" cy="35242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应用架构设计、接口层设计、业务逻辑层设计、数据层设计、网络架构设计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462723"/>
            <a:ext cx="6786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11.【第04章·系统总体设计与智能体架构】以下哪种内聚类型被认为是最高级别的内聚？</a:t>
            </a: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525589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偶然内聚 (coincidental cohesion)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607123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通信内聚 (communicational cohesion)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492125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功能内聚 (functional cohesion)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437324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逻辑内聚 (logical cohesion)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462723"/>
            <a:ext cx="8107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12.【第04章·系统总体设计与智能体架构】关于“架构”与“结构”的关系，下列描述正确的是？</a:t>
            </a: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438400" y="2863691"/>
            <a:ext cx="7117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架构是结构的具体实现，结构是架构的抽象表达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438400" y="3720941"/>
            <a:ext cx="5796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架构与结构完全等价，二者可互换使用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438400" y="4599464"/>
            <a:ext cx="8361680" cy="44513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3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架构是高层抽象的设计决策，相同架构下允许存在多种具体结构</a:t>
            </a:r>
            <a:endParaRPr lang="en-US" altLang="en-US" sz="23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438400" y="5435441"/>
            <a:ext cx="7447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结构决定架构，架构必须严格遵循结构的物理约束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462723"/>
            <a:ext cx="975360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13.【第04章·系统总体设计与智能体架构】在MVC架构中，控制器（Controller）负责[填空1]，并[填空2]。</a:t>
            </a:r>
          </a:p>
        </p:txBody>
      </p:sp>
      <p:sp>
        <p:nvSpPr>
          <p:cNvPr id="11" name="圆角矩形 10"/>
          <p:cNvSpPr/>
          <p:nvPr>
            <p:custDataLst>
              <p:tags r:id="rId9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0"/>
    </p:custDataLst>
  </p:cSld>
  <p:clrMapOvr>
    <a:masterClrMapping/>
  </p:clrMapOvr>
  <p:transition spd="slow" advClick="0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462723"/>
            <a:ext cx="7117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14.【第04章·系统总体设计与智能体架构】下列框架中，不属于微服务架构支持框架的是？</a:t>
            </a: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224409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Spring Cloud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126936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Dubbo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132969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Django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580707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Istio（虽未列出但属干扰项，需排除）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460818"/>
            <a:ext cx="9163686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15.【第04章·系统总体设计与智能体架构】信息系统接口层设计主要涵盖哪两类接口？</a:t>
            </a: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3154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硬件接口与软件接口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3154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内部接口与外部接口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8107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软件系统与人的接口、软件系统与软件系统之间的接口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3154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同步接口与异步接口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264602"/>
            <a:ext cx="9500236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16.【第04章·系统总体设计与智能体架构】在RPC调用过程中，client stub和server stub各自承担的关键职责是？</a:t>
            </a: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842962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client stub负责将本地方法调用序列化为网络消息并发送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42214"/>
            <a:ext cx="8159115" cy="44513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3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server stub负责接收网络消息、反序列化并调用本地目标方法</a:t>
            </a:r>
            <a:endParaRPr lang="en-US" altLang="en-US" sz="23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776922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client stub直接执行被调用方的业务逻辑以提升性能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49094"/>
            <a:ext cx="8063230" cy="46037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server stub负责向客户端返回HTTP状态码以标识调用结果</a:t>
            </a:r>
            <a:endParaRPr lang="en-US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462723"/>
            <a:ext cx="937133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17.【第04章·系统总体设计与智能体架构】根据12.1.3节，类的方法按职责可分为以下哪些类型？（多选）</a:t>
            </a: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438400" y="2863691"/>
            <a:ext cx="734377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行为型（do something），如执行计算或初始化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438400" y="3726974"/>
            <a:ext cx="8436611" cy="47561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了解型（know something），如获取自身属性或关联对象</a:t>
            </a:r>
            <a:endParaRPr lang="en-US" altLang="en-US" sz="2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438400" y="4578191"/>
            <a:ext cx="7777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嵌套型，指一个方法内部调用自身或其他对象的方法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438400" y="5435441"/>
            <a:ext cx="4805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持久型，专用于数据库事务提交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4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3" name="图片 2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1219200" y="1462723"/>
            <a:ext cx="554418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18.【第04章·系统总体设计与智能体架构】UML包划分应遵循的原则包括哪些？</a:t>
            </a: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2438400" y="2863691"/>
            <a:ext cx="6126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共同封闭原则：包内类因相似原因而改变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2438400" y="3742214"/>
            <a:ext cx="8430261" cy="44513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3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高内聚低耦合原则：虽非UML标准术语，但等价于共同复用原则</a:t>
            </a:r>
            <a:endParaRPr lang="en-US" altLang="en-US" sz="23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2438400" y="4591844"/>
            <a:ext cx="8412480" cy="46037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共同复用原则：包内类应作为一个整体被复用，不可单独使用</a:t>
            </a:r>
            <a:endParaRPr lang="en-US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2438400" y="5435441"/>
            <a:ext cx="6456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依赖倒置原则：高层模块不应依赖低层模块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圆角矩形 17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264602"/>
            <a:ext cx="949769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19.【第04章·系统总体设计与智能体架构】在UML顺序图中，用于表示对象实例化（如调用new操作符）的消息类型是？</a:t>
            </a: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返回消息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自身消息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438400" y="4578191"/>
            <a:ext cx="180721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create消息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嵌套消息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264602"/>
            <a:ext cx="9658986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20.【第04章·系统总体设计与智能体架构】Christopher Alexander对“模式”的经典定义强调其由哪三个部分构成？</a:t>
            </a: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目标、路径、结果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3484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环境、问题、解决方案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3154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上下文、动机、实现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抽象、封装、继承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1219200" y="1264602"/>
            <a:ext cx="942848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21.【第04章·系统总体设计与智能体架构】在面向服务设计中，关于‘系统操作’的定义，以下描述最准确的是？</a:t>
            </a: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2438400" y="2877344"/>
            <a:ext cx="8437880" cy="46037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系统操作是系统内部模块间调用的函数接口，与外部用户无关。</a:t>
            </a:r>
            <a:endParaRPr lang="en-US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2438400" y="3549809"/>
            <a:ext cx="7091680" cy="82994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系统操作代表一个外部请求，是系统为完成某项任务而执行的一组动作。</a:t>
            </a:r>
            <a:endParaRPr lang="en-US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2438400" y="4599464"/>
            <a:ext cx="8406765" cy="44513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3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系统操作等同于数据库中的一条SQL语句，仅用于数据增删改查。</a:t>
            </a:r>
            <a:endParaRPr lang="en-US" altLang="en-US" sz="23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2438400" y="5449094"/>
            <a:ext cx="8437880" cy="46037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系统操作指微服务容器的启动与销毁过程，属于运维层面行为。</a:t>
            </a:r>
            <a:endParaRPr lang="en-US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圆角矩形 17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4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3" name="图片 2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r>
              <a:t>22.【第04章·系统总体设计与智能体架构】服务设计应遵循的原则不包括</a:t>
            </a: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领域驱动和独立数据存储原则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438400" y="36429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单一职责和开源原则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2438400" y="45002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单一职责和闭包原则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2438400" y="53574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两张披萨和轻量级通信原则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462723"/>
            <a:ext cx="5135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23.【第04章·系统总体设计与智能体架构】关系数据模型的主要特点是什么？</a:t>
            </a: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438400" y="2863691"/>
            <a:ext cx="6456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用二维表格数据表示实体和实体之间的联系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438400" y="3720941"/>
            <a:ext cx="3815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用树形结构表示实体关系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438400" y="4578191"/>
            <a:ext cx="3484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用图结构表示实体关系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438400" y="5435441"/>
            <a:ext cx="3815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用文档结构表示实体关系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462723"/>
            <a:ext cx="63646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24.【第04章·系统总体设计与智能体架构】关于Hibernate框架，下列说法正确的是：</a:t>
            </a: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77344"/>
            <a:ext cx="8325486" cy="46037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Hibernate是一种Java语言下的解决对象关系映射的开源框架</a:t>
            </a:r>
            <a:endParaRPr lang="en-US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5161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Hibernate只能用于NoSQL数据库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607885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Hibernate不支持XML文件配置映射关系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43834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Hibernate不支持持久化操作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19200" y="1462723"/>
            <a:ext cx="905319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25.【第04章·系统总体设计与智能体架构】请填空：提高程序的[填空1]是编写好程序的重要标准之一。</a:t>
            </a:r>
          </a:p>
        </p:txBody>
      </p:sp>
      <p:sp>
        <p:nvSpPr>
          <p:cNvPr id="11" name="圆角矩形 10"/>
          <p:cNvSpPr/>
          <p:nvPr>
            <p:custDataLst>
              <p:tags r:id="rId9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0"/>
    </p:custDataLst>
  </p:cSld>
  <p:clrMapOvr>
    <a:masterClrMapping/>
  </p:clrMapOvr>
  <p:transition spd="slow" advClick="0">
    <p:wipe dir="r"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1484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26.【第04章·系统总体设计与智能体架构】"模块内紧密相关、模块间依赖尽量少"描述的是?____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高内聚低耦合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高耦合低内聚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紧耦合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单体架构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高内聚指模块内部联系紧密,低耦合指模块间依赖少,是模块独立性的核心目标。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5070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27.【第04章·系统总体设计与智能体架构】结构化设计中,耦合越低、内聚越高意味着?____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模块独立性越好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运行速度越快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界面越漂亮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代码行数越多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82420"/>
            <a:ext cx="3154680" cy="128016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耦合低、内聚高使模块更易理解、测试与复用,独立性更好。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2657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28.【第04章·系统总体设计与智能体架构】软件架构风格中,B/S 指的是?____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230505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浏览器/服务器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64465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后端/前端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64465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业务/系统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64465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备份/存储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82420"/>
            <a:ext cx="3331845" cy="128016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B/S(Browser/Server)浏览器/服务器架构,是经典分层风格之一。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04684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29.【第04章·系统总体设计与智能体架构】IPO 图主要描述的是?____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452882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模块的输入—处理—输出逻辑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公司组织架构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网络拓扑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用户画像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116580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IPO(Input-Process-Output)图刻画单个模块内部的处理逻辑,对应智能体感知—推理—行动。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87109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30.【第04章·系统总体设计与智能体架构】面向对象设计的 SOLID 原则不包含下列哪项?____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单一职责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开闭原则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依赖倒置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数据库第三范式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122295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SOLID 含单一职责、开闭、里氏替换、接口隔离、依赖倒置;数据库范式属数据建模范畴。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1484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31.【第04章·系统总体设计与智能体架构】希望智能体"自动获取实时天气",应优先使用哪类组件?____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843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卡片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35394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插件(天气 API)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843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变量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记忆库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155315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插件封装外部 API,适合获取实时/专业外部信息;卡片只管呈现,变量/记忆库不获取外部数据。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5070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32.【第04章·系统总体设计与智能体架构】关于工作流与对话流,下列说法正确的是?____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931319"/>
            <a:ext cx="7195820" cy="35242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工作流适合步骤明确、结果可控;对话流能维持上下文,适合长时间连续交互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4145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对话流不支持读取历史对话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3484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工作流不支持插件节点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两者完全相同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工作流步骤固定可控,对话流自动保存上下文,二者都支持插件、大模型等节点。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3328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33.【第04章·系统总体设计与智能体架构】Coze 中"人设与回复逻辑"面板相当于智能体的?____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数据库备份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503301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大脑 / 需求规格(定义角色与规则)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7035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服务器 IP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用户密码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人设与回复逻辑定义全局角色与规则,是智能体的"大脑",也等价于需求规格。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1042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34.【第04章·系统总体设计与智能体架构】关于"高内聚低耦合 ↔ 智能体"的映射,正确的是?____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669607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智能体技能=高内聚模块;工作流=低耦合编排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07899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技能=低内聚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40919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工作流=高耦合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二者无对应关系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6517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每个技能单一职责(高内聚),工作流以连线松耦合编排,正对应经典设计原则。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015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35.【第04章·系统总体设计与智能体架构】防御性设计强调为工作流增加?____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更多动画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479425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异常/兜底分支(如选择器"否则")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广告弹窗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隐藏按钮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331845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防御性设计在系统设计阶段埋设恢复机制,如选择器"否则"分支 + 变量聚合统一输出,提升复杂项目可靠性。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02.xml><?xml version="1.0" encoding="utf-8"?>
<p:tagLst xmlns:p="http://schemas.openxmlformats.org/presentationml/2006/main">
  <p:tag name="RAINPROBLEM" val="ProblemBody"/>
</p:tagLst>
</file>

<file path=ppt/tags/tag203.xml><?xml version="1.0" encoding="utf-8"?>
<p:tagLst xmlns:p="http://schemas.openxmlformats.org/presentationml/2006/main">
  <p:tag name="RAINPROBLEM" val="ProblemItem"/>
</p:tagLst>
</file>

<file path=ppt/tags/tag20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5.xml><?xml version="1.0" encoding="utf-8"?>
<p:tagLst xmlns:p="http://schemas.openxmlformats.org/presentationml/2006/main">
  <p:tag name="RAINPROBLEM" val="ProblemItem"/>
</p:tagLst>
</file>

<file path=ppt/tags/tag20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7.xml><?xml version="1.0" encoding="utf-8"?>
<p:tagLst xmlns:p="http://schemas.openxmlformats.org/presentationml/2006/main">
  <p:tag name="RAINPROBLEM" val="ProblemItem"/>
</p:tagLst>
</file>

<file path=ppt/tags/tag208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09.xml><?xml version="1.0" encoding="utf-8"?>
<p:tagLst xmlns:p="http://schemas.openxmlformats.org/presentationml/2006/main">
  <p:tag name="RAINPROBLEM" val="ProblemItem"/>
</p:tagLst>
</file>

<file path=ppt/tags/tag21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1.xml><?xml version="1.0" encoding="utf-8"?>
<p:tagLst xmlns:p="http://schemas.openxmlformats.org/presentationml/2006/main">
  <p:tag name="RAINPROBLEM" val="ProblemSubmit"/>
  <p:tag name="RAINPROBLEMTYPE" val="MultipleChoice"/>
</p:tagLst>
</file>

<file path=ppt/tags/tag212.xml><?xml version="1.0" encoding="utf-8"?>
<p:tagLst xmlns:p="http://schemas.openxmlformats.org/presentationml/2006/main">
  <p:tag name="RAINPROBLEMTYPE" val="ProblemTypeMarker"/>
</p:tagLst>
</file>

<file path=ppt/tags/tag213.xml><?xml version="1.0" encoding="utf-8"?>
<p:tagLst xmlns:p="http://schemas.openxmlformats.org/presentationml/2006/main">
  <p:tag name="RAINPROBLEMTYPE" val="ProblemTypeMarker"/>
</p:tagLst>
</file>

<file path=ppt/tags/tag214.xml><?xml version="1.0" encoding="utf-8"?>
<p:tagLst xmlns:p="http://schemas.openxmlformats.org/presentationml/2006/main">
  <p:tag name="RAINPROBLEMTYPE" val="ProblemTypeMarker"/>
</p:tagLst>
</file>

<file path=ppt/tags/tag215.xml><?xml version="1.0" encoding="utf-8"?>
<p:tagLst xmlns:p="http://schemas.openxmlformats.org/presentationml/2006/main">
  <p:tag name="RAINPROBLEMTYPE" val="ProblemTypeMarker"/>
</p:tagLst>
</file>

<file path=ppt/tags/tag216.xml><?xml version="1.0" encoding="utf-8"?>
<p:tagLst xmlns:p="http://schemas.openxmlformats.org/presentationml/2006/main">
  <p:tag name="RAINPROBLEMTYPE" val="ProblemTypeMarker"/>
</p:tagLst>
</file>

<file path=ppt/tags/tag217.xml><?xml version="1.0" encoding="utf-8"?>
<p:tagLst xmlns:p="http://schemas.openxmlformats.org/presentationml/2006/main">
  <p:tag name="RAINPROBLEM" val="ProblemSetting"/>
  <p:tag name="RAINPROBLEMTYPE" val="MultipleChoice"/>
</p:tagLst>
</file>

<file path=ppt/tags/tag218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219.xml><?xml version="1.0" encoding="utf-8"?>
<p:tagLst xmlns:p="http://schemas.openxmlformats.org/presentationml/2006/main">
  <p:tag name="RAINPROBLEM" val="ProblemBody"/>
</p:tagLst>
</file>

<file path=ppt/tags/tag220.xml><?xml version="1.0" encoding="utf-8"?>
<p:tagLst xmlns:p="http://schemas.openxmlformats.org/presentationml/2006/main">
  <p:tag name="RAINPROBLEM" val="ProblemItem"/>
</p:tagLst>
</file>

<file path=ppt/tags/tag2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2.xml><?xml version="1.0" encoding="utf-8"?>
<p:tagLst xmlns:p="http://schemas.openxmlformats.org/presentationml/2006/main">
  <p:tag name="RAINPROBLEM" val="ProblemItem"/>
</p:tagLst>
</file>

<file path=ppt/tags/tag2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4.xml><?xml version="1.0" encoding="utf-8"?>
<p:tagLst xmlns:p="http://schemas.openxmlformats.org/presentationml/2006/main">
  <p:tag name="RAINPROBLEM" val="ProblemItem"/>
</p:tagLst>
</file>

<file path=ppt/tags/tag22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6.xml><?xml version="1.0" encoding="utf-8"?>
<p:tagLst xmlns:p="http://schemas.openxmlformats.org/presentationml/2006/main">
  <p:tag name="RAINPROBLEM" val="ProblemItem"/>
</p:tagLst>
</file>

<file path=ppt/tags/tag22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28.xml><?xml version="1.0" encoding="utf-8"?>
<p:tagLst xmlns:p="http://schemas.openxmlformats.org/presentationml/2006/main">
  <p:tag name="RAINPROBLEM" val="ProblemSubmit"/>
  <p:tag name="RAINPROBLEMTYPE" val="MultipleChoice"/>
</p:tagLst>
</file>

<file path=ppt/tags/tag229.xml><?xml version="1.0" encoding="utf-8"?>
<p:tagLst xmlns:p="http://schemas.openxmlformats.org/presentationml/2006/main">
  <p:tag name="RAINPROBLEMTYPE" val="ProblemTypeMarker"/>
</p:tagLst>
</file>

<file path=ppt/tags/tag230.xml><?xml version="1.0" encoding="utf-8"?>
<p:tagLst xmlns:p="http://schemas.openxmlformats.org/presentationml/2006/main">
  <p:tag name="RAINPROBLEMTYPE" val="ProblemTypeMarker"/>
</p:tagLst>
</file>

<file path=ppt/tags/tag231.xml><?xml version="1.0" encoding="utf-8"?>
<p:tagLst xmlns:p="http://schemas.openxmlformats.org/presentationml/2006/main">
  <p:tag name="RAINPROBLEMTYPE" val="ProblemTypeMarker"/>
</p:tagLst>
</file>

<file path=ppt/tags/tag232.xml><?xml version="1.0" encoding="utf-8"?>
<p:tagLst xmlns:p="http://schemas.openxmlformats.org/presentationml/2006/main">
  <p:tag name="RAINPROBLEMTYPE" val="ProblemTypeMarker"/>
</p:tagLst>
</file>

<file path=ppt/tags/tag233.xml><?xml version="1.0" encoding="utf-8"?>
<p:tagLst xmlns:p="http://schemas.openxmlformats.org/presentationml/2006/main">
  <p:tag name="RAINPROBLEMTYPE" val="ProblemTypeMarker"/>
</p:tagLst>
</file>

<file path=ppt/tags/tag234.xml><?xml version="1.0" encoding="utf-8"?>
<p:tagLst xmlns:p="http://schemas.openxmlformats.org/presentationml/2006/main">
  <p:tag name="RAINPROBLEM" val="ProblemSetting"/>
  <p:tag name="RAINPROBLEMTYPE" val="MultipleChoice"/>
</p:tagLst>
</file>

<file path=ppt/tags/tag235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432.xml><?xml version="1.0" encoding="utf-8"?>
<p:tagLst xmlns:p="http://schemas.openxmlformats.org/presentationml/2006/main">
  <p:tag name="RAINPROBLEM" val="ProblemBody"/>
</p:tagLst>
</file>

<file path=ppt/tags/tag433.xml><?xml version="1.0" encoding="utf-8"?>
<p:tagLst xmlns:p="http://schemas.openxmlformats.org/presentationml/2006/main">
  <p:tag name="RAINPROBLEM" val="ProblemItem"/>
</p:tagLst>
</file>

<file path=ppt/tags/tag434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435.xml><?xml version="1.0" encoding="utf-8"?>
<p:tagLst xmlns:p="http://schemas.openxmlformats.org/presentationml/2006/main">
  <p:tag name="RAINPROBLEM" val="ProblemItem"/>
</p:tagLst>
</file>

<file path=ppt/tags/tag436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437.xml><?xml version="1.0" encoding="utf-8"?>
<p:tagLst xmlns:p="http://schemas.openxmlformats.org/presentationml/2006/main">
  <p:tag name="RAINPROBLEM" val="ProblemItem"/>
</p:tagLst>
</file>

<file path=ppt/tags/tag438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439.xml><?xml version="1.0" encoding="utf-8"?>
<p:tagLst xmlns:p="http://schemas.openxmlformats.org/presentationml/2006/main">
  <p:tag name="RAINPROBLEM" val="ProblemItem"/>
</p:tagLst>
</file>

<file path=ppt/tags/tag440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441.xml><?xml version="1.0" encoding="utf-8"?>
<p:tagLst xmlns:p="http://schemas.openxmlformats.org/presentationml/2006/main">
  <p:tag name="RAINPROBLEM" val="ProblemSubmit"/>
  <p:tag name="RAINPROBLEMTYPE" val="MultipleChoiceMA"/>
</p:tagLst>
</file>

<file path=ppt/tags/tag442.xml><?xml version="1.0" encoding="utf-8"?>
<p:tagLst xmlns:p="http://schemas.openxmlformats.org/presentationml/2006/main">
  <p:tag name="RAINPROBLEMTYPE" val="ProblemTypeMarker"/>
</p:tagLst>
</file>

<file path=ppt/tags/tag443.xml><?xml version="1.0" encoding="utf-8"?>
<p:tagLst xmlns:p="http://schemas.openxmlformats.org/presentationml/2006/main">
  <p:tag name="RAINPROBLEMTYPE" val="ProblemTypeMarker"/>
</p:tagLst>
</file>

<file path=ppt/tags/tag444.xml><?xml version="1.0" encoding="utf-8"?>
<p:tagLst xmlns:p="http://schemas.openxmlformats.org/presentationml/2006/main">
  <p:tag name="RAINPROBLEMTYPE" val="ProblemTypeMarker"/>
</p:tagLst>
</file>

<file path=ppt/tags/tag445.xml><?xml version="1.0" encoding="utf-8"?>
<p:tagLst xmlns:p="http://schemas.openxmlformats.org/presentationml/2006/main">
  <p:tag name="RAINPROBLEMTYPE" val="ProblemTypeMarker"/>
</p:tagLst>
</file>

<file path=ppt/tags/tag446.xml><?xml version="1.0" encoding="utf-8"?>
<p:tagLst xmlns:p="http://schemas.openxmlformats.org/presentationml/2006/main">
  <p:tag name="RAINPROBLEMTYPE" val="ProblemTypeMarker"/>
</p:tagLst>
</file>

<file path=ppt/tags/tag447.xml><?xml version="1.0" encoding="utf-8"?>
<p:tagLst xmlns:p="http://schemas.openxmlformats.org/presentationml/2006/main">
  <p:tag name="RAINPROBLEM" val="ProblemSetting"/>
  <p:tag name="RAINPROBLEMTYPE" val="MultipleChoiceMA"/>
</p:tagLst>
</file>

<file path=ppt/tags/tag448.xml><?xml version="1.0" encoding="utf-8"?>
<p:tagLst xmlns:p="http://schemas.openxmlformats.org/presentationml/2006/main">
  <p:tag name="RAINPROBLEM" val="MultipleChoiceMA"/>
  <p:tag name="PROBLEMSCORE" val="1.0"/>
  <p:tag name="PROBLEMPROVIDER" val="AI"/>
  <p:tag name="PROBLEMSCORE_HALF" val="0.0"/>
</p:tagLst>
</file>

<file path=ppt/tags/tag449.xml><?xml version="1.0" encoding="utf-8"?>
<p:tagLst xmlns:p="http://schemas.openxmlformats.org/presentationml/2006/main">
  <p:tag name="RAINPROBLEMTYPE" val="ProblemTypeMarker"/>
</p:tagLst>
</file>

<file path=ppt/tags/tag450.xml><?xml version="1.0" encoding="utf-8"?>
<p:tagLst xmlns:p="http://schemas.openxmlformats.org/presentationml/2006/main">
  <p:tag name="RAINPROBLEMTYPE" val="ProblemTypeMarker"/>
</p:tagLst>
</file>

<file path=ppt/tags/tag451.xml><?xml version="1.0" encoding="utf-8"?>
<p:tagLst xmlns:p="http://schemas.openxmlformats.org/presentationml/2006/main">
  <p:tag name="RAINPROBLEMTYPE" val="ProblemTypeMarker"/>
</p:tagLst>
</file>

<file path=ppt/tags/tag452.xml><?xml version="1.0" encoding="utf-8"?>
<p:tagLst xmlns:p="http://schemas.openxmlformats.org/presentationml/2006/main">
  <p:tag name="RAINPROBLEMTYPE" val="ProblemTypeMarker"/>
</p:tagLst>
</file>

<file path=ppt/tags/tag453.xml><?xml version="1.0" encoding="utf-8"?>
<p:tagLst xmlns:p="http://schemas.openxmlformats.org/presentationml/2006/main">
  <p:tag name="RAINPROBLEMTYPE" val="ProblemTypeMarker"/>
</p:tagLst>
</file>

<file path=ppt/tags/tag454.xml><?xml version="1.0" encoding="utf-8"?>
<p:tagLst xmlns:p="http://schemas.openxmlformats.org/presentationml/2006/main">
  <p:tag name="RAINPROBLEM" val="ProblemSetting"/>
  <p:tag name="RAINPROBLEMTYPE" val="MultipleChoice"/>
</p:tagLst>
</file>

<file path=ppt/tags/tag455.xml><?xml version="1.0" encoding="utf-8"?>
<p:tagLst xmlns:p="http://schemas.openxmlformats.org/presentationml/2006/main">
  <p:tag name="RAINPROBLEM" val="ProblemBody"/>
</p:tagLst>
</file>

<file path=ppt/tags/tag456.xml><?xml version="1.0" encoding="utf-8"?>
<p:tagLst xmlns:p="http://schemas.openxmlformats.org/presentationml/2006/main">
  <p:tag name="RAINPROBLEM" val="ProblemItem"/>
</p:tagLst>
</file>

<file path=ppt/tags/tag45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58.xml><?xml version="1.0" encoding="utf-8"?>
<p:tagLst xmlns:p="http://schemas.openxmlformats.org/presentationml/2006/main">
  <p:tag name="RAINPROBLEM" val="ProblemItem"/>
</p:tagLst>
</file>

<file path=ppt/tags/tag45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60.xml><?xml version="1.0" encoding="utf-8"?>
<p:tagLst xmlns:p="http://schemas.openxmlformats.org/presentationml/2006/main">
  <p:tag name="RAINPROBLEM" val="ProblemItem"/>
</p:tagLst>
</file>

<file path=ppt/tags/tag46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62.xml><?xml version="1.0" encoding="utf-8"?>
<p:tagLst xmlns:p="http://schemas.openxmlformats.org/presentationml/2006/main">
  <p:tag name="RAINPROBLEM" val="ProblemItem"/>
</p:tagLst>
</file>

<file path=ppt/tags/tag46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64.xml><?xml version="1.0" encoding="utf-8"?>
<p:tagLst xmlns:p="http://schemas.openxmlformats.org/presentationml/2006/main">
  <p:tag name="RAINPROBLEM" val="ProblemSubmit"/>
  <p:tag name="RAINPROBLEMTYPE" val="MultipleChoice"/>
</p:tagLst>
</file>

<file path=ppt/tags/tag465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466.xml><?xml version="1.0" encoding="utf-8"?>
<p:tagLst xmlns:p="http://schemas.openxmlformats.org/presentationml/2006/main">
  <p:tag name="RAINPROBLEMTYPE" val="ProblemTypeMarker"/>
</p:tagLst>
</file>

<file path=ppt/tags/tag467.xml><?xml version="1.0" encoding="utf-8"?>
<p:tagLst xmlns:p="http://schemas.openxmlformats.org/presentationml/2006/main">
  <p:tag name="RAINPROBLEMTYPE" val="ProblemTypeMarker"/>
</p:tagLst>
</file>

<file path=ppt/tags/tag468.xml><?xml version="1.0" encoding="utf-8"?>
<p:tagLst xmlns:p="http://schemas.openxmlformats.org/presentationml/2006/main">
  <p:tag name="RAINPROBLEMTYPE" val="ProblemTypeMarker"/>
</p:tagLst>
</file>

<file path=ppt/tags/tag469.xml><?xml version="1.0" encoding="utf-8"?>
<p:tagLst xmlns:p="http://schemas.openxmlformats.org/presentationml/2006/main">
  <p:tag name="RAINPROBLEMTYPE" val="ProblemTypeMarker"/>
</p:tagLst>
</file>

<file path=ppt/tags/tag470.xml><?xml version="1.0" encoding="utf-8"?>
<p:tagLst xmlns:p="http://schemas.openxmlformats.org/presentationml/2006/main">
  <p:tag name="RAINPROBLEMTYPE" val="ProblemTypeMarker"/>
</p:tagLst>
</file>

<file path=ppt/tags/tag471.xml><?xml version="1.0" encoding="utf-8"?>
<p:tagLst xmlns:p="http://schemas.openxmlformats.org/presentationml/2006/main">
  <p:tag name="RAINPROBLEM" val="ProblemSetting"/>
  <p:tag name="RAINPROBLEMTYPE" val="MultipleChoiceMA"/>
</p:tagLst>
</file>

<file path=ppt/tags/tag472.xml><?xml version="1.0" encoding="utf-8"?>
<p:tagLst xmlns:p="http://schemas.openxmlformats.org/presentationml/2006/main">
  <p:tag name="RAINPROBLEM" val="ProblemBody"/>
</p:tagLst>
</file>

<file path=ppt/tags/tag473.xml><?xml version="1.0" encoding="utf-8"?>
<p:tagLst xmlns:p="http://schemas.openxmlformats.org/presentationml/2006/main">
  <p:tag name="RAINPROBLEM" val="ProblemItem"/>
</p:tagLst>
</file>

<file path=ppt/tags/tag474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475.xml><?xml version="1.0" encoding="utf-8"?>
<p:tagLst xmlns:p="http://schemas.openxmlformats.org/presentationml/2006/main">
  <p:tag name="RAINPROBLEM" val="ProblemItem"/>
</p:tagLst>
</file>

<file path=ppt/tags/tag476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477.xml><?xml version="1.0" encoding="utf-8"?>
<p:tagLst xmlns:p="http://schemas.openxmlformats.org/presentationml/2006/main">
  <p:tag name="RAINPROBLEM" val="ProblemItem"/>
</p:tagLst>
</file>

<file path=ppt/tags/tag478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479.xml><?xml version="1.0" encoding="utf-8"?>
<p:tagLst xmlns:p="http://schemas.openxmlformats.org/presentationml/2006/main">
  <p:tag name="RAINPROBLEM" val="ProblemItem"/>
</p:tagLst>
</file>

<file path=ppt/tags/tag480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481.xml><?xml version="1.0" encoding="utf-8"?>
<p:tagLst xmlns:p="http://schemas.openxmlformats.org/presentationml/2006/main">
  <p:tag name="RAINPROBLEM" val="ProblemSubmit"/>
  <p:tag name="RAINPROBLEMTYPE" val="MultipleChoiceMA"/>
</p:tagLst>
</file>

<file path=ppt/tags/tag482.xml><?xml version="1.0" encoding="utf-8"?>
<p:tagLst xmlns:p="http://schemas.openxmlformats.org/presentationml/2006/main">
  <p:tag name="RAINPROBLEM" val="MultipleChoiceMA"/>
  <p:tag name="PROBLEMSCORE" val="1.0"/>
  <p:tag name="PROBLEMPROVIDER" val="AI"/>
</p:tagLst>
</file>

<file path=ppt/tags/tag483.xml><?xml version="1.0" encoding="utf-8"?>
<p:tagLst xmlns:p="http://schemas.openxmlformats.org/presentationml/2006/main">
  <p:tag name="RAINPROBLEMTYPE" val="ProblemTypeMarker"/>
</p:tagLst>
</file>

<file path=ppt/tags/tag484.xml><?xml version="1.0" encoding="utf-8"?>
<p:tagLst xmlns:p="http://schemas.openxmlformats.org/presentationml/2006/main">
  <p:tag name="RAINPROBLEMTYPE" val="ProblemTypeMarker"/>
</p:tagLst>
</file>

<file path=ppt/tags/tag485.xml><?xml version="1.0" encoding="utf-8"?>
<p:tagLst xmlns:p="http://schemas.openxmlformats.org/presentationml/2006/main">
  <p:tag name="RAINPROBLEMTYPE" val="ProblemTypeMarker"/>
</p:tagLst>
</file>

<file path=ppt/tags/tag486.xml><?xml version="1.0" encoding="utf-8"?>
<p:tagLst xmlns:p="http://schemas.openxmlformats.org/presentationml/2006/main">
  <p:tag name="RAINPROBLEMTYPE" val="ProblemTypeMarker"/>
</p:tagLst>
</file>

<file path=ppt/tags/tag487.xml><?xml version="1.0" encoding="utf-8"?>
<p:tagLst xmlns:p="http://schemas.openxmlformats.org/presentationml/2006/main">
  <p:tag name="RAINPROBLEMTYPE" val="ProblemTypeMarker"/>
</p:tagLst>
</file>

<file path=ppt/tags/tag488.xml><?xml version="1.0" encoding="utf-8"?>
<p:tagLst xmlns:p="http://schemas.openxmlformats.org/presentationml/2006/main">
  <p:tag name="RAINPROBLEM" val="ProblemSetting"/>
  <p:tag name="RAINPROBLEMTYPE" val="MultipleChoice"/>
</p:tagLst>
</file>

<file path=ppt/tags/tag489.xml><?xml version="1.0" encoding="utf-8"?>
<p:tagLst xmlns:p="http://schemas.openxmlformats.org/presentationml/2006/main">
  <p:tag name="RAINPROBLEM" val="ProblemBody"/>
</p:tagLst>
</file>

<file path=ppt/tags/tag490.xml><?xml version="1.0" encoding="utf-8"?>
<p:tagLst xmlns:p="http://schemas.openxmlformats.org/presentationml/2006/main">
  <p:tag name="RAINPROBLEM" val="ProblemItem"/>
</p:tagLst>
</file>

<file path=ppt/tags/tag49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92.xml><?xml version="1.0" encoding="utf-8"?>
<p:tagLst xmlns:p="http://schemas.openxmlformats.org/presentationml/2006/main">
  <p:tag name="RAINPROBLEM" val="ProblemItem"/>
</p:tagLst>
</file>

<file path=ppt/tags/tag49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94.xml><?xml version="1.0" encoding="utf-8"?>
<p:tagLst xmlns:p="http://schemas.openxmlformats.org/presentationml/2006/main">
  <p:tag name="RAINPROBLEM" val="ProblemItem"/>
</p:tagLst>
</file>

<file path=ppt/tags/tag49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96.xml><?xml version="1.0" encoding="utf-8"?>
<p:tagLst xmlns:p="http://schemas.openxmlformats.org/presentationml/2006/main">
  <p:tag name="RAINPROBLEM" val="ProblemItem"/>
</p:tagLst>
</file>

<file path=ppt/tags/tag49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98.xml><?xml version="1.0" encoding="utf-8"?>
<p:tagLst xmlns:p="http://schemas.openxmlformats.org/presentationml/2006/main">
  <p:tag name="RAINPROBLEM" val="ProblemSubmit"/>
  <p:tag name="RAINPROBLEMTYPE" val="MultipleChoice"/>
</p:tagLst>
</file>

<file path=ppt/tags/tag499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500.xml><?xml version="1.0" encoding="utf-8"?>
<p:tagLst xmlns:p="http://schemas.openxmlformats.org/presentationml/2006/main">
  <p:tag name="RAINPROBLEMTYPE" val="ProblemTypeMarker"/>
</p:tagLst>
</file>

<file path=ppt/tags/tag501.xml><?xml version="1.0" encoding="utf-8"?>
<p:tagLst xmlns:p="http://schemas.openxmlformats.org/presentationml/2006/main">
  <p:tag name="RAINPROBLEMTYPE" val="ProblemTypeMarker"/>
</p:tagLst>
</file>

<file path=ppt/tags/tag502.xml><?xml version="1.0" encoding="utf-8"?>
<p:tagLst xmlns:p="http://schemas.openxmlformats.org/presentationml/2006/main">
  <p:tag name="RAINPROBLEMTYPE" val="ProblemTypeMarker"/>
</p:tagLst>
</file>

<file path=ppt/tags/tag503.xml><?xml version="1.0" encoding="utf-8"?>
<p:tagLst xmlns:p="http://schemas.openxmlformats.org/presentationml/2006/main">
  <p:tag name="RAINPROBLEMTYPE" val="ProblemTypeMarker"/>
</p:tagLst>
</file>

<file path=ppt/tags/tag504.xml><?xml version="1.0" encoding="utf-8"?>
<p:tagLst xmlns:p="http://schemas.openxmlformats.org/presentationml/2006/main">
  <p:tag name="RAINPROBLEMTYPE" val="ProblemTypeMarker"/>
</p:tagLst>
</file>

<file path=ppt/tags/tag505.xml><?xml version="1.0" encoding="utf-8"?>
<p:tagLst xmlns:p="http://schemas.openxmlformats.org/presentationml/2006/main">
  <p:tag name="RAINPROBLEM" val="ProblemSetting"/>
  <p:tag name="RAINPROBLEMTYPE" val="MultipleChoiceMA"/>
</p:tagLst>
</file>

<file path=ppt/tags/tag506.xml><?xml version="1.0" encoding="utf-8"?>
<p:tagLst xmlns:p="http://schemas.openxmlformats.org/presentationml/2006/main">
  <p:tag name="RAINPROBLEM" val="ProblemBody"/>
</p:tagLst>
</file>

<file path=ppt/tags/tag507.xml><?xml version="1.0" encoding="utf-8"?>
<p:tagLst xmlns:p="http://schemas.openxmlformats.org/presentationml/2006/main">
  <p:tag name="RAINPROBLEM" val="ProblemItem"/>
</p:tagLst>
</file>

<file path=ppt/tags/tag508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509.xml><?xml version="1.0" encoding="utf-8"?>
<p:tagLst xmlns:p="http://schemas.openxmlformats.org/presentationml/2006/main">
  <p:tag name="RAINPROBLEM" val="ProblemItem"/>
</p:tagLst>
</file>

<file path=ppt/tags/tag510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511.xml><?xml version="1.0" encoding="utf-8"?>
<p:tagLst xmlns:p="http://schemas.openxmlformats.org/presentationml/2006/main">
  <p:tag name="RAINPROBLEM" val="ProblemItem"/>
</p:tagLst>
</file>

<file path=ppt/tags/tag512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513.xml><?xml version="1.0" encoding="utf-8"?>
<p:tagLst xmlns:p="http://schemas.openxmlformats.org/presentationml/2006/main">
  <p:tag name="RAINPROBLEM" val="ProblemItem"/>
</p:tagLst>
</file>

<file path=ppt/tags/tag514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515.xml><?xml version="1.0" encoding="utf-8"?>
<p:tagLst xmlns:p="http://schemas.openxmlformats.org/presentationml/2006/main">
  <p:tag name="RAINPROBLEM" val="ProblemSubmit"/>
  <p:tag name="RAINPROBLEMTYPE" val="MultipleChoiceMA"/>
</p:tagLst>
</file>

<file path=ppt/tags/tag516.xml><?xml version="1.0" encoding="utf-8"?>
<p:tagLst xmlns:p="http://schemas.openxmlformats.org/presentationml/2006/main">
  <p:tag name="RAINPROBLEM" val="MultipleChoiceMA"/>
  <p:tag name="PROBLEMSCORE" val="1.0"/>
  <p:tag name="PROBLEMPROVIDER" val="AI"/>
</p:tagLst>
</file>

<file path=ppt/tags/tag517.xml><?xml version="1.0" encoding="utf-8"?>
<p:tagLst xmlns:p="http://schemas.openxmlformats.org/presentationml/2006/main">
  <p:tag name="RAINPROBLEM" val="ProblemBody"/>
</p:tagLst>
</file>

<file path=ppt/tags/tag518.xml><?xml version="1.0" encoding="utf-8"?>
<p:tagLst xmlns:p="http://schemas.openxmlformats.org/presentationml/2006/main">
  <p:tag name="RAINPROBLEM" val="ProblemItem"/>
</p:tagLst>
</file>

<file path=ppt/tags/tag5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20.xml><?xml version="1.0" encoding="utf-8"?>
<p:tagLst xmlns:p="http://schemas.openxmlformats.org/presentationml/2006/main">
  <p:tag name="RAINPROBLEM" val="ProblemItem"/>
</p:tagLst>
</file>

<file path=ppt/tags/tag5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22.xml><?xml version="1.0" encoding="utf-8"?>
<p:tagLst xmlns:p="http://schemas.openxmlformats.org/presentationml/2006/main">
  <p:tag name="RAINPROBLEM" val="ProblemItem"/>
</p:tagLst>
</file>

<file path=ppt/tags/tag5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24.xml><?xml version="1.0" encoding="utf-8"?>
<p:tagLst xmlns:p="http://schemas.openxmlformats.org/presentationml/2006/main">
  <p:tag name="RAINPROBLEM" val="ProblemItem"/>
</p:tagLst>
</file>

<file path=ppt/tags/tag525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526.xml><?xml version="1.0" encoding="utf-8"?>
<p:tagLst xmlns:p="http://schemas.openxmlformats.org/presentationml/2006/main">
  <p:tag name="RAINPROBLEM" val="ProblemSubmit"/>
  <p:tag name="RAINPROBLEMTYPE" val="MultipleChoice"/>
</p:tagLst>
</file>

<file path=ppt/tags/tag527.xml><?xml version="1.0" encoding="utf-8"?>
<p:tagLst xmlns:p="http://schemas.openxmlformats.org/presentationml/2006/main">
  <p:tag name="RAINPROBLEMTYPE" val="ProblemTypeMarker"/>
</p:tagLst>
</file>

<file path=ppt/tags/tag528.xml><?xml version="1.0" encoding="utf-8"?>
<p:tagLst xmlns:p="http://schemas.openxmlformats.org/presentationml/2006/main">
  <p:tag name="RAINPROBLEMTYPE" val="ProblemTypeMarker"/>
</p:tagLst>
</file>

<file path=ppt/tags/tag529.xml><?xml version="1.0" encoding="utf-8"?>
<p:tagLst xmlns:p="http://schemas.openxmlformats.org/presentationml/2006/main">
  <p:tag name="RAINPROBLEMTYPE" val="ProblemTypeMarker"/>
</p:tagLst>
</file>

<file path=ppt/tags/tag530.xml><?xml version="1.0" encoding="utf-8"?>
<p:tagLst xmlns:p="http://schemas.openxmlformats.org/presentationml/2006/main">
  <p:tag name="RAINPROBLEMTYPE" val="ProblemTypeMarker"/>
</p:tagLst>
</file>

<file path=ppt/tags/tag531.xml><?xml version="1.0" encoding="utf-8"?>
<p:tagLst xmlns:p="http://schemas.openxmlformats.org/presentationml/2006/main">
  <p:tag name="RAINPROBLEMTYPE" val="ProblemTypeMarker"/>
</p:tagLst>
</file>

<file path=ppt/tags/tag532.xml><?xml version="1.0" encoding="utf-8"?>
<p:tagLst xmlns:p="http://schemas.openxmlformats.org/presentationml/2006/main">
  <p:tag name="RAINPROBLEM" val="ProblemSetting"/>
  <p:tag name="RAINPROBLEMTYPE" val="MultipleChoice"/>
</p:tagLst>
</file>

<file path=ppt/tags/tag533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534.xml><?xml version="1.0" encoding="utf-8"?>
<p:tagLst xmlns:p="http://schemas.openxmlformats.org/presentationml/2006/main">
  <p:tag name="RAINPROBLEMTYPE" val="ProblemTypeMarker"/>
</p:tagLst>
</file>

<file path=ppt/tags/tag535.xml><?xml version="1.0" encoding="utf-8"?>
<p:tagLst xmlns:p="http://schemas.openxmlformats.org/presentationml/2006/main">
  <p:tag name="RAINPROBLEMTYPE" val="ProblemTypeMarker"/>
</p:tagLst>
</file>

<file path=ppt/tags/tag536.xml><?xml version="1.0" encoding="utf-8"?>
<p:tagLst xmlns:p="http://schemas.openxmlformats.org/presentationml/2006/main">
  <p:tag name="RAINPROBLEMTYPE" val="ProblemTypeMarker"/>
</p:tagLst>
</file>

<file path=ppt/tags/tag537.xml><?xml version="1.0" encoding="utf-8"?>
<p:tagLst xmlns:p="http://schemas.openxmlformats.org/presentationml/2006/main">
  <p:tag name="RAINPROBLEMTYPE" val="ProblemTypeMarker"/>
</p:tagLst>
</file>

<file path=ppt/tags/tag538.xml><?xml version="1.0" encoding="utf-8"?>
<p:tagLst xmlns:p="http://schemas.openxmlformats.org/presentationml/2006/main">
  <p:tag name="RAINPROBLEMTYPE" val="ProblemTypeMarker"/>
</p:tagLst>
</file>

<file path=ppt/tags/tag539.xml><?xml version="1.0" encoding="utf-8"?>
<p:tagLst xmlns:p="http://schemas.openxmlformats.org/presentationml/2006/main">
  <p:tag name="RAINPROBLEM" val="ProblemSetting"/>
  <p:tag name="RAINPROBLEMTYPE" val="MultipleChoice"/>
</p:tagLst>
</file>

<file path=ppt/tags/tag540.xml><?xml version="1.0" encoding="utf-8"?>
<p:tagLst xmlns:p="http://schemas.openxmlformats.org/presentationml/2006/main">
  <p:tag name="RAINPROBLEM" val="ProblemBody"/>
</p:tagLst>
</file>

<file path=ppt/tags/tag541.xml><?xml version="1.0" encoding="utf-8"?>
<p:tagLst xmlns:p="http://schemas.openxmlformats.org/presentationml/2006/main">
  <p:tag name="RAINPROBLEM" val="ProblemItem"/>
</p:tagLst>
</file>

<file path=ppt/tags/tag54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543.xml><?xml version="1.0" encoding="utf-8"?>
<p:tagLst xmlns:p="http://schemas.openxmlformats.org/presentationml/2006/main">
  <p:tag name="RAINPROBLEM" val="ProblemItem"/>
</p:tagLst>
</file>

<file path=ppt/tags/tag5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45.xml><?xml version="1.0" encoding="utf-8"?>
<p:tagLst xmlns:p="http://schemas.openxmlformats.org/presentationml/2006/main">
  <p:tag name="RAINPROBLEM" val="ProblemItem"/>
</p:tagLst>
</file>

<file path=ppt/tags/tag5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47.xml><?xml version="1.0" encoding="utf-8"?>
<p:tagLst xmlns:p="http://schemas.openxmlformats.org/presentationml/2006/main">
  <p:tag name="RAINPROBLEM" val="ProblemItem"/>
</p:tagLst>
</file>

<file path=ppt/tags/tag5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49.xml><?xml version="1.0" encoding="utf-8"?>
<p:tagLst xmlns:p="http://schemas.openxmlformats.org/presentationml/2006/main">
  <p:tag name="RAINPROBLEM" val="ProblemSubmit"/>
  <p:tag name="RAINPROBLEMTYPE" val="MultipleChoice"/>
</p:tagLst>
</file>

<file path=ppt/tags/tag550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551.xml><?xml version="1.0" encoding="utf-8"?>
<p:tagLst xmlns:p="http://schemas.openxmlformats.org/presentationml/2006/main">
  <p:tag name="RAINPROBLEMTYPE" val="ProblemTypeMarker"/>
</p:tagLst>
</file>

<file path=ppt/tags/tag552.xml><?xml version="1.0" encoding="utf-8"?>
<p:tagLst xmlns:p="http://schemas.openxmlformats.org/presentationml/2006/main">
  <p:tag name="RAINPROBLEMTYPE" val="ProblemTypeMarker"/>
</p:tagLst>
</file>

<file path=ppt/tags/tag553.xml><?xml version="1.0" encoding="utf-8"?>
<p:tagLst xmlns:p="http://schemas.openxmlformats.org/presentationml/2006/main">
  <p:tag name="RAINPROBLEMTYPE" val="ProblemTypeMarker"/>
</p:tagLst>
</file>

<file path=ppt/tags/tag554.xml><?xml version="1.0" encoding="utf-8"?>
<p:tagLst xmlns:p="http://schemas.openxmlformats.org/presentationml/2006/main">
  <p:tag name="RAINPROBLEMTYPE" val="ProblemTypeMarker"/>
</p:tagLst>
</file>

<file path=ppt/tags/tag555.xml><?xml version="1.0" encoding="utf-8"?>
<p:tagLst xmlns:p="http://schemas.openxmlformats.org/presentationml/2006/main">
  <p:tag name="RAINPROBLEMTYPE" val="ProblemTypeMarker"/>
</p:tagLst>
</file>

<file path=ppt/tags/tag556.xml><?xml version="1.0" encoding="utf-8"?>
<p:tagLst xmlns:p="http://schemas.openxmlformats.org/presentationml/2006/main">
  <p:tag name="RAINPROBLEM" val="ProblemSetting"/>
  <p:tag name="RAINPROBLEMTYPE" val="MultipleChoice"/>
</p:tagLst>
</file>

<file path=ppt/tags/tag557.xml><?xml version="1.0" encoding="utf-8"?>
<p:tagLst xmlns:p="http://schemas.openxmlformats.org/presentationml/2006/main">
  <p:tag name="RAINPROBLEM" val="ProblemBody"/>
</p:tagLst>
</file>

<file path=ppt/tags/tag558.xml><?xml version="1.0" encoding="utf-8"?>
<p:tagLst xmlns:p="http://schemas.openxmlformats.org/presentationml/2006/main">
  <p:tag name="RAINPROBLEM" val="ProblemItem"/>
</p:tagLst>
</file>

<file path=ppt/tags/tag55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560.xml><?xml version="1.0" encoding="utf-8"?>
<p:tagLst xmlns:p="http://schemas.openxmlformats.org/presentationml/2006/main">
  <p:tag name="RAINPROBLEM" val="ProblemItem"/>
</p:tagLst>
</file>

<file path=ppt/tags/tag56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62.xml><?xml version="1.0" encoding="utf-8"?>
<p:tagLst xmlns:p="http://schemas.openxmlformats.org/presentationml/2006/main">
  <p:tag name="RAINPROBLEM" val="ProblemItem"/>
</p:tagLst>
</file>

<file path=ppt/tags/tag56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64.xml><?xml version="1.0" encoding="utf-8"?>
<p:tagLst xmlns:p="http://schemas.openxmlformats.org/presentationml/2006/main">
  <p:tag name="RAINPROBLEM" val="ProblemItem"/>
</p:tagLst>
</file>

<file path=ppt/tags/tag56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66.xml><?xml version="1.0" encoding="utf-8"?>
<p:tagLst xmlns:p="http://schemas.openxmlformats.org/presentationml/2006/main">
  <p:tag name="RAINPROBLEM" val="ProblemSubmit"/>
  <p:tag name="RAINPROBLEMTYPE" val="MultipleChoice"/>
</p:tagLst>
</file>

<file path=ppt/tags/tag567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568.xml><?xml version="1.0" encoding="utf-8"?>
<p:tagLst xmlns:p="http://schemas.openxmlformats.org/presentationml/2006/main">
  <p:tag name="RAINPROBLEM" val="ProblemBody"/>
</p:tagLst>
</file>

<file path=ppt/tags/tag569.xml><?xml version="1.0" encoding="utf-8"?>
<p:tagLst xmlns:p="http://schemas.openxmlformats.org/presentationml/2006/main">
  <p:tag name="RAINPROBLEM" val="ProblemItem"/>
</p:tagLst>
</file>

<file path=ppt/tags/tag57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71.xml><?xml version="1.0" encoding="utf-8"?>
<p:tagLst xmlns:p="http://schemas.openxmlformats.org/presentationml/2006/main">
  <p:tag name="RAINPROBLEM" val="ProblemItem"/>
</p:tagLst>
</file>

<file path=ppt/tags/tag57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73.xml><?xml version="1.0" encoding="utf-8"?>
<p:tagLst xmlns:p="http://schemas.openxmlformats.org/presentationml/2006/main">
  <p:tag name="RAINPROBLEM" val="ProblemItem"/>
</p:tagLst>
</file>

<file path=ppt/tags/tag57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575.xml><?xml version="1.0" encoding="utf-8"?>
<p:tagLst xmlns:p="http://schemas.openxmlformats.org/presentationml/2006/main">
  <p:tag name="RAINPROBLEM" val="ProblemItem"/>
</p:tagLst>
</file>

<file path=ppt/tags/tag57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77.xml><?xml version="1.0" encoding="utf-8"?>
<p:tagLst xmlns:p="http://schemas.openxmlformats.org/presentationml/2006/main">
  <p:tag name="RAINPROBLEM" val="ProblemSubmit"/>
  <p:tag name="RAINPROBLEMTYPE" val="MultipleChoice"/>
</p:tagLst>
</file>

<file path=ppt/tags/tag578.xml><?xml version="1.0" encoding="utf-8"?>
<p:tagLst xmlns:p="http://schemas.openxmlformats.org/presentationml/2006/main">
  <p:tag name="RAINPROBLEMTYPE" val="ProblemTypeMarker"/>
</p:tagLst>
</file>

<file path=ppt/tags/tag579.xml><?xml version="1.0" encoding="utf-8"?>
<p:tagLst xmlns:p="http://schemas.openxmlformats.org/presentationml/2006/main">
  <p:tag name="RAINPROBLEMTYPE" val="ProblemTypeMarker"/>
</p:tagLst>
</file>

<file path=ppt/tags/tag580.xml><?xml version="1.0" encoding="utf-8"?>
<p:tagLst xmlns:p="http://schemas.openxmlformats.org/presentationml/2006/main">
  <p:tag name="RAINPROBLEMTYPE" val="ProblemTypeMarker"/>
</p:tagLst>
</file>

<file path=ppt/tags/tag581.xml><?xml version="1.0" encoding="utf-8"?>
<p:tagLst xmlns:p="http://schemas.openxmlformats.org/presentationml/2006/main">
  <p:tag name="RAINPROBLEMTYPE" val="ProblemTypeMarker"/>
</p:tagLst>
</file>

<file path=ppt/tags/tag582.xml><?xml version="1.0" encoding="utf-8"?>
<p:tagLst xmlns:p="http://schemas.openxmlformats.org/presentationml/2006/main">
  <p:tag name="RAINPROBLEMTYPE" val="ProblemTypeMarker"/>
</p:tagLst>
</file>

<file path=ppt/tags/tag583.xml><?xml version="1.0" encoding="utf-8"?>
<p:tagLst xmlns:p="http://schemas.openxmlformats.org/presentationml/2006/main">
  <p:tag name="RAINPROBLEM" val="ProblemSetting"/>
  <p:tag name="RAINPROBLEMTYPE" val="MultipleChoice"/>
</p:tagLst>
</file>

<file path=ppt/tags/tag584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585.xml><?xml version="1.0" encoding="utf-8"?>
<p:tagLst xmlns:p="http://schemas.openxmlformats.org/presentationml/2006/main">
  <p:tag name="RAINPROBLEMTYPE" val="ProblemTypeMarker"/>
</p:tagLst>
</file>

<file path=ppt/tags/tag586.xml><?xml version="1.0" encoding="utf-8"?>
<p:tagLst xmlns:p="http://schemas.openxmlformats.org/presentationml/2006/main">
  <p:tag name="RAINPROBLEMTYPE" val="ProblemTypeMarker"/>
</p:tagLst>
</file>

<file path=ppt/tags/tag587.xml><?xml version="1.0" encoding="utf-8"?>
<p:tagLst xmlns:p="http://schemas.openxmlformats.org/presentationml/2006/main">
  <p:tag name="RAINPROBLEMTYPE" val="ProblemTypeMarker"/>
</p:tagLst>
</file>

<file path=ppt/tags/tag588.xml><?xml version="1.0" encoding="utf-8"?>
<p:tagLst xmlns:p="http://schemas.openxmlformats.org/presentationml/2006/main">
  <p:tag name="RAINPROBLEMTYPE" val="ProblemTypeMarker"/>
</p:tagLst>
</file>

<file path=ppt/tags/tag589.xml><?xml version="1.0" encoding="utf-8"?>
<p:tagLst xmlns:p="http://schemas.openxmlformats.org/presentationml/2006/main">
  <p:tag name="RAINPROBLEMTYPE" val="ProblemTypeMarker"/>
</p:tagLst>
</file>

<file path=ppt/tags/tag590.xml><?xml version="1.0" encoding="utf-8"?>
<p:tagLst xmlns:p="http://schemas.openxmlformats.org/presentationml/2006/main">
  <p:tag name="RAINPROBLEM" val="ProblemSetting"/>
  <p:tag name="RAINPROBLEMTYPE" val="MultipleChoice"/>
</p:tagLst>
</file>

<file path=ppt/tags/tag591.xml><?xml version="1.0" encoding="utf-8"?>
<p:tagLst xmlns:p="http://schemas.openxmlformats.org/presentationml/2006/main">
  <p:tag name="RAINPROBLEM" val="ProblemBody"/>
</p:tagLst>
</file>

<file path=ppt/tags/tag592.xml><?xml version="1.0" encoding="utf-8"?>
<p:tagLst xmlns:p="http://schemas.openxmlformats.org/presentationml/2006/main">
  <p:tag name="RAINPROBLEM" val="ProblemItem"/>
</p:tagLst>
</file>

<file path=ppt/tags/tag59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94.xml><?xml version="1.0" encoding="utf-8"?>
<p:tagLst xmlns:p="http://schemas.openxmlformats.org/presentationml/2006/main">
  <p:tag name="RAINPROBLEM" val="ProblemItem"/>
</p:tagLst>
</file>

<file path=ppt/tags/tag59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96.xml><?xml version="1.0" encoding="utf-8"?>
<p:tagLst xmlns:p="http://schemas.openxmlformats.org/presentationml/2006/main">
  <p:tag name="RAINPROBLEM" val="ProblemItem"/>
</p:tagLst>
</file>

<file path=ppt/tags/tag59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598.xml><?xml version="1.0" encoding="utf-8"?>
<p:tagLst xmlns:p="http://schemas.openxmlformats.org/presentationml/2006/main">
  <p:tag name="RAINPROBLEM" val="ProblemItem"/>
</p:tagLst>
</file>

<file path=ppt/tags/tag59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00.xml><?xml version="1.0" encoding="utf-8"?>
<p:tagLst xmlns:p="http://schemas.openxmlformats.org/presentationml/2006/main">
  <p:tag name="RAINPROBLEM" val="ProblemSubmit"/>
  <p:tag name="RAINPROBLEMTYPE" val="MultipleChoice"/>
</p:tagLst>
</file>

<file path=ppt/tags/tag601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602.xml><?xml version="1.0" encoding="utf-8"?>
<p:tagLst xmlns:p="http://schemas.openxmlformats.org/presentationml/2006/main">
  <p:tag name="RAINPROBLEMTYPE" val="ProblemTypeMarker"/>
</p:tagLst>
</file>

<file path=ppt/tags/tag603.xml><?xml version="1.0" encoding="utf-8"?>
<p:tagLst xmlns:p="http://schemas.openxmlformats.org/presentationml/2006/main">
  <p:tag name="RAINPROBLEMTYPE" val="ProblemTypeMarker"/>
</p:tagLst>
</file>

<file path=ppt/tags/tag604.xml><?xml version="1.0" encoding="utf-8"?>
<p:tagLst xmlns:p="http://schemas.openxmlformats.org/presentationml/2006/main">
  <p:tag name="RAINPROBLEMTYPE" val="ProblemTypeMarker"/>
</p:tagLst>
</file>

<file path=ppt/tags/tag605.xml><?xml version="1.0" encoding="utf-8"?>
<p:tagLst xmlns:p="http://schemas.openxmlformats.org/presentationml/2006/main">
  <p:tag name="RAINPROBLEMTYPE" val="ProblemTypeMarker"/>
</p:tagLst>
</file>

<file path=ppt/tags/tag606.xml><?xml version="1.0" encoding="utf-8"?>
<p:tagLst xmlns:p="http://schemas.openxmlformats.org/presentationml/2006/main">
  <p:tag name="RAINPROBLEMTYPE" val="ProblemTypeMarker"/>
</p:tagLst>
</file>

<file path=ppt/tags/tag607.xml><?xml version="1.0" encoding="utf-8"?>
<p:tagLst xmlns:p="http://schemas.openxmlformats.org/presentationml/2006/main">
  <p:tag name="RAINPROBLEM" val="ProblemSetting"/>
  <p:tag name="RAINPROBLEMTYPE" val="FillBlank"/>
</p:tagLst>
</file>

<file path=ppt/tags/tag608.xml><?xml version="1.0" encoding="utf-8"?>
<p:tagLst xmlns:p="http://schemas.openxmlformats.org/presentationml/2006/main">
  <p:tag name="RAINPROBLEM" val="ProblemBody"/>
</p:tagLst>
</file>

<file path=ppt/tags/tag609.xml><?xml version="1.0" encoding="utf-8"?>
<p:tagLst xmlns:p="http://schemas.openxmlformats.org/presentationml/2006/main">
  <p:tag name="RAINPROBLEM" val="ProblemSubmit"/>
  <p:tag name="RAINPROBLEMTYPE" val="FillBlank"/>
</p:tagLst>
</file>

<file path=ppt/tags/tag610.xml><?xml version="1.0" encoding="utf-8"?>
<p:tagLst xmlns:p="http://schemas.openxmlformats.org/presentationml/2006/main">
  <p:tag name="RAINPROBLEM" val="FillBlank"/>
  <p:tag name="PROBLEMSCORE" val="2.0"/>
  <p:tag name="PROBLEMBLANK" val="[{&quot;num&quot;:1,&quot;caseSensitive&quot;:false,&quot;fuzzyMatch&quot;:false,&quot;Score&quot;:1.0,&quot;answers&quot;:[&quot;页面转向&quot;,&quot;页面跳转&quot;,&quot;路由转发&quot;,&quot;视图跳转&quot;]},{&quot;num&quot;:2,&quot;caseSensitive&quot;:false,&quot;fuzzyMatch&quot;:false,&quot;Score&quot;:1.0,&quot;answers&quot;:[&quot;传递页面数据&quot;,&quot;传递请求参数&quot;,&quot;传递模型数据&quot;,&quot;传递视图数据&quot;]}]"/>
  <p:tag name="PROBLEMBLANKKEYWORD" val="填空"/>
  <p:tag name="PROBLEMPROVIDER" val="AI"/>
</p:tagLst>
</file>

<file path=ppt/tags/tag611.xml><?xml version="1.0" encoding="utf-8"?>
<p:tagLst xmlns:p="http://schemas.openxmlformats.org/presentationml/2006/main">
  <p:tag name="RAINPROBLEM" val="ProblemBody"/>
</p:tagLst>
</file>

<file path=ppt/tags/tag612.xml><?xml version="1.0" encoding="utf-8"?>
<p:tagLst xmlns:p="http://schemas.openxmlformats.org/presentationml/2006/main">
  <p:tag name="RAINPROBLEM" val="ProblemItem"/>
</p:tagLst>
</file>

<file path=ppt/tags/tag61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14.xml><?xml version="1.0" encoding="utf-8"?>
<p:tagLst xmlns:p="http://schemas.openxmlformats.org/presentationml/2006/main">
  <p:tag name="RAINPROBLEM" val="ProblemItem"/>
</p:tagLst>
</file>

<file path=ppt/tags/tag61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16.xml><?xml version="1.0" encoding="utf-8"?>
<p:tagLst xmlns:p="http://schemas.openxmlformats.org/presentationml/2006/main">
  <p:tag name="RAINPROBLEM" val="ProblemItem"/>
</p:tagLst>
</file>

<file path=ppt/tags/tag61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618.xml><?xml version="1.0" encoding="utf-8"?>
<p:tagLst xmlns:p="http://schemas.openxmlformats.org/presentationml/2006/main">
  <p:tag name="RAINPROBLEM" val="ProblemItem"/>
</p:tagLst>
</file>

<file path=ppt/tags/tag6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20.xml><?xml version="1.0" encoding="utf-8"?>
<p:tagLst xmlns:p="http://schemas.openxmlformats.org/presentationml/2006/main">
  <p:tag name="RAINPROBLEM" val="ProblemSubmit"/>
  <p:tag name="RAINPROBLEMTYPE" val="MultipleChoice"/>
</p:tagLst>
</file>

<file path=ppt/tags/tag621.xml><?xml version="1.0" encoding="utf-8"?>
<p:tagLst xmlns:p="http://schemas.openxmlformats.org/presentationml/2006/main">
  <p:tag name="RAINPROBLEMTYPE" val="ProblemTypeMarker"/>
</p:tagLst>
</file>

<file path=ppt/tags/tag622.xml><?xml version="1.0" encoding="utf-8"?>
<p:tagLst xmlns:p="http://schemas.openxmlformats.org/presentationml/2006/main">
  <p:tag name="RAINPROBLEMTYPE" val="ProblemTypeMarker"/>
</p:tagLst>
</file>

<file path=ppt/tags/tag623.xml><?xml version="1.0" encoding="utf-8"?>
<p:tagLst xmlns:p="http://schemas.openxmlformats.org/presentationml/2006/main">
  <p:tag name="RAINPROBLEMTYPE" val="ProblemTypeMarker"/>
</p:tagLst>
</file>

<file path=ppt/tags/tag624.xml><?xml version="1.0" encoding="utf-8"?>
<p:tagLst xmlns:p="http://schemas.openxmlformats.org/presentationml/2006/main">
  <p:tag name="RAINPROBLEMTYPE" val="ProblemTypeMarker"/>
</p:tagLst>
</file>

<file path=ppt/tags/tag625.xml><?xml version="1.0" encoding="utf-8"?>
<p:tagLst xmlns:p="http://schemas.openxmlformats.org/presentationml/2006/main">
  <p:tag name="RAINPROBLEMTYPE" val="ProblemTypeMarker"/>
</p:tagLst>
</file>

<file path=ppt/tags/tag626.xml><?xml version="1.0" encoding="utf-8"?>
<p:tagLst xmlns:p="http://schemas.openxmlformats.org/presentationml/2006/main">
  <p:tag name="RAINPROBLEM" val="ProblemSetting"/>
  <p:tag name="RAINPROBLEMTYPE" val="MultipleChoice"/>
</p:tagLst>
</file>

<file path=ppt/tags/tag627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628.xml><?xml version="1.0" encoding="utf-8"?>
<p:tagLst xmlns:p="http://schemas.openxmlformats.org/presentationml/2006/main">
  <p:tag name="RAINPROBLEM" val="ProblemBody"/>
</p:tagLst>
</file>

<file path=ppt/tags/tag629.xml><?xml version="1.0" encoding="utf-8"?>
<p:tagLst xmlns:p="http://schemas.openxmlformats.org/presentationml/2006/main">
  <p:tag name="RAINPROBLEM" val="ProblemItem"/>
</p:tagLst>
</file>

<file path=ppt/tags/tag63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31.xml><?xml version="1.0" encoding="utf-8"?>
<p:tagLst xmlns:p="http://schemas.openxmlformats.org/presentationml/2006/main">
  <p:tag name="RAINPROBLEM" val="ProblemItem"/>
</p:tagLst>
</file>

<file path=ppt/tags/tag63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33.xml><?xml version="1.0" encoding="utf-8"?>
<p:tagLst xmlns:p="http://schemas.openxmlformats.org/presentationml/2006/main">
  <p:tag name="RAINPROBLEM" val="ProblemItem"/>
</p:tagLst>
</file>

<file path=ppt/tags/tag63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635.xml><?xml version="1.0" encoding="utf-8"?>
<p:tagLst xmlns:p="http://schemas.openxmlformats.org/presentationml/2006/main">
  <p:tag name="RAINPROBLEM" val="ProblemItem"/>
</p:tagLst>
</file>

<file path=ppt/tags/tag63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37.xml><?xml version="1.0" encoding="utf-8"?>
<p:tagLst xmlns:p="http://schemas.openxmlformats.org/presentationml/2006/main">
  <p:tag name="RAINPROBLEM" val="ProblemSubmit"/>
  <p:tag name="RAINPROBLEMTYPE" val="MultipleChoice"/>
</p:tagLst>
</file>

<file path=ppt/tags/tag638.xml><?xml version="1.0" encoding="utf-8"?>
<p:tagLst xmlns:p="http://schemas.openxmlformats.org/presentationml/2006/main">
  <p:tag name="RAINPROBLEMTYPE" val="ProblemTypeMarker"/>
</p:tagLst>
</file>

<file path=ppt/tags/tag639.xml><?xml version="1.0" encoding="utf-8"?>
<p:tagLst xmlns:p="http://schemas.openxmlformats.org/presentationml/2006/main">
  <p:tag name="RAINPROBLEMTYPE" val="ProblemTypeMarker"/>
</p:tagLst>
</file>

<file path=ppt/tags/tag640.xml><?xml version="1.0" encoding="utf-8"?>
<p:tagLst xmlns:p="http://schemas.openxmlformats.org/presentationml/2006/main">
  <p:tag name="RAINPROBLEMTYPE" val="ProblemTypeMarker"/>
</p:tagLst>
</file>

<file path=ppt/tags/tag641.xml><?xml version="1.0" encoding="utf-8"?>
<p:tagLst xmlns:p="http://schemas.openxmlformats.org/presentationml/2006/main">
  <p:tag name="RAINPROBLEMTYPE" val="ProblemTypeMarker"/>
</p:tagLst>
</file>

<file path=ppt/tags/tag642.xml><?xml version="1.0" encoding="utf-8"?>
<p:tagLst xmlns:p="http://schemas.openxmlformats.org/presentationml/2006/main">
  <p:tag name="RAINPROBLEMTYPE" val="ProblemTypeMarker"/>
</p:tagLst>
</file>

<file path=ppt/tags/tag643.xml><?xml version="1.0" encoding="utf-8"?>
<p:tagLst xmlns:p="http://schemas.openxmlformats.org/presentationml/2006/main">
  <p:tag name="RAINPROBLEM" val="ProblemSetting"/>
  <p:tag name="RAINPROBLEMTYPE" val="MultipleChoice"/>
</p:tagLst>
</file>

<file path=ppt/tags/tag644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645.xml><?xml version="1.0" encoding="utf-8"?>
<p:tagLst xmlns:p="http://schemas.openxmlformats.org/presentationml/2006/main">
  <p:tag name="RAINPROBLEM" val="ProblemBody"/>
</p:tagLst>
</file>

<file path=ppt/tags/tag646.xml><?xml version="1.0" encoding="utf-8"?>
<p:tagLst xmlns:p="http://schemas.openxmlformats.org/presentationml/2006/main">
  <p:tag name="RAINPROBLEM" val="ProblemItem"/>
</p:tagLst>
</file>

<file path=ppt/tags/tag647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648.xml><?xml version="1.0" encoding="utf-8"?>
<p:tagLst xmlns:p="http://schemas.openxmlformats.org/presentationml/2006/main">
  <p:tag name="RAINPROBLEM" val="ProblemItem"/>
</p:tagLst>
</file>

<file path=ppt/tags/tag649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650.xml><?xml version="1.0" encoding="utf-8"?>
<p:tagLst xmlns:p="http://schemas.openxmlformats.org/presentationml/2006/main">
  <p:tag name="RAINPROBLEM" val="ProblemItem"/>
</p:tagLst>
</file>

<file path=ppt/tags/tag651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652.xml><?xml version="1.0" encoding="utf-8"?>
<p:tagLst xmlns:p="http://schemas.openxmlformats.org/presentationml/2006/main">
  <p:tag name="RAINPROBLEM" val="ProblemItem"/>
</p:tagLst>
</file>

<file path=ppt/tags/tag653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654.xml><?xml version="1.0" encoding="utf-8"?>
<p:tagLst xmlns:p="http://schemas.openxmlformats.org/presentationml/2006/main">
  <p:tag name="RAINPROBLEM" val="ProblemSubmit"/>
  <p:tag name="RAINPROBLEMTYPE" val="MultipleChoiceMA"/>
</p:tagLst>
</file>

<file path=ppt/tags/tag655.xml><?xml version="1.0" encoding="utf-8"?>
<p:tagLst xmlns:p="http://schemas.openxmlformats.org/presentationml/2006/main">
  <p:tag name="RAINPROBLEMTYPE" val="ProblemTypeMarker"/>
</p:tagLst>
</file>

<file path=ppt/tags/tag656.xml><?xml version="1.0" encoding="utf-8"?>
<p:tagLst xmlns:p="http://schemas.openxmlformats.org/presentationml/2006/main">
  <p:tag name="RAINPROBLEMTYPE" val="ProblemTypeMarker"/>
</p:tagLst>
</file>

<file path=ppt/tags/tag657.xml><?xml version="1.0" encoding="utf-8"?>
<p:tagLst xmlns:p="http://schemas.openxmlformats.org/presentationml/2006/main">
  <p:tag name="RAINPROBLEMTYPE" val="ProblemTypeMarker"/>
</p:tagLst>
</file>

<file path=ppt/tags/tag658.xml><?xml version="1.0" encoding="utf-8"?>
<p:tagLst xmlns:p="http://schemas.openxmlformats.org/presentationml/2006/main">
  <p:tag name="RAINPROBLEMTYPE" val="ProblemTypeMarker"/>
</p:tagLst>
</file>

<file path=ppt/tags/tag659.xml><?xml version="1.0" encoding="utf-8"?>
<p:tagLst xmlns:p="http://schemas.openxmlformats.org/presentationml/2006/main">
  <p:tag name="RAINPROBLEMTYPE" val="ProblemTypeMarker"/>
</p:tagLst>
</file>

<file path=ppt/tags/tag660.xml><?xml version="1.0" encoding="utf-8"?>
<p:tagLst xmlns:p="http://schemas.openxmlformats.org/presentationml/2006/main">
  <p:tag name="RAINPROBLEM" val="ProblemSetting"/>
  <p:tag name="RAINPROBLEMTYPE" val="MultipleChoiceMA"/>
</p:tagLst>
</file>

<file path=ppt/tags/tag661.xml><?xml version="1.0" encoding="utf-8"?>
<p:tagLst xmlns:p="http://schemas.openxmlformats.org/presentationml/2006/main">
  <p:tag name="RAINPROBLEM" val="MultipleChoiceMA"/>
  <p:tag name="PROBLEMSCORE" val="1.0"/>
  <p:tag name="PROBLEMPROVIDER" val="AI"/>
  <p:tag name="PROBLEMSCORE_HALF" val="0.0"/>
</p:tagLst>
</file>

<file path=ppt/tags/tag662.xml><?xml version="1.0" encoding="utf-8"?>
<p:tagLst xmlns:p="http://schemas.openxmlformats.org/presentationml/2006/main">
  <p:tag name="RAINPROBLEMTYPE" val="ProblemTypeMarker"/>
</p:tagLst>
</file>

<file path=ppt/tags/tag663.xml><?xml version="1.0" encoding="utf-8"?>
<p:tagLst xmlns:p="http://schemas.openxmlformats.org/presentationml/2006/main">
  <p:tag name="RAINPROBLEMTYPE" val="ProblemTypeMarker"/>
</p:tagLst>
</file>

<file path=ppt/tags/tag664.xml><?xml version="1.0" encoding="utf-8"?>
<p:tagLst xmlns:p="http://schemas.openxmlformats.org/presentationml/2006/main">
  <p:tag name="RAINPROBLEMTYPE" val="ProblemTypeMarker"/>
</p:tagLst>
</file>

<file path=ppt/tags/tag665.xml><?xml version="1.0" encoding="utf-8"?>
<p:tagLst xmlns:p="http://schemas.openxmlformats.org/presentationml/2006/main">
  <p:tag name="RAINPROBLEMTYPE" val="ProblemTypeMarker"/>
</p:tagLst>
</file>

<file path=ppt/tags/tag666.xml><?xml version="1.0" encoding="utf-8"?>
<p:tagLst xmlns:p="http://schemas.openxmlformats.org/presentationml/2006/main">
  <p:tag name="RAINPROBLEMTYPE" val="ProblemTypeMarker"/>
</p:tagLst>
</file>

<file path=ppt/tags/tag667.xml><?xml version="1.0" encoding="utf-8"?>
<p:tagLst xmlns:p="http://schemas.openxmlformats.org/presentationml/2006/main">
  <p:tag name="RAINPROBLEM" val="ProblemSetting"/>
  <p:tag name="RAINPROBLEMTYPE" val="MultipleChoiceMA"/>
</p:tagLst>
</file>

<file path=ppt/tags/tag668.xml><?xml version="1.0" encoding="utf-8"?>
<p:tagLst xmlns:p="http://schemas.openxmlformats.org/presentationml/2006/main">
  <p:tag name="RAINPROBLEM" val="ProblemBody"/>
</p:tagLst>
</file>

<file path=ppt/tags/tag669.xml><?xml version="1.0" encoding="utf-8"?>
<p:tagLst xmlns:p="http://schemas.openxmlformats.org/presentationml/2006/main">
  <p:tag name="RAINPROBLEM" val="ProblemItem"/>
</p:tagLst>
</file>

<file path=ppt/tags/tag670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671.xml><?xml version="1.0" encoding="utf-8"?>
<p:tagLst xmlns:p="http://schemas.openxmlformats.org/presentationml/2006/main">
  <p:tag name="RAINPROBLEM" val="ProblemItem"/>
</p:tagLst>
</file>

<file path=ppt/tags/tag672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673.xml><?xml version="1.0" encoding="utf-8"?>
<p:tagLst xmlns:p="http://schemas.openxmlformats.org/presentationml/2006/main">
  <p:tag name="RAINPROBLEM" val="ProblemItem"/>
</p:tagLst>
</file>

<file path=ppt/tags/tag674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675.xml><?xml version="1.0" encoding="utf-8"?>
<p:tagLst xmlns:p="http://schemas.openxmlformats.org/presentationml/2006/main">
  <p:tag name="RAINPROBLEM" val="ProblemItem"/>
</p:tagLst>
</file>

<file path=ppt/tags/tag676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677.xml><?xml version="1.0" encoding="utf-8"?>
<p:tagLst xmlns:p="http://schemas.openxmlformats.org/presentationml/2006/main">
  <p:tag name="RAINPROBLEM" val="ProblemSubmit"/>
  <p:tag name="RAINPROBLEMTYPE" val="MultipleChoiceMA"/>
</p:tagLst>
</file>

<file path=ppt/tags/tag678.xml><?xml version="1.0" encoding="utf-8"?>
<p:tagLst xmlns:p="http://schemas.openxmlformats.org/presentationml/2006/main">
  <p:tag name="RAINPROBLEM" val="MultipleChoiceMA"/>
  <p:tag name="PROBLEMSCORE" val="1.0"/>
  <p:tag name="PROBLEMPROVIDER" val="AI"/>
</p:tagLst>
</file>

<file path=ppt/tags/tag679.xml><?xml version="1.0" encoding="utf-8"?>
<p:tagLst xmlns:p="http://schemas.openxmlformats.org/presentationml/2006/main">
  <p:tag name="RAINPROBLEMTYPE" val="ProblemTypeMarker"/>
</p:tagLst>
</file>

<file path=ppt/tags/tag680.xml><?xml version="1.0" encoding="utf-8"?>
<p:tagLst xmlns:p="http://schemas.openxmlformats.org/presentationml/2006/main">
  <p:tag name="RAINPROBLEMTYPE" val="ProblemTypeMarker"/>
</p:tagLst>
</file>

<file path=ppt/tags/tag681.xml><?xml version="1.0" encoding="utf-8"?>
<p:tagLst xmlns:p="http://schemas.openxmlformats.org/presentationml/2006/main">
  <p:tag name="RAINPROBLEMTYPE" val="ProblemTypeMarker"/>
</p:tagLst>
</file>

<file path=ppt/tags/tag682.xml><?xml version="1.0" encoding="utf-8"?>
<p:tagLst xmlns:p="http://schemas.openxmlformats.org/presentationml/2006/main">
  <p:tag name="RAINPROBLEMTYPE" val="ProblemTypeMarker"/>
</p:tagLst>
</file>

<file path=ppt/tags/tag683.xml><?xml version="1.0" encoding="utf-8"?>
<p:tagLst xmlns:p="http://schemas.openxmlformats.org/presentationml/2006/main">
  <p:tag name="RAINPROBLEMTYPE" val="ProblemTypeMarker"/>
</p:tagLst>
</file>

<file path=ppt/tags/tag684.xml><?xml version="1.0" encoding="utf-8"?>
<p:tagLst xmlns:p="http://schemas.openxmlformats.org/presentationml/2006/main">
  <p:tag name="RAINPROBLEM" val="ProblemSetting"/>
  <p:tag name="RAINPROBLEMTYPE" val="MultipleChoiceMA"/>
</p:tagLst>
</file>

<file path=ppt/tags/tag685.xml><?xml version="1.0" encoding="utf-8"?>
<p:tagLst xmlns:p="http://schemas.openxmlformats.org/presentationml/2006/main">
  <p:tag name="RAINPROBLEM" val="ProblemBody"/>
</p:tagLst>
</file>

<file path=ppt/tags/tag686.xml><?xml version="1.0" encoding="utf-8"?>
<p:tagLst xmlns:p="http://schemas.openxmlformats.org/presentationml/2006/main">
  <p:tag name="RAINPROBLEM" val="ProblemItem"/>
</p:tagLst>
</file>

<file path=ppt/tags/tag687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688.xml><?xml version="1.0" encoding="utf-8"?>
<p:tagLst xmlns:p="http://schemas.openxmlformats.org/presentationml/2006/main">
  <p:tag name="RAINPROBLEM" val="ProblemItem"/>
</p:tagLst>
</file>

<file path=ppt/tags/tag689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690.xml><?xml version="1.0" encoding="utf-8"?>
<p:tagLst xmlns:p="http://schemas.openxmlformats.org/presentationml/2006/main">
  <p:tag name="RAINPROBLEM" val="ProblemItem"/>
</p:tagLst>
</file>

<file path=ppt/tags/tag691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692.xml><?xml version="1.0" encoding="utf-8"?>
<p:tagLst xmlns:p="http://schemas.openxmlformats.org/presentationml/2006/main">
  <p:tag name="RAINPROBLEM" val="ProblemItem"/>
</p:tagLst>
</file>

<file path=ppt/tags/tag693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694.xml><?xml version="1.0" encoding="utf-8"?>
<p:tagLst xmlns:p="http://schemas.openxmlformats.org/presentationml/2006/main">
  <p:tag name="RAINPROBLEM" val="ProblemSubmit"/>
  <p:tag name="RAINPROBLEMTYPE" val="MultipleChoiceMA"/>
</p:tagLst>
</file>

<file path=ppt/tags/tag695.xml><?xml version="1.0" encoding="utf-8"?>
<p:tagLst xmlns:p="http://schemas.openxmlformats.org/presentationml/2006/main">
  <p:tag name="RAINPROBLEM" val="MultipleChoiceMA"/>
  <p:tag name="PROBLEMSCORE" val="1.0"/>
  <p:tag name="PROBLEMPROVIDER" val="AI"/>
</p:tagLst>
</file>

<file path=ppt/tags/tag696.xml><?xml version="1.0" encoding="utf-8"?>
<p:tagLst xmlns:p="http://schemas.openxmlformats.org/presentationml/2006/main">
  <p:tag name="RAINPROBLEMTYPE" val="ProblemTypeMarker"/>
</p:tagLst>
</file>

<file path=ppt/tags/tag697.xml><?xml version="1.0" encoding="utf-8"?>
<p:tagLst xmlns:p="http://schemas.openxmlformats.org/presentationml/2006/main">
  <p:tag name="RAINPROBLEMTYPE" val="ProblemTypeMarker"/>
</p:tagLst>
</file>

<file path=ppt/tags/tag698.xml><?xml version="1.0" encoding="utf-8"?>
<p:tagLst xmlns:p="http://schemas.openxmlformats.org/presentationml/2006/main">
  <p:tag name="RAINPROBLEMTYPE" val="ProblemTypeMarker"/>
</p:tagLst>
</file>

<file path=ppt/tags/tag699.xml><?xml version="1.0" encoding="utf-8"?>
<p:tagLst xmlns:p="http://schemas.openxmlformats.org/presentationml/2006/main">
  <p:tag name="RAINPROBLEMTYPE" val="ProblemTypeMarker"/>
</p:tagLst>
</file>

<file path=ppt/tags/tag700.xml><?xml version="1.0" encoding="utf-8"?>
<p:tagLst xmlns:p="http://schemas.openxmlformats.org/presentationml/2006/main">
  <p:tag name="RAINPROBLEMTYPE" val="ProblemTypeMarker"/>
</p:tagLst>
</file>

<file path=ppt/tags/tag701.xml><?xml version="1.0" encoding="utf-8"?>
<p:tagLst xmlns:p="http://schemas.openxmlformats.org/presentationml/2006/main">
  <p:tag name="RAINPROBLEM" val="ProblemSetting"/>
  <p:tag name="RAINPROBLEMTYPE" val="MultipleChoice"/>
</p:tagLst>
</file>

<file path=ppt/tags/tag702.xml><?xml version="1.0" encoding="utf-8"?>
<p:tagLst xmlns:p="http://schemas.openxmlformats.org/presentationml/2006/main">
  <p:tag name="RAINPROBLEM" val="ProblemBody"/>
</p:tagLst>
</file>

<file path=ppt/tags/tag703.xml><?xml version="1.0" encoding="utf-8"?>
<p:tagLst xmlns:p="http://schemas.openxmlformats.org/presentationml/2006/main">
  <p:tag name="RAINPROBLEM" val="ProblemItem"/>
</p:tagLst>
</file>

<file path=ppt/tags/tag70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05.xml><?xml version="1.0" encoding="utf-8"?>
<p:tagLst xmlns:p="http://schemas.openxmlformats.org/presentationml/2006/main">
  <p:tag name="RAINPROBLEM" val="ProblemItem"/>
</p:tagLst>
</file>

<file path=ppt/tags/tag70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07.xml><?xml version="1.0" encoding="utf-8"?>
<p:tagLst xmlns:p="http://schemas.openxmlformats.org/presentationml/2006/main">
  <p:tag name="RAINPROBLEM" val="ProblemItem"/>
</p:tagLst>
</file>

<file path=ppt/tags/tag708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709.xml><?xml version="1.0" encoding="utf-8"?>
<p:tagLst xmlns:p="http://schemas.openxmlformats.org/presentationml/2006/main">
  <p:tag name="RAINPROBLEM" val="ProblemItem"/>
</p:tagLst>
</file>

<file path=ppt/tags/tag71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11.xml><?xml version="1.0" encoding="utf-8"?>
<p:tagLst xmlns:p="http://schemas.openxmlformats.org/presentationml/2006/main">
  <p:tag name="RAINPROBLEM" val="ProblemSubmit"/>
  <p:tag name="RAINPROBLEMTYPE" val="MultipleChoice"/>
</p:tagLst>
</file>

<file path=ppt/tags/tag712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713.xml><?xml version="1.0" encoding="utf-8"?>
<p:tagLst xmlns:p="http://schemas.openxmlformats.org/presentationml/2006/main">
  <p:tag name="RAINPROBLEM" val="ProblemBody"/>
</p:tagLst>
</file>

<file path=ppt/tags/tag714.xml><?xml version="1.0" encoding="utf-8"?>
<p:tagLst xmlns:p="http://schemas.openxmlformats.org/presentationml/2006/main">
  <p:tag name="RAINPROBLEM" val="ProblemItem"/>
</p:tagLst>
</file>

<file path=ppt/tags/tag71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16.xml><?xml version="1.0" encoding="utf-8"?>
<p:tagLst xmlns:p="http://schemas.openxmlformats.org/presentationml/2006/main">
  <p:tag name="RAINPROBLEM" val="ProblemItem"/>
</p:tagLst>
</file>

<file path=ppt/tags/tag71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718.xml><?xml version="1.0" encoding="utf-8"?>
<p:tagLst xmlns:p="http://schemas.openxmlformats.org/presentationml/2006/main">
  <p:tag name="RAINPROBLEM" val="ProblemItem"/>
</p:tagLst>
</file>

<file path=ppt/tags/tag7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20.xml><?xml version="1.0" encoding="utf-8"?>
<p:tagLst xmlns:p="http://schemas.openxmlformats.org/presentationml/2006/main">
  <p:tag name="RAINPROBLEM" val="ProblemItem"/>
</p:tagLst>
</file>

<file path=ppt/tags/tag7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22.xml><?xml version="1.0" encoding="utf-8"?>
<p:tagLst xmlns:p="http://schemas.openxmlformats.org/presentationml/2006/main">
  <p:tag name="RAINPROBLEM" val="ProblemSubmit"/>
  <p:tag name="RAINPROBLEMTYPE" val="MultipleChoice"/>
</p:tagLst>
</file>

<file path=ppt/tags/tag723.xml><?xml version="1.0" encoding="utf-8"?>
<p:tagLst xmlns:p="http://schemas.openxmlformats.org/presentationml/2006/main">
  <p:tag name="RAINPROBLEMTYPE" val="ProblemTypeMarker"/>
</p:tagLst>
</file>

<file path=ppt/tags/tag724.xml><?xml version="1.0" encoding="utf-8"?>
<p:tagLst xmlns:p="http://schemas.openxmlformats.org/presentationml/2006/main">
  <p:tag name="RAINPROBLEMTYPE" val="ProblemTypeMarker"/>
</p:tagLst>
</file>

<file path=ppt/tags/tag725.xml><?xml version="1.0" encoding="utf-8"?>
<p:tagLst xmlns:p="http://schemas.openxmlformats.org/presentationml/2006/main">
  <p:tag name="RAINPROBLEMTYPE" val="ProblemTypeMarker"/>
</p:tagLst>
</file>

<file path=ppt/tags/tag726.xml><?xml version="1.0" encoding="utf-8"?>
<p:tagLst xmlns:p="http://schemas.openxmlformats.org/presentationml/2006/main">
  <p:tag name="RAINPROBLEMTYPE" val="ProblemTypeMarker"/>
</p:tagLst>
</file>

<file path=ppt/tags/tag727.xml><?xml version="1.0" encoding="utf-8"?>
<p:tagLst xmlns:p="http://schemas.openxmlformats.org/presentationml/2006/main">
  <p:tag name="RAINPROBLEMTYPE" val="ProblemTypeMarker"/>
</p:tagLst>
</file>

<file path=ppt/tags/tag728.xml><?xml version="1.0" encoding="utf-8"?>
<p:tagLst xmlns:p="http://schemas.openxmlformats.org/presentationml/2006/main">
  <p:tag name="RAINPROBLEM" val="ProblemSetting"/>
  <p:tag name="RAINPROBLEMTYPE" val="MultipleChoice"/>
</p:tagLst>
</file>

<file path=ppt/tags/tag729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730.xml><?xml version="1.0" encoding="utf-8"?>
<p:tagLst xmlns:p="http://schemas.openxmlformats.org/presentationml/2006/main">
  <p:tag name="RAINPROBLEM" val="ProblemBody"/>
</p:tagLst>
</file>

<file path=ppt/tags/tag731.xml><?xml version="1.0" encoding="utf-8"?>
<p:tagLst xmlns:p="http://schemas.openxmlformats.org/presentationml/2006/main">
  <p:tag name="RAINPROBLEM" val="ProblemItem"/>
</p:tagLst>
</file>

<file path=ppt/tags/tag73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33.xml><?xml version="1.0" encoding="utf-8"?>
<p:tagLst xmlns:p="http://schemas.openxmlformats.org/presentationml/2006/main">
  <p:tag name="RAINPROBLEM" val="ProblemItem"/>
</p:tagLst>
</file>

<file path=ppt/tags/tag73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735.xml><?xml version="1.0" encoding="utf-8"?>
<p:tagLst xmlns:p="http://schemas.openxmlformats.org/presentationml/2006/main">
  <p:tag name="RAINPROBLEM" val="ProblemItem"/>
</p:tagLst>
</file>

<file path=ppt/tags/tag73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37.xml><?xml version="1.0" encoding="utf-8"?>
<p:tagLst xmlns:p="http://schemas.openxmlformats.org/presentationml/2006/main">
  <p:tag name="RAINPROBLEM" val="ProblemItem"/>
</p:tagLst>
</file>

<file path=ppt/tags/tag73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39.xml><?xml version="1.0" encoding="utf-8"?>
<p:tagLst xmlns:p="http://schemas.openxmlformats.org/presentationml/2006/main">
  <p:tag name="RAINPROBLEM" val="ProblemSubmit"/>
  <p:tag name="RAINPROBLEMTYPE" val="MultipleChoice"/>
</p:tagLst>
</file>

<file path=ppt/tags/tag740.xml><?xml version="1.0" encoding="utf-8"?>
<p:tagLst xmlns:p="http://schemas.openxmlformats.org/presentationml/2006/main">
  <p:tag name="RAINPROBLEMTYPE" val="ProblemTypeMarker"/>
</p:tagLst>
</file>

<file path=ppt/tags/tag741.xml><?xml version="1.0" encoding="utf-8"?>
<p:tagLst xmlns:p="http://schemas.openxmlformats.org/presentationml/2006/main">
  <p:tag name="RAINPROBLEMTYPE" val="ProblemTypeMarker"/>
</p:tagLst>
</file>

<file path=ppt/tags/tag742.xml><?xml version="1.0" encoding="utf-8"?>
<p:tagLst xmlns:p="http://schemas.openxmlformats.org/presentationml/2006/main">
  <p:tag name="RAINPROBLEMTYPE" val="ProblemTypeMarker"/>
</p:tagLst>
</file>

<file path=ppt/tags/tag743.xml><?xml version="1.0" encoding="utf-8"?>
<p:tagLst xmlns:p="http://schemas.openxmlformats.org/presentationml/2006/main">
  <p:tag name="RAINPROBLEMTYPE" val="ProblemTypeMarker"/>
</p:tagLst>
</file>

<file path=ppt/tags/tag744.xml><?xml version="1.0" encoding="utf-8"?>
<p:tagLst xmlns:p="http://schemas.openxmlformats.org/presentationml/2006/main">
  <p:tag name="RAINPROBLEMTYPE" val="ProblemTypeMarker"/>
</p:tagLst>
</file>

<file path=ppt/tags/tag745.xml><?xml version="1.0" encoding="utf-8"?>
<p:tagLst xmlns:p="http://schemas.openxmlformats.org/presentationml/2006/main">
  <p:tag name="RAINPROBLEM" val="ProblemSetting"/>
  <p:tag name="RAINPROBLEMTYPE" val="MultipleChoice"/>
</p:tagLst>
</file>

<file path=ppt/tags/tag746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747.xml><?xml version="1.0" encoding="utf-8"?>
<p:tagLst xmlns:p="http://schemas.openxmlformats.org/presentationml/2006/main">
  <p:tag name="RAINPROBLEM" val="ProblemBody"/>
</p:tagLst>
</file>

<file path=ppt/tags/tag748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749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750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751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752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753.xml><?xml version="1.0" encoding="utf-8"?>
<p:tagLst xmlns:p="http://schemas.openxmlformats.org/presentationml/2006/main">
  <p:tag name="RAINPROBLEM" val="ProblemBullet"/>
  <p:tag name="RAINPROBLEMTYPE" val="MultipleChoice"/>
  <p:tag name="RAINBULLET" val="Correct"/>
  <p:tag name="KSO_WM_DIAGRAM_VIRTUALLY_FRAME" val="{&quot;height&quot;:253.1,&quot;left&quot;:123.75,&quot;top&quot;:219.35,&quot;width&quot;:740.25}"/>
</p:tagLst>
</file>

<file path=ppt/tags/tag754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755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756.xml><?xml version="1.0" encoding="utf-8"?>
<p:tagLst xmlns:p="http://schemas.openxmlformats.org/presentationml/2006/main">
  <p:tag name="RAINPROBLEM" val="ProblemSubmit"/>
  <p:tag name="RAINPROBLEMTYPE" val="MultipleChoice"/>
</p:tagLst>
</file>

<file path=ppt/tags/tag757.xml><?xml version="1.0" encoding="utf-8"?>
<p:tagLst xmlns:p="http://schemas.openxmlformats.org/presentationml/2006/main">
  <p:tag name="RAINPROBLEMTYPE" val="ProblemTypeMarker"/>
</p:tagLst>
</file>

<file path=ppt/tags/tag758.xml><?xml version="1.0" encoding="utf-8"?>
<p:tagLst xmlns:p="http://schemas.openxmlformats.org/presentationml/2006/main">
  <p:tag name="RAINPROBLEMTYPE" val="ProblemTypeMarker"/>
</p:tagLst>
</file>

<file path=ppt/tags/tag759.xml><?xml version="1.0" encoding="utf-8"?>
<p:tagLst xmlns:p="http://schemas.openxmlformats.org/presentationml/2006/main">
  <p:tag name="RAINPROBLEMTYPE" val="ProblemTypeMarker"/>
</p:tagLst>
</file>

<file path=ppt/tags/tag760.xml><?xml version="1.0" encoding="utf-8"?>
<p:tagLst xmlns:p="http://schemas.openxmlformats.org/presentationml/2006/main">
  <p:tag name="RAINPROBLEMTYPE" val="ProblemTypeMarker"/>
</p:tagLst>
</file>

<file path=ppt/tags/tag761.xml><?xml version="1.0" encoding="utf-8"?>
<p:tagLst xmlns:p="http://schemas.openxmlformats.org/presentationml/2006/main">
  <p:tag name="RAINPROBLEMTYPE" val="ProblemTypeMarker"/>
</p:tagLst>
</file>

<file path=ppt/tags/tag762.xml><?xml version="1.0" encoding="utf-8"?>
<p:tagLst xmlns:p="http://schemas.openxmlformats.org/presentationml/2006/main">
  <p:tag name="RAINPROBLEM" val="ProblemSetting"/>
  <p:tag name="RAINPROBLEMTYPE" val="MultipleChoice"/>
</p:tagLst>
</file>

<file path=ppt/tags/tag763.xml><?xml version="1.0" encoding="utf-8"?>
<p:tagLst xmlns:p="http://schemas.openxmlformats.org/presentationml/2006/main">
  <p:tag name="RAINPROBLEM" val="MultipleChoice"/>
  <p:tag name="PROBLEMSCORE" val="2.0"/>
</p:tagLst>
</file>

<file path=ppt/tags/tag764.xml><?xml version="1.0" encoding="utf-8"?>
<p:tagLst xmlns:p="http://schemas.openxmlformats.org/presentationml/2006/main">
  <p:tag name="RAINPROBLEMTYPE" val="ProblemTypeMarker"/>
</p:tagLst>
</file>

<file path=ppt/tags/tag765.xml><?xml version="1.0" encoding="utf-8"?>
<p:tagLst xmlns:p="http://schemas.openxmlformats.org/presentationml/2006/main">
  <p:tag name="RAINPROBLEMTYPE" val="ProblemTypeMarker"/>
</p:tagLst>
</file>

<file path=ppt/tags/tag766.xml><?xml version="1.0" encoding="utf-8"?>
<p:tagLst xmlns:p="http://schemas.openxmlformats.org/presentationml/2006/main">
  <p:tag name="RAINPROBLEMTYPE" val="ProblemTypeMarker"/>
</p:tagLst>
</file>

<file path=ppt/tags/tag767.xml><?xml version="1.0" encoding="utf-8"?>
<p:tagLst xmlns:p="http://schemas.openxmlformats.org/presentationml/2006/main">
  <p:tag name="RAINPROBLEMTYPE" val="ProblemTypeMarker"/>
</p:tagLst>
</file>

<file path=ppt/tags/tag768.xml><?xml version="1.0" encoding="utf-8"?>
<p:tagLst xmlns:p="http://schemas.openxmlformats.org/presentationml/2006/main">
  <p:tag name="RAINPROBLEMTYPE" val="ProblemTypeMarker"/>
</p:tagLst>
</file>

<file path=ppt/tags/tag769.xml><?xml version="1.0" encoding="utf-8"?>
<p:tagLst xmlns:p="http://schemas.openxmlformats.org/presentationml/2006/main">
  <p:tag name="RAINPROBLEM" val="ProblemSetting"/>
  <p:tag name="RAINPROBLEMTYPE" val="MultipleChoice"/>
</p:tagLst>
</file>

<file path=ppt/tags/tag770.xml><?xml version="1.0" encoding="utf-8"?>
<p:tagLst xmlns:p="http://schemas.openxmlformats.org/presentationml/2006/main">
  <p:tag name="RAINPROBLEM" val="ProblemBody"/>
</p:tagLst>
</file>

<file path=ppt/tags/tag771.xml><?xml version="1.0" encoding="utf-8"?>
<p:tagLst xmlns:p="http://schemas.openxmlformats.org/presentationml/2006/main">
  <p:tag name="RAINPROBLEM" val="ProblemItem"/>
</p:tagLst>
</file>

<file path=ppt/tags/tag77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773.xml><?xml version="1.0" encoding="utf-8"?>
<p:tagLst xmlns:p="http://schemas.openxmlformats.org/presentationml/2006/main">
  <p:tag name="RAINPROBLEM" val="ProblemItem"/>
</p:tagLst>
</file>

<file path=ppt/tags/tag77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75.xml><?xml version="1.0" encoding="utf-8"?>
<p:tagLst xmlns:p="http://schemas.openxmlformats.org/presentationml/2006/main">
  <p:tag name="RAINPROBLEM" val="ProblemItem"/>
</p:tagLst>
</file>

<file path=ppt/tags/tag77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77.xml><?xml version="1.0" encoding="utf-8"?>
<p:tagLst xmlns:p="http://schemas.openxmlformats.org/presentationml/2006/main">
  <p:tag name="RAINPROBLEM" val="ProblemItem"/>
</p:tagLst>
</file>

<file path=ppt/tags/tag77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79.xml><?xml version="1.0" encoding="utf-8"?>
<p:tagLst xmlns:p="http://schemas.openxmlformats.org/presentationml/2006/main">
  <p:tag name="RAINPROBLEM" val="ProblemSubmit"/>
  <p:tag name="RAINPROBLEMTYPE" val="MultipleChoice"/>
</p:tagLst>
</file>

<file path=ppt/tags/tag780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781.xml><?xml version="1.0" encoding="utf-8"?>
<p:tagLst xmlns:p="http://schemas.openxmlformats.org/presentationml/2006/main">
  <p:tag name="RAINPROBLEM" val="ProblemBody"/>
</p:tagLst>
</file>

<file path=ppt/tags/tag782.xml><?xml version="1.0" encoding="utf-8"?>
<p:tagLst xmlns:p="http://schemas.openxmlformats.org/presentationml/2006/main">
  <p:tag name="RAINPROBLEM" val="ProblemItem"/>
</p:tagLst>
</file>

<file path=ppt/tags/tag78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784.xml><?xml version="1.0" encoding="utf-8"?>
<p:tagLst xmlns:p="http://schemas.openxmlformats.org/presentationml/2006/main">
  <p:tag name="RAINPROBLEM" val="ProblemItem"/>
</p:tagLst>
</file>

<file path=ppt/tags/tag78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86.xml><?xml version="1.0" encoding="utf-8"?>
<p:tagLst xmlns:p="http://schemas.openxmlformats.org/presentationml/2006/main">
  <p:tag name="RAINPROBLEM" val="ProblemItem"/>
</p:tagLst>
</file>

<file path=ppt/tags/tag78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88.xml><?xml version="1.0" encoding="utf-8"?>
<p:tagLst xmlns:p="http://schemas.openxmlformats.org/presentationml/2006/main">
  <p:tag name="RAINPROBLEM" val="ProblemItem"/>
</p:tagLst>
</file>

<file path=ppt/tags/tag78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90.xml><?xml version="1.0" encoding="utf-8"?>
<p:tagLst xmlns:p="http://schemas.openxmlformats.org/presentationml/2006/main">
  <p:tag name="RAINPROBLEM" val="ProblemSubmit"/>
  <p:tag name="RAINPROBLEMTYPE" val="MultipleChoice"/>
</p:tagLst>
</file>

<file path=ppt/tags/tag791.xml><?xml version="1.0" encoding="utf-8"?>
<p:tagLst xmlns:p="http://schemas.openxmlformats.org/presentationml/2006/main">
  <p:tag name="RAINPROBLEMTYPE" val="ProblemTypeMarker"/>
</p:tagLst>
</file>

<file path=ppt/tags/tag792.xml><?xml version="1.0" encoding="utf-8"?>
<p:tagLst xmlns:p="http://schemas.openxmlformats.org/presentationml/2006/main">
  <p:tag name="RAINPROBLEMTYPE" val="ProblemTypeMarker"/>
</p:tagLst>
</file>

<file path=ppt/tags/tag793.xml><?xml version="1.0" encoding="utf-8"?>
<p:tagLst xmlns:p="http://schemas.openxmlformats.org/presentationml/2006/main">
  <p:tag name="RAINPROBLEMTYPE" val="ProblemTypeMarker"/>
</p:tagLst>
</file>

<file path=ppt/tags/tag794.xml><?xml version="1.0" encoding="utf-8"?>
<p:tagLst xmlns:p="http://schemas.openxmlformats.org/presentationml/2006/main">
  <p:tag name="RAINPROBLEMTYPE" val="ProblemTypeMarker"/>
</p:tagLst>
</file>

<file path=ppt/tags/tag795.xml><?xml version="1.0" encoding="utf-8"?>
<p:tagLst xmlns:p="http://schemas.openxmlformats.org/presentationml/2006/main">
  <p:tag name="RAINPROBLEMTYPE" val="ProblemTypeMarker"/>
</p:tagLst>
</file>

<file path=ppt/tags/tag796.xml><?xml version="1.0" encoding="utf-8"?>
<p:tagLst xmlns:p="http://schemas.openxmlformats.org/presentationml/2006/main">
  <p:tag name="RAINPROBLEM" val="ProblemSetting"/>
  <p:tag name="RAINPROBLEMTYPE" val="MultipleChoice"/>
</p:tagLst>
</file>

<file path=ppt/tags/tag797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798.xml><?xml version="1.0" encoding="utf-8"?>
<p:tagLst xmlns:p="http://schemas.openxmlformats.org/presentationml/2006/main">
  <p:tag name="RAINPROBLEMTYPE" val="ProblemTypeMarker"/>
</p:tagLst>
</file>

<file path=ppt/tags/tag799.xml><?xml version="1.0" encoding="utf-8"?>
<p:tagLst xmlns:p="http://schemas.openxmlformats.org/presentationml/2006/main">
  <p:tag name="RAINPROBLEMTYPE" val="ProblemTypeMarker"/>
</p:tagLst>
</file>

<file path=ppt/tags/tag800.xml><?xml version="1.0" encoding="utf-8"?>
<p:tagLst xmlns:p="http://schemas.openxmlformats.org/presentationml/2006/main">
  <p:tag name="RAINPROBLEMTYPE" val="ProblemTypeMarker"/>
</p:tagLst>
</file>

<file path=ppt/tags/tag801.xml><?xml version="1.0" encoding="utf-8"?>
<p:tagLst xmlns:p="http://schemas.openxmlformats.org/presentationml/2006/main">
  <p:tag name="RAINPROBLEMTYPE" val="ProblemTypeMarker"/>
</p:tagLst>
</file>

<file path=ppt/tags/tag802.xml><?xml version="1.0" encoding="utf-8"?>
<p:tagLst xmlns:p="http://schemas.openxmlformats.org/presentationml/2006/main">
  <p:tag name="RAINPROBLEMTYPE" val="ProblemTypeMarker"/>
</p:tagLst>
</file>

<file path=ppt/tags/tag803.xml><?xml version="1.0" encoding="utf-8"?>
<p:tagLst xmlns:p="http://schemas.openxmlformats.org/presentationml/2006/main">
  <p:tag name="RAINPROBLEM" val="ProblemSetting"/>
  <p:tag name="RAINPROBLEMTYPE" val="FillBlank"/>
</p:tagLst>
</file>

<file path=ppt/tags/tag804.xml><?xml version="1.0" encoding="utf-8"?>
<p:tagLst xmlns:p="http://schemas.openxmlformats.org/presentationml/2006/main">
  <p:tag name="RAINPROBLEM" val="ProblemBody"/>
</p:tagLst>
</file>

<file path=ppt/tags/tag805.xml><?xml version="1.0" encoding="utf-8"?>
<p:tagLst xmlns:p="http://schemas.openxmlformats.org/presentationml/2006/main">
  <p:tag name="RAINPROBLEM" val="ProblemSubmit"/>
  <p:tag name="RAINPROBLEMTYPE" val="FillBlank"/>
</p:tagLst>
</file>

<file path=ppt/tags/tag806.xml><?xml version="1.0" encoding="utf-8"?>
<p:tagLst xmlns:p="http://schemas.openxmlformats.org/presentationml/2006/main">
  <p:tag name="RAINPROBLEM" val="FillBlank"/>
  <p:tag name="PROBLEMSCORE" val="1.0"/>
  <p:tag name="PROBLEMBLANK" val="[{&quot;num&quot;:1,&quot;caseSensitive&quot;:false,&quot;fuzzyMatch&quot;:false,&quot;Score&quot;:1.0,&quot;answers&quot;:[&quot;可读性&quot;]}]"/>
  <p:tag name="PROBLEMBLANKKEYWORD" val="填空"/>
  <p:tag name="PROBLEMPROVIDER" val="AI"/>
</p:tagLst>
</file>

<file path=ppt/tags/tag1659.xml><?xml version="1.0" encoding="utf-8"?>
<p:tagLst xmlns:p="http://schemas.openxmlformats.org/presentationml/2006/main">
  <p:tag name="RAINPROBLEM" val="ProblemRemarkBoard"/>
</p:tagLst>
</file>

<file path=ppt/tags/tag1660.xml><?xml version="1.0" encoding="utf-8"?>
<p:tagLst xmlns:p="http://schemas.openxmlformats.org/presentationml/2006/main">
  <p:tag name="RAINPROBLEMTYPE" val="ProblemTypeMarker"/>
</p:tagLst>
</file>

<file path=ppt/tags/tag1661.xml><?xml version="1.0" encoding="utf-8"?>
<p:tagLst xmlns:p="http://schemas.openxmlformats.org/presentationml/2006/main">
  <p:tag name="RAINPROBLEMTYPE" val="ProblemTypeMarker"/>
</p:tagLst>
</file>

<file path=ppt/tags/tag1662.xml><?xml version="1.0" encoding="utf-8"?>
<p:tagLst xmlns:p="http://schemas.openxmlformats.org/presentationml/2006/main">
  <p:tag name="RAINPROBLEMTYPE" val="ProblemTypeMarker"/>
</p:tagLst>
</file>

<file path=ppt/tags/tag1663.xml><?xml version="1.0" encoding="utf-8"?>
<p:tagLst xmlns:p="http://schemas.openxmlformats.org/presentationml/2006/main">
  <p:tag name="RAINPROBLEMTYPE" val="ProblemTypeMarker"/>
</p:tagLst>
</file>

<file path=ppt/tags/tag1664.xml><?xml version="1.0" encoding="utf-8"?>
<p:tagLst xmlns:p="http://schemas.openxmlformats.org/presentationml/2006/main">
  <p:tag name="RAINPROBLEMTYPE" val="ProblemTypeMarker"/>
</p:tagLst>
</file>

<file path=ppt/tags/tag1665.xml><?xml version="1.0" encoding="utf-8"?>
<p:tagLst xmlns:p="http://schemas.openxmlformats.org/presentationml/2006/main">
  <p:tag name="RAINPROBLEM" val="ProblemBody"/>
</p:tagLst>
</file>

<file path=ppt/tags/tag1666.xml><?xml version="1.0" encoding="utf-8"?>
<p:tagLst xmlns:p="http://schemas.openxmlformats.org/presentationml/2006/main">
  <p:tag name="RAINPROBLEM" val="ProblemItem"/>
</p:tagLst>
</file>

<file path=ppt/tags/tag166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668.xml><?xml version="1.0" encoding="utf-8"?>
<p:tagLst xmlns:p="http://schemas.openxmlformats.org/presentationml/2006/main">
  <p:tag name="RAINPROBLEM" val="ProblemItem"/>
</p:tagLst>
</file>

<file path=ppt/tags/tag16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70.xml><?xml version="1.0" encoding="utf-8"?>
<p:tagLst xmlns:p="http://schemas.openxmlformats.org/presentationml/2006/main">
  <p:tag name="RAINPROBLEM" val="ProblemItem"/>
</p:tagLst>
</file>

<file path=ppt/tags/tag16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72.xml><?xml version="1.0" encoding="utf-8"?>
<p:tagLst xmlns:p="http://schemas.openxmlformats.org/presentationml/2006/main">
  <p:tag name="RAINPROBLEM" val="ProblemItem"/>
</p:tagLst>
</file>

<file path=ppt/tags/tag16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74.xml><?xml version="1.0" encoding="utf-8"?>
<p:tagLst xmlns:p="http://schemas.openxmlformats.org/presentationml/2006/main">
  <p:tag name="PROBLEMREMARKTITLE" val="ProblemRemarkBoardTitle"/>
</p:tagLst>
</file>

<file path=ppt/tags/tag1675.xml><?xml version="1.0" encoding="utf-8"?>
<p:tagLst xmlns:p="http://schemas.openxmlformats.org/presentationml/2006/main">
  <p:tag name="PROBLEMREMARKTITLE" val="ProblemRemarkBoardTitle"/>
</p:tagLst>
</file>

<file path=ppt/tags/tag1676.xml><?xml version="1.0" encoding="utf-8"?>
<p:tagLst xmlns:p="http://schemas.openxmlformats.org/presentationml/2006/main">
  <p:tag name="PROBLEMREMARKTITLE" val="ProblemRemarkBoardTitle"/>
</p:tagLst>
</file>

<file path=ppt/tags/tag1677.xml><?xml version="1.0" encoding="utf-8"?>
<p:tagLst xmlns:p="http://schemas.openxmlformats.org/presentationml/2006/main">
  <p:tag name="PROBLEMREMARKTITLE" val="ProblemRemarkBoardTitle"/>
</p:tagLst>
</file>

<file path=ppt/tags/tag1678.xml><?xml version="1.0" encoding="utf-8"?>
<p:tagLst xmlns:p="http://schemas.openxmlformats.org/presentationml/2006/main">
  <p:tag name="RAINPROBLEM" val="ProblemSetting"/>
  <p:tag name="RAINPROBLEMTYPE" val="MultipleChoice"/>
</p:tagLst>
</file>

<file path=ppt/tags/tag1679.xml><?xml version="1.0" encoding="utf-8"?>
<p:tagLst xmlns:p="http://schemas.openxmlformats.org/presentationml/2006/main">
  <p:tag name="PROBLEMREMARKTITLE" val="ProblemRemarkBoardTip"/>
</p:tagLst>
</file>

<file path=ppt/tags/tag1680.xml><?xml version="1.0" encoding="utf-8"?>
<p:tagLst xmlns:p="http://schemas.openxmlformats.org/presentationml/2006/main">
  <p:tag name="RAINPROBLEM" val="ProblemRemark"/>
</p:tagLst>
</file>

<file path=ppt/tags/tag1681.xml><?xml version="1.0" encoding="utf-8"?>
<p:tagLst xmlns:p="http://schemas.openxmlformats.org/presentationml/2006/main">
  <p:tag name="RAINPROBLEM" val="ProblemRemark"/>
</p:tagLst>
</file>

<file path=ppt/tags/tag1682.xml><?xml version="1.0" encoding="utf-8"?>
<p:tagLst xmlns:p="http://schemas.openxmlformats.org/presentationml/2006/main">
  <p:tag name="RAINPROBLEM" val="ProblemSubmit"/>
  <p:tag name="RAINPROBLEMTYPE" val="MultipleChoice"/>
</p:tagLst>
</file>

<file path=ppt/tags/tag1683.xml><?xml version="1.0" encoding="utf-8"?>
<p:tagLst xmlns:p="http://schemas.openxmlformats.org/presentationml/2006/main">
  <p:tag name="RAINPROBLEM" val="MultipleChoice"/>
  <p:tag name="PROBLEMHASREMARK" val="True"/>
</p:tagLst>
</file>

<file path=ppt/tags/tag1684.xml><?xml version="1.0" encoding="utf-8"?>
<p:tagLst xmlns:p="http://schemas.openxmlformats.org/presentationml/2006/main">
  <p:tag name="RAINPROBLEM" val="ProblemRemarkBoard"/>
</p:tagLst>
</file>

<file path=ppt/tags/tag1685.xml><?xml version="1.0" encoding="utf-8"?>
<p:tagLst xmlns:p="http://schemas.openxmlformats.org/presentationml/2006/main">
  <p:tag name="RAINPROBLEMTYPE" val="ProblemTypeMarker"/>
</p:tagLst>
</file>

<file path=ppt/tags/tag1686.xml><?xml version="1.0" encoding="utf-8"?>
<p:tagLst xmlns:p="http://schemas.openxmlformats.org/presentationml/2006/main">
  <p:tag name="RAINPROBLEMTYPE" val="ProblemTypeMarker"/>
</p:tagLst>
</file>

<file path=ppt/tags/tag1687.xml><?xml version="1.0" encoding="utf-8"?>
<p:tagLst xmlns:p="http://schemas.openxmlformats.org/presentationml/2006/main">
  <p:tag name="RAINPROBLEMTYPE" val="ProblemTypeMarker"/>
</p:tagLst>
</file>

<file path=ppt/tags/tag1688.xml><?xml version="1.0" encoding="utf-8"?>
<p:tagLst xmlns:p="http://schemas.openxmlformats.org/presentationml/2006/main">
  <p:tag name="RAINPROBLEMTYPE" val="ProblemTypeMarker"/>
</p:tagLst>
</file>

<file path=ppt/tags/tag1689.xml><?xml version="1.0" encoding="utf-8"?>
<p:tagLst xmlns:p="http://schemas.openxmlformats.org/presentationml/2006/main">
  <p:tag name="RAINPROBLEMTYPE" val="ProblemTypeMarker"/>
</p:tagLst>
</file>

<file path=ppt/tags/tag1690.xml><?xml version="1.0" encoding="utf-8"?>
<p:tagLst xmlns:p="http://schemas.openxmlformats.org/presentationml/2006/main">
  <p:tag name="RAINPROBLEM" val="ProblemBody"/>
</p:tagLst>
</file>

<file path=ppt/tags/tag1691.xml><?xml version="1.0" encoding="utf-8"?>
<p:tagLst xmlns:p="http://schemas.openxmlformats.org/presentationml/2006/main">
  <p:tag name="RAINPROBLEM" val="ProblemItem"/>
</p:tagLst>
</file>

<file path=ppt/tags/tag169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693.xml><?xml version="1.0" encoding="utf-8"?>
<p:tagLst xmlns:p="http://schemas.openxmlformats.org/presentationml/2006/main">
  <p:tag name="RAINPROBLEM" val="ProblemItem"/>
</p:tagLst>
</file>

<file path=ppt/tags/tag16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95.xml><?xml version="1.0" encoding="utf-8"?>
<p:tagLst xmlns:p="http://schemas.openxmlformats.org/presentationml/2006/main">
  <p:tag name="RAINPROBLEM" val="ProblemItem"/>
</p:tagLst>
</file>

<file path=ppt/tags/tag16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97.xml><?xml version="1.0" encoding="utf-8"?>
<p:tagLst xmlns:p="http://schemas.openxmlformats.org/presentationml/2006/main">
  <p:tag name="RAINPROBLEM" val="ProblemItem"/>
</p:tagLst>
</file>

<file path=ppt/tags/tag16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99.xml><?xml version="1.0" encoding="utf-8"?>
<p:tagLst xmlns:p="http://schemas.openxmlformats.org/presentationml/2006/main">
  <p:tag name="PROBLEMREMARKTITLE" val="ProblemRemarkBoardTitle"/>
</p:tagLst>
</file>

<file path=ppt/tags/tag1700.xml><?xml version="1.0" encoding="utf-8"?>
<p:tagLst xmlns:p="http://schemas.openxmlformats.org/presentationml/2006/main">
  <p:tag name="PROBLEMREMARKTITLE" val="ProblemRemarkBoardTitle"/>
</p:tagLst>
</file>

<file path=ppt/tags/tag1701.xml><?xml version="1.0" encoding="utf-8"?>
<p:tagLst xmlns:p="http://schemas.openxmlformats.org/presentationml/2006/main">
  <p:tag name="PROBLEMREMARKTITLE" val="ProblemRemarkBoardTitle"/>
</p:tagLst>
</file>

<file path=ppt/tags/tag1702.xml><?xml version="1.0" encoding="utf-8"?>
<p:tagLst xmlns:p="http://schemas.openxmlformats.org/presentationml/2006/main">
  <p:tag name="PROBLEMREMARKTITLE" val="ProblemRemarkBoardTitle"/>
</p:tagLst>
</file>

<file path=ppt/tags/tag1703.xml><?xml version="1.0" encoding="utf-8"?>
<p:tagLst xmlns:p="http://schemas.openxmlformats.org/presentationml/2006/main">
  <p:tag name="RAINPROBLEM" val="ProblemSetting"/>
  <p:tag name="RAINPROBLEMTYPE" val="MultipleChoice"/>
</p:tagLst>
</file>

<file path=ppt/tags/tag1704.xml><?xml version="1.0" encoding="utf-8"?>
<p:tagLst xmlns:p="http://schemas.openxmlformats.org/presentationml/2006/main">
  <p:tag name="PROBLEMREMARKTITLE" val="ProblemRemarkBoardTip"/>
</p:tagLst>
</file>

<file path=ppt/tags/tag1705.xml><?xml version="1.0" encoding="utf-8"?>
<p:tagLst xmlns:p="http://schemas.openxmlformats.org/presentationml/2006/main">
  <p:tag name="RAINPROBLEM" val="ProblemRemark"/>
</p:tagLst>
</file>

<file path=ppt/tags/tag1706.xml><?xml version="1.0" encoding="utf-8"?>
<p:tagLst xmlns:p="http://schemas.openxmlformats.org/presentationml/2006/main">
  <p:tag name="RAINPROBLEM" val="ProblemRemark"/>
</p:tagLst>
</file>

<file path=ppt/tags/tag1707.xml><?xml version="1.0" encoding="utf-8"?>
<p:tagLst xmlns:p="http://schemas.openxmlformats.org/presentationml/2006/main">
  <p:tag name="RAINPROBLEM" val="ProblemSubmit"/>
  <p:tag name="RAINPROBLEMTYPE" val="MultipleChoice"/>
</p:tagLst>
</file>

<file path=ppt/tags/tag1708.xml><?xml version="1.0" encoding="utf-8"?>
<p:tagLst xmlns:p="http://schemas.openxmlformats.org/presentationml/2006/main">
  <p:tag name="RAINPROBLEM" val="MultipleChoice"/>
  <p:tag name="PROBLEMHASREMARK" val="True"/>
</p:tagLst>
</file>

<file path=ppt/tags/tag1709.xml><?xml version="1.0" encoding="utf-8"?>
<p:tagLst xmlns:p="http://schemas.openxmlformats.org/presentationml/2006/main">
  <p:tag name="RAINPROBLEM" val="ProblemRemarkBoard"/>
</p:tagLst>
</file>

<file path=ppt/tags/tag1710.xml><?xml version="1.0" encoding="utf-8"?>
<p:tagLst xmlns:p="http://schemas.openxmlformats.org/presentationml/2006/main">
  <p:tag name="RAINPROBLEMTYPE" val="ProblemTypeMarker"/>
</p:tagLst>
</file>

<file path=ppt/tags/tag1711.xml><?xml version="1.0" encoding="utf-8"?>
<p:tagLst xmlns:p="http://schemas.openxmlformats.org/presentationml/2006/main">
  <p:tag name="RAINPROBLEMTYPE" val="ProblemTypeMarker"/>
</p:tagLst>
</file>

<file path=ppt/tags/tag1712.xml><?xml version="1.0" encoding="utf-8"?>
<p:tagLst xmlns:p="http://schemas.openxmlformats.org/presentationml/2006/main">
  <p:tag name="RAINPROBLEMTYPE" val="ProblemTypeMarker"/>
</p:tagLst>
</file>

<file path=ppt/tags/tag1713.xml><?xml version="1.0" encoding="utf-8"?>
<p:tagLst xmlns:p="http://schemas.openxmlformats.org/presentationml/2006/main">
  <p:tag name="RAINPROBLEMTYPE" val="ProblemTypeMarker"/>
</p:tagLst>
</file>

<file path=ppt/tags/tag1714.xml><?xml version="1.0" encoding="utf-8"?>
<p:tagLst xmlns:p="http://schemas.openxmlformats.org/presentationml/2006/main">
  <p:tag name="RAINPROBLEMTYPE" val="ProblemTypeMarker"/>
</p:tagLst>
</file>

<file path=ppt/tags/tag1715.xml><?xml version="1.0" encoding="utf-8"?>
<p:tagLst xmlns:p="http://schemas.openxmlformats.org/presentationml/2006/main">
  <p:tag name="RAINPROBLEM" val="ProblemBody"/>
</p:tagLst>
</file>

<file path=ppt/tags/tag1716.xml><?xml version="1.0" encoding="utf-8"?>
<p:tagLst xmlns:p="http://schemas.openxmlformats.org/presentationml/2006/main">
  <p:tag name="RAINPROBLEM" val="ProblemItem"/>
</p:tagLst>
</file>

<file path=ppt/tags/tag171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718.xml><?xml version="1.0" encoding="utf-8"?>
<p:tagLst xmlns:p="http://schemas.openxmlformats.org/presentationml/2006/main">
  <p:tag name="RAINPROBLEM" val="ProblemItem"/>
</p:tagLst>
</file>

<file path=ppt/tags/tag17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20.xml><?xml version="1.0" encoding="utf-8"?>
<p:tagLst xmlns:p="http://schemas.openxmlformats.org/presentationml/2006/main">
  <p:tag name="RAINPROBLEM" val="ProblemItem"/>
</p:tagLst>
</file>

<file path=ppt/tags/tag17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22.xml><?xml version="1.0" encoding="utf-8"?>
<p:tagLst xmlns:p="http://schemas.openxmlformats.org/presentationml/2006/main">
  <p:tag name="RAINPROBLEM" val="ProblemItem"/>
</p:tagLst>
</file>

<file path=ppt/tags/tag17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24.xml><?xml version="1.0" encoding="utf-8"?>
<p:tagLst xmlns:p="http://schemas.openxmlformats.org/presentationml/2006/main">
  <p:tag name="PROBLEMREMARKTITLE" val="ProblemRemarkBoardTitle"/>
</p:tagLst>
</file>

<file path=ppt/tags/tag1725.xml><?xml version="1.0" encoding="utf-8"?>
<p:tagLst xmlns:p="http://schemas.openxmlformats.org/presentationml/2006/main">
  <p:tag name="PROBLEMREMARKTITLE" val="ProblemRemarkBoardTitle"/>
</p:tagLst>
</file>

<file path=ppt/tags/tag1726.xml><?xml version="1.0" encoding="utf-8"?>
<p:tagLst xmlns:p="http://schemas.openxmlformats.org/presentationml/2006/main">
  <p:tag name="PROBLEMREMARKTITLE" val="ProblemRemarkBoardTitle"/>
</p:tagLst>
</file>

<file path=ppt/tags/tag1727.xml><?xml version="1.0" encoding="utf-8"?>
<p:tagLst xmlns:p="http://schemas.openxmlformats.org/presentationml/2006/main">
  <p:tag name="PROBLEMREMARKTITLE" val="ProblemRemarkBoardTitle"/>
</p:tagLst>
</file>

<file path=ppt/tags/tag1728.xml><?xml version="1.0" encoding="utf-8"?>
<p:tagLst xmlns:p="http://schemas.openxmlformats.org/presentationml/2006/main">
  <p:tag name="RAINPROBLEM" val="ProblemSetting"/>
  <p:tag name="RAINPROBLEMTYPE" val="MultipleChoice"/>
</p:tagLst>
</file>

<file path=ppt/tags/tag1729.xml><?xml version="1.0" encoding="utf-8"?>
<p:tagLst xmlns:p="http://schemas.openxmlformats.org/presentationml/2006/main">
  <p:tag name="PROBLEMREMARKTITLE" val="ProblemRemarkBoardTip"/>
</p:tagLst>
</file>

<file path=ppt/tags/tag1730.xml><?xml version="1.0" encoding="utf-8"?>
<p:tagLst xmlns:p="http://schemas.openxmlformats.org/presentationml/2006/main">
  <p:tag name="RAINPROBLEM" val="ProblemRemark"/>
</p:tagLst>
</file>

<file path=ppt/tags/tag1731.xml><?xml version="1.0" encoding="utf-8"?>
<p:tagLst xmlns:p="http://schemas.openxmlformats.org/presentationml/2006/main">
  <p:tag name="RAINPROBLEM" val="ProblemRemark"/>
</p:tagLst>
</file>

<file path=ppt/tags/tag1732.xml><?xml version="1.0" encoding="utf-8"?>
<p:tagLst xmlns:p="http://schemas.openxmlformats.org/presentationml/2006/main">
  <p:tag name="RAINPROBLEM" val="ProblemSubmit"/>
  <p:tag name="RAINPROBLEMTYPE" val="MultipleChoice"/>
</p:tagLst>
</file>

<file path=ppt/tags/tag1733.xml><?xml version="1.0" encoding="utf-8"?>
<p:tagLst xmlns:p="http://schemas.openxmlformats.org/presentationml/2006/main">
  <p:tag name="RAINPROBLEM" val="MultipleChoice"/>
  <p:tag name="PROBLEMHASREMARK" val="True"/>
</p:tagLst>
</file>

<file path=ppt/tags/tag1734.xml><?xml version="1.0" encoding="utf-8"?>
<p:tagLst xmlns:p="http://schemas.openxmlformats.org/presentationml/2006/main">
  <p:tag name="RAINPROBLEM" val="ProblemRemarkBoard"/>
</p:tagLst>
</file>

<file path=ppt/tags/tag1735.xml><?xml version="1.0" encoding="utf-8"?>
<p:tagLst xmlns:p="http://schemas.openxmlformats.org/presentationml/2006/main">
  <p:tag name="RAINPROBLEMTYPE" val="ProblemTypeMarker"/>
</p:tagLst>
</file>

<file path=ppt/tags/tag1736.xml><?xml version="1.0" encoding="utf-8"?>
<p:tagLst xmlns:p="http://schemas.openxmlformats.org/presentationml/2006/main">
  <p:tag name="RAINPROBLEMTYPE" val="ProblemTypeMarker"/>
</p:tagLst>
</file>

<file path=ppt/tags/tag1737.xml><?xml version="1.0" encoding="utf-8"?>
<p:tagLst xmlns:p="http://schemas.openxmlformats.org/presentationml/2006/main">
  <p:tag name="RAINPROBLEMTYPE" val="ProblemTypeMarker"/>
</p:tagLst>
</file>

<file path=ppt/tags/tag1738.xml><?xml version="1.0" encoding="utf-8"?>
<p:tagLst xmlns:p="http://schemas.openxmlformats.org/presentationml/2006/main">
  <p:tag name="RAINPROBLEMTYPE" val="ProblemTypeMarker"/>
</p:tagLst>
</file>

<file path=ppt/tags/tag1739.xml><?xml version="1.0" encoding="utf-8"?>
<p:tagLst xmlns:p="http://schemas.openxmlformats.org/presentationml/2006/main">
  <p:tag name="RAINPROBLEMTYPE" val="ProblemTypeMarker"/>
</p:tagLst>
</file>

<file path=ppt/tags/tag1740.xml><?xml version="1.0" encoding="utf-8"?>
<p:tagLst xmlns:p="http://schemas.openxmlformats.org/presentationml/2006/main">
  <p:tag name="RAINPROBLEM" val="ProblemBody"/>
</p:tagLst>
</file>

<file path=ppt/tags/tag1741.xml><?xml version="1.0" encoding="utf-8"?>
<p:tagLst xmlns:p="http://schemas.openxmlformats.org/presentationml/2006/main">
  <p:tag name="RAINPROBLEM" val="ProblemItem"/>
</p:tagLst>
</file>

<file path=ppt/tags/tag174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743.xml><?xml version="1.0" encoding="utf-8"?>
<p:tagLst xmlns:p="http://schemas.openxmlformats.org/presentationml/2006/main">
  <p:tag name="RAINPROBLEM" val="ProblemItem"/>
</p:tagLst>
</file>

<file path=ppt/tags/tag17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45.xml><?xml version="1.0" encoding="utf-8"?>
<p:tagLst xmlns:p="http://schemas.openxmlformats.org/presentationml/2006/main">
  <p:tag name="RAINPROBLEM" val="ProblemItem"/>
</p:tagLst>
</file>

<file path=ppt/tags/tag17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47.xml><?xml version="1.0" encoding="utf-8"?>
<p:tagLst xmlns:p="http://schemas.openxmlformats.org/presentationml/2006/main">
  <p:tag name="RAINPROBLEM" val="ProblemItem"/>
</p:tagLst>
</file>

<file path=ppt/tags/tag17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49.xml><?xml version="1.0" encoding="utf-8"?>
<p:tagLst xmlns:p="http://schemas.openxmlformats.org/presentationml/2006/main">
  <p:tag name="PROBLEMREMARKTITLE" val="ProblemRemarkBoardTitle"/>
</p:tagLst>
</file>

<file path=ppt/tags/tag1750.xml><?xml version="1.0" encoding="utf-8"?>
<p:tagLst xmlns:p="http://schemas.openxmlformats.org/presentationml/2006/main">
  <p:tag name="PROBLEMREMARKTITLE" val="ProblemRemarkBoardTitle"/>
</p:tagLst>
</file>

<file path=ppt/tags/tag1751.xml><?xml version="1.0" encoding="utf-8"?>
<p:tagLst xmlns:p="http://schemas.openxmlformats.org/presentationml/2006/main">
  <p:tag name="PROBLEMREMARKTITLE" val="ProblemRemarkBoardTitle"/>
</p:tagLst>
</file>

<file path=ppt/tags/tag1752.xml><?xml version="1.0" encoding="utf-8"?>
<p:tagLst xmlns:p="http://schemas.openxmlformats.org/presentationml/2006/main">
  <p:tag name="PROBLEMREMARKTITLE" val="ProblemRemarkBoardTitle"/>
</p:tagLst>
</file>

<file path=ppt/tags/tag1753.xml><?xml version="1.0" encoding="utf-8"?>
<p:tagLst xmlns:p="http://schemas.openxmlformats.org/presentationml/2006/main">
  <p:tag name="RAINPROBLEM" val="ProblemSetting"/>
  <p:tag name="RAINPROBLEMTYPE" val="MultipleChoice"/>
</p:tagLst>
</file>

<file path=ppt/tags/tag1754.xml><?xml version="1.0" encoding="utf-8"?>
<p:tagLst xmlns:p="http://schemas.openxmlformats.org/presentationml/2006/main">
  <p:tag name="PROBLEMREMARKTITLE" val="ProblemRemarkBoardTip"/>
</p:tagLst>
</file>

<file path=ppt/tags/tag1755.xml><?xml version="1.0" encoding="utf-8"?>
<p:tagLst xmlns:p="http://schemas.openxmlformats.org/presentationml/2006/main">
  <p:tag name="RAINPROBLEM" val="ProblemRemark"/>
</p:tagLst>
</file>

<file path=ppt/tags/tag1756.xml><?xml version="1.0" encoding="utf-8"?>
<p:tagLst xmlns:p="http://schemas.openxmlformats.org/presentationml/2006/main">
  <p:tag name="RAINPROBLEM" val="ProblemRemark"/>
</p:tagLst>
</file>

<file path=ppt/tags/tag1757.xml><?xml version="1.0" encoding="utf-8"?>
<p:tagLst xmlns:p="http://schemas.openxmlformats.org/presentationml/2006/main">
  <p:tag name="RAINPROBLEM" val="ProblemSubmit"/>
  <p:tag name="RAINPROBLEMTYPE" val="MultipleChoice"/>
</p:tagLst>
</file>

<file path=ppt/tags/tag1758.xml><?xml version="1.0" encoding="utf-8"?>
<p:tagLst xmlns:p="http://schemas.openxmlformats.org/presentationml/2006/main">
  <p:tag name="RAINPROBLEM" val="MultipleChoice"/>
  <p:tag name="PROBLEMHASREMARK" val="True"/>
</p:tagLst>
</file>

<file path=ppt/tags/tag1759.xml><?xml version="1.0" encoding="utf-8"?>
<p:tagLst xmlns:p="http://schemas.openxmlformats.org/presentationml/2006/main">
  <p:tag name="RAINPROBLEM" val="ProblemRemarkBoard"/>
</p:tagLst>
</file>

<file path=ppt/tags/tag1760.xml><?xml version="1.0" encoding="utf-8"?>
<p:tagLst xmlns:p="http://schemas.openxmlformats.org/presentationml/2006/main">
  <p:tag name="RAINPROBLEMTYPE" val="ProblemTypeMarker"/>
</p:tagLst>
</file>

<file path=ppt/tags/tag1761.xml><?xml version="1.0" encoding="utf-8"?>
<p:tagLst xmlns:p="http://schemas.openxmlformats.org/presentationml/2006/main">
  <p:tag name="RAINPROBLEMTYPE" val="ProblemTypeMarker"/>
</p:tagLst>
</file>

<file path=ppt/tags/tag1762.xml><?xml version="1.0" encoding="utf-8"?>
<p:tagLst xmlns:p="http://schemas.openxmlformats.org/presentationml/2006/main">
  <p:tag name="RAINPROBLEMTYPE" val="ProblemTypeMarker"/>
</p:tagLst>
</file>

<file path=ppt/tags/tag1763.xml><?xml version="1.0" encoding="utf-8"?>
<p:tagLst xmlns:p="http://schemas.openxmlformats.org/presentationml/2006/main">
  <p:tag name="RAINPROBLEMTYPE" val="ProblemTypeMarker"/>
</p:tagLst>
</file>

<file path=ppt/tags/tag1764.xml><?xml version="1.0" encoding="utf-8"?>
<p:tagLst xmlns:p="http://schemas.openxmlformats.org/presentationml/2006/main">
  <p:tag name="RAINPROBLEMTYPE" val="ProblemTypeMarker"/>
</p:tagLst>
</file>

<file path=ppt/tags/tag1765.xml><?xml version="1.0" encoding="utf-8"?>
<p:tagLst xmlns:p="http://schemas.openxmlformats.org/presentationml/2006/main">
  <p:tag name="RAINPROBLEM" val="ProblemBody"/>
</p:tagLst>
</file>

<file path=ppt/tags/tag1766.xml><?xml version="1.0" encoding="utf-8"?>
<p:tagLst xmlns:p="http://schemas.openxmlformats.org/presentationml/2006/main">
  <p:tag name="RAINPROBLEM" val="ProblemItem"/>
</p:tagLst>
</file>

<file path=ppt/tags/tag176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68.xml><?xml version="1.0" encoding="utf-8"?>
<p:tagLst xmlns:p="http://schemas.openxmlformats.org/presentationml/2006/main">
  <p:tag name="RAINPROBLEM" val="ProblemItem"/>
</p:tagLst>
</file>

<file path=ppt/tags/tag17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70.xml><?xml version="1.0" encoding="utf-8"?>
<p:tagLst xmlns:p="http://schemas.openxmlformats.org/presentationml/2006/main">
  <p:tag name="RAINPROBLEM" val="ProblemItem"/>
</p:tagLst>
</file>

<file path=ppt/tags/tag17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72.xml><?xml version="1.0" encoding="utf-8"?>
<p:tagLst xmlns:p="http://schemas.openxmlformats.org/presentationml/2006/main">
  <p:tag name="RAINPROBLEM" val="ProblemItem"/>
</p:tagLst>
</file>

<file path=ppt/tags/tag177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774.xml><?xml version="1.0" encoding="utf-8"?>
<p:tagLst xmlns:p="http://schemas.openxmlformats.org/presentationml/2006/main">
  <p:tag name="PROBLEMREMARKTITLE" val="ProblemRemarkBoardTitle"/>
</p:tagLst>
</file>

<file path=ppt/tags/tag1775.xml><?xml version="1.0" encoding="utf-8"?>
<p:tagLst xmlns:p="http://schemas.openxmlformats.org/presentationml/2006/main">
  <p:tag name="PROBLEMREMARKTITLE" val="ProblemRemarkBoardTitle"/>
</p:tagLst>
</file>

<file path=ppt/tags/tag1776.xml><?xml version="1.0" encoding="utf-8"?>
<p:tagLst xmlns:p="http://schemas.openxmlformats.org/presentationml/2006/main">
  <p:tag name="PROBLEMREMARKTITLE" val="ProblemRemarkBoardTitle"/>
</p:tagLst>
</file>

<file path=ppt/tags/tag1777.xml><?xml version="1.0" encoding="utf-8"?>
<p:tagLst xmlns:p="http://schemas.openxmlformats.org/presentationml/2006/main">
  <p:tag name="PROBLEMREMARKTITLE" val="ProblemRemarkBoardTitle"/>
</p:tagLst>
</file>

<file path=ppt/tags/tag1778.xml><?xml version="1.0" encoding="utf-8"?>
<p:tagLst xmlns:p="http://schemas.openxmlformats.org/presentationml/2006/main">
  <p:tag name="RAINPROBLEM" val="ProblemSetting"/>
  <p:tag name="RAINPROBLEMTYPE" val="MultipleChoice"/>
</p:tagLst>
</file>

<file path=ppt/tags/tag1779.xml><?xml version="1.0" encoding="utf-8"?>
<p:tagLst xmlns:p="http://schemas.openxmlformats.org/presentationml/2006/main">
  <p:tag name="PROBLEMREMARKTITLE" val="ProblemRemarkBoardTip"/>
</p:tagLst>
</file>

<file path=ppt/tags/tag1780.xml><?xml version="1.0" encoding="utf-8"?>
<p:tagLst xmlns:p="http://schemas.openxmlformats.org/presentationml/2006/main">
  <p:tag name="RAINPROBLEM" val="ProblemRemark"/>
</p:tagLst>
</file>

<file path=ppt/tags/tag1781.xml><?xml version="1.0" encoding="utf-8"?>
<p:tagLst xmlns:p="http://schemas.openxmlformats.org/presentationml/2006/main">
  <p:tag name="RAINPROBLEM" val="ProblemRemark"/>
</p:tagLst>
</file>

<file path=ppt/tags/tag1782.xml><?xml version="1.0" encoding="utf-8"?>
<p:tagLst xmlns:p="http://schemas.openxmlformats.org/presentationml/2006/main">
  <p:tag name="RAINPROBLEM" val="ProblemSubmit"/>
  <p:tag name="RAINPROBLEMTYPE" val="MultipleChoice"/>
</p:tagLst>
</file>

<file path=ppt/tags/tag1783.xml><?xml version="1.0" encoding="utf-8"?>
<p:tagLst xmlns:p="http://schemas.openxmlformats.org/presentationml/2006/main">
  <p:tag name="RAINPROBLEM" val="MultipleChoice"/>
  <p:tag name="PROBLEMHASREMARK" val="True"/>
</p:tagLst>
</file>

<file path=ppt/tags/tag1784.xml><?xml version="1.0" encoding="utf-8"?>
<p:tagLst xmlns:p="http://schemas.openxmlformats.org/presentationml/2006/main">
  <p:tag name="RAINPROBLEM" val="ProblemRemarkBoard"/>
</p:tagLst>
</file>

<file path=ppt/tags/tag1785.xml><?xml version="1.0" encoding="utf-8"?>
<p:tagLst xmlns:p="http://schemas.openxmlformats.org/presentationml/2006/main">
  <p:tag name="RAINPROBLEMTYPE" val="ProblemTypeMarker"/>
</p:tagLst>
</file>

<file path=ppt/tags/tag1786.xml><?xml version="1.0" encoding="utf-8"?>
<p:tagLst xmlns:p="http://schemas.openxmlformats.org/presentationml/2006/main">
  <p:tag name="RAINPROBLEMTYPE" val="ProblemTypeMarker"/>
</p:tagLst>
</file>

<file path=ppt/tags/tag1787.xml><?xml version="1.0" encoding="utf-8"?>
<p:tagLst xmlns:p="http://schemas.openxmlformats.org/presentationml/2006/main">
  <p:tag name="RAINPROBLEMTYPE" val="ProblemTypeMarker"/>
</p:tagLst>
</file>

<file path=ppt/tags/tag1788.xml><?xml version="1.0" encoding="utf-8"?>
<p:tagLst xmlns:p="http://schemas.openxmlformats.org/presentationml/2006/main">
  <p:tag name="RAINPROBLEMTYPE" val="ProblemTypeMarker"/>
</p:tagLst>
</file>

<file path=ppt/tags/tag1789.xml><?xml version="1.0" encoding="utf-8"?>
<p:tagLst xmlns:p="http://schemas.openxmlformats.org/presentationml/2006/main">
  <p:tag name="RAINPROBLEMTYPE" val="ProblemTypeMarker"/>
</p:tagLst>
</file>

<file path=ppt/tags/tag1790.xml><?xml version="1.0" encoding="utf-8"?>
<p:tagLst xmlns:p="http://schemas.openxmlformats.org/presentationml/2006/main">
  <p:tag name="RAINPROBLEM" val="ProblemBody"/>
</p:tagLst>
</file>

<file path=ppt/tags/tag1791.xml><?xml version="1.0" encoding="utf-8"?>
<p:tagLst xmlns:p="http://schemas.openxmlformats.org/presentationml/2006/main">
  <p:tag name="RAINPROBLEM" val="ProblemItem"/>
</p:tagLst>
</file>

<file path=ppt/tags/tag179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93.xml><?xml version="1.0" encoding="utf-8"?>
<p:tagLst xmlns:p="http://schemas.openxmlformats.org/presentationml/2006/main">
  <p:tag name="RAINPROBLEM" val="ProblemItem"/>
</p:tagLst>
</file>

<file path=ppt/tags/tag179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795.xml><?xml version="1.0" encoding="utf-8"?>
<p:tagLst xmlns:p="http://schemas.openxmlformats.org/presentationml/2006/main">
  <p:tag name="RAINPROBLEM" val="ProblemItem"/>
</p:tagLst>
</file>

<file path=ppt/tags/tag17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97.xml><?xml version="1.0" encoding="utf-8"?>
<p:tagLst xmlns:p="http://schemas.openxmlformats.org/presentationml/2006/main">
  <p:tag name="RAINPROBLEM" val="ProblemItem"/>
</p:tagLst>
</file>

<file path=ppt/tags/tag17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99.xml><?xml version="1.0" encoding="utf-8"?>
<p:tagLst xmlns:p="http://schemas.openxmlformats.org/presentationml/2006/main">
  <p:tag name="PROBLEMREMARKTITLE" val="ProblemRemarkBoardTitle"/>
</p:tagLst>
</file>

<file path=ppt/tags/tag1800.xml><?xml version="1.0" encoding="utf-8"?>
<p:tagLst xmlns:p="http://schemas.openxmlformats.org/presentationml/2006/main">
  <p:tag name="PROBLEMREMARKTITLE" val="ProblemRemarkBoardTitle"/>
</p:tagLst>
</file>

<file path=ppt/tags/tag1801.xml><?xml version="1.0" encoding="utf-8"?>
<p:tagLst xmlns:p="http://schemas.openxmlformats.org/presentationml/2006/main">
  <p:tag name="PROBLEMREMARKTITLE" val="ProblemRemarkBoardTitle"/>
</p:tagLst>
</file>

<file path=ppt/tags/tag1802.xml><?xml version="1.0" encoding="utf-8"?>
<p:tagLst xmlns:p="http://schemas.openxmlformats.org/presentationml/2006/main">
  <p:tag name="PROBLEMREMARKTITLE" val="ProblemRemarkBoardTitle"/>
</p:tagLst>
</file>

<file path=ppt/tags/tag1803.xml><?xml version="1.0" encoding="utf-8"?>
<p:tagLst xmlns:p="http://schemas.openxmlformats.org/presentationml/2006/main">
  <p:tag name="RAINPROBLEM" val="ProblemSetting"/>
  <p:tag name="RAINPROBLEMTYPE" val="MultipleChoice"/>
</p:tagLst>
</file>

<file path=ppt/tags/tag1804.xml><?xml version="1.0" encoding="utf-8"?>
<p:tagLst xmlns:p="http://schemas.openxmlformats.org/presentationml/2006/main">
  <p:tag name="PROBLEMREMARKTITLE" val="ProblemRemarkBoardTip"/>
</p:tagLst>
</file>

<file path=ppt/tags/tag1805.xml><?xml version="1.0" encoding="utf-8"?>
<p:tagLst xmlns:p="http://schemas.openxmlformats.org/presentationml/2006/main">
  <p:tag name="RAINPROBLEM" val="ProblemRemark"/>
</p:tagLst>
</file>

<file path=ppt/tags/tag1806.xml><?xml version="1.0" encoding="utf-8"?>
<p:tagLst xmlns:p="http://schemas.openxmlformats.org/presentationml/2006/main">
  <p:tag name="RAINPROBLEM" val="ProblemRemark"/>
</p:tagLst>
</file>

<file path=ppt/tags/tag1807.xml><?xml version="1.0" encoding="utf-8"?>
<p:tagLst xmlns:p="http://schemas.openxmlformats.org/presentationml/2006/main">
  <p:tag name="RAINPROBLEM" val="ProblemSubmit"/>
  <p:tag name="RAINPROBLEMTYPE" val="MultipleChoice"/>
</p:tagLst>
</file>

<file path=ppt/tags/tag1808.xml><?xml version="1.0" encoding="utf-8"?>
<p:tagLst xmlns:p="http://schemas.openxmlformats.org/presentationml/2006/main">
  <p:tag name="RAINPROBLEM" val="MultipleChoice"/>
  <p:tag name="PROBLEMHASREMARK" val="True"/>
</p:tagLst>
</file>

<file path=ppt/tags/tag1809.xml><?xml version="1.0" encoding="utf-8"?>
<p:tagLst xmlns:p="http://schemas.openxmlformats.org/presentationml/2006/main">
  <p:tag name="RAINPROBLEM" val="ProblemRemarkBoard"/>
</p:tagLst>
</file>

<file path=ppt/tags/tag1810.xml><?xml version="1.0" encoding="utf-8"?>
<p:tagLst xmlns:p="http://schemas.openxmlformats.org/presentationml/2006/main">
  <p:tag name="RAINPROBLEMTYPE" val="ProblemTypeMarker"/>
</p:tagLst>
</file>

<file path=ppt/tags/tag1811.xml><?xml version="1.0" encoding="utf-8"?>
<p:tagLst xmlns:p="http://schemas.openxmlformats.org/presentationml/2006/main">
  <p:tag name="RAINPROBLEMTYPE" val="ProblemTypeMarker"/>
</p:tagLst>
</file>

<file path=ppt/tags/tag1812.xml><?xml version="1.0" encoding="utf-8"?>
<p:tagLst xmlns:p="http://schemas.openxmlformats.org/presentationml/2006/main">
  <p:tag name="RAINPROBLEMTYPE" val="ProblemTypeMarker"/>
</p:tagLst>
</file>

<file path=ppt/tags/tag1813.xml><?xml version="1.0" encoding="utf-8"?>
<p:tagLst xmlns:p="http://schemas.openxmlformats.org/presentationml/2006/main">
  <p:tag name="RAINPROBLEMTYPE" val="ProblemTypeMarker"/>
</p:tagLst>
</file>

<file path=ppt/tags/tag1814.xml><?xml version="1.0" encoding="utf-8"?>
<p:tagLst xmlns:p="http://schemas.openxmlformats.org/presentationml/2006/main">
  <p:tag name="RAINPROBLEMTYPE" val="ProblemTypeMarker"/>
</p:tagLst>
</file>

<file path=ppt/tags/tag1815.xml><?xml version="1.0" encoding="utf-8"?>
<p:tagLst xmlns:p="http://schemas.openxmlformats.org/presentationml/2006/main">
  <p:tag name="RAINPROBLEM" val="ProblemBody"/>
</p:tagLst>
</file>

<file path=ppt/tags/tag1816.xml><?xml version="1.0" encoding="utf-8"?>
<p:tagLst xmlns:p="http://schemas.openxmlformats.org/presentationml/2006/main">
  <p:tag name="RAINPROBLEM" val="ProblemItem"/>
</p:tagLst>
</file>

<file path=ppt/tags/tag181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818.xml><?xml version="1.0" encoding="utf-8"?>
<p:tagLst xmlns:p="http://schemas.openxmlformats.org/presentationml/2006/main">
  <p:tag name="RAINPROBLEM" val="ProblemItem"/>
</p:tagLst>
</file>

<file path=ppt/tags/tag18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20.xml><?xml version="1.0" encoding="utf-8"?>
<p:tagLst xmlns:p="http://schemas.openxmlformats.org/presentationml/2006/main">
  <p:tag name="RAINPROBLEM" val="ProblemItem"/>
</p:tagLst>
</file>

<file path=ppt/tags/tag18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22.xml><?xml version="1.0" encoding="utf-8"?>
<p:tagLst xmlns:p="http://schemas.openxmlformats.org/presentationml/2006/main">
  <p:tag name="RAINPROBLEM" val="ProblemItem"/>
</p:tagLst>
</file>

<file path=ppt/tags/tag18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24.xml><?xml version="1.0" encoding="utf-8"?>
<p:tagLst xmlns:p="http://schemas.openxmlformats.org/presentationml/2006/main">
  <p:tag name="PROBLEMREMARKTITLE" val="ProblemRemarkBoardTitle"/>
</p:tagLst>
</file>

<file path=ppt/tags/tag1825.xml><?xml version="1.0" encoding="utf-8"?>
<p:tagLst xmlns:p="http://schemas.openxmlformats.org/presentationml/2006/main">
  <p:tag name="PROBLEMREMARKTITLE" val="ProblemRemarkBoardTitle"/>
</p:tagLst>
</file>

<file path=ppt/tags/tag1826.xml><?xml version="1.0" encoding="utf-8"?>
<p:tagLst xmlns:p="http://schemas.openxmlformats.org/presentationml/2006/main">
  <p:tag name="PROBLEMREMARKTITLE" val="ProblemRemarkBoardTitle"/>
</p:tagLst>
</file>

<file path=ppt/tags/tag1827.xml><?xml version="1.0" encoding="utf-8"?>
<p:tagLst xmlns:p="http://schemas.openxmlformats.org/presentationml/2006/main">
  <p:tag name="PROBLEMREMARKTITLE" val="ProblemRemarkBoardTitle"/>
</p:tagLst>
</file>

<file path=ppt/tags/tag1828.xml><?xml version="1.0" encoding="utf-8"?>
<p:tagLst xmlns:p="http://schemas.openxmlformats.org/presentationml/2006/main">
  <p:tag name="RAINPROBLEM" val="ProblemSetting"/>
  <p:tag name="RAINPROBLEMTYPE" val="MultipleChoice"/>
</p:tagLst>
</file>

<file path=ppt/tags/tag1829.xml><?xml version="1.0" encoding="utf-8"?>
<p:tagLst xmlns:p="http://schemas.openxmlformats.org/presentationml/2006/main">
  <p:tag name="PROBLEMREMARKTITLE" val="ProblemRemarkBoardTip"/>
</p:tagLst>
</file>

<file path=ppt/tags/tag1830.xml><?xml version="1.0" encoding="utf-8"?>
<p:tagLst xmlns:p="http://schemas.openxmlformats.org/presentationml/2006/main">
  <p:tag name="RAINPROBLEM" val="ProblemRemark"/>
</p:tagLst>
</file>

<file path=ppt/tags/tag1831.xml><?xml version="1.0" encoding="utf-8"?>
<p:tagLst xmlns:p="http://schemas.openxmlformats.org/presentationml/2006/main">
  <p:tag name="RAINPROBLEM" val="ProblemRemark"/>
</p:tagLst>
</file>

<file path=ppt/tags/tag1832.xml><?xml version="1.0" encoding="utf-8"?>
<p:tagLst xmlns:p="http://schemas.openxmlformats.org/presentationml/2006/main">
  <p:tag name="RAINPROBLEM" val="ProblemSubmit"/>
  <p:tag name="RAINPROBLEMTYPE" val="MultipleChoice"/>
</p:tagLst>
</file>

<file path=ppt/tags/tag1833.xml><?xml version="1.0" encoding="utf-8"?>
<p:tagLst xmlns:p="http://schemas.openxmlformats.org/presentationml/2006/main">
  <p:tag name="RAINPROBLEM" val="MultipleChoice"/>
  <p:tag name="PROBLEMHASREMARK" val="True"/>
</p:tagLst>
</file>

<file path=ppt/tags/tag1834.xml><?xml version="1.0" encoding="utf-8"?>
<p:tagLst xmlns:p="http://schemas.openxmlformats.org/presentationml/2006/main">
  <p:tag name="RAINPROBLEM" val="ProblemRemarkBoard"/>
</p:tagLst>
</file>

<file path=ppt/tags/tag1835.xml><?xml version="1.0" encoding="utf-8"?>
<p:tagLst xmlns:p="http://schemas.openxmlformats.org/presentationml/2006/main">
  <p:tag name="RAINPROBLEMTYPE" val="ProblemTypeMarker"/>
</p:tagLst>
</file>

<file path=ppt/tags/tag1836.xml><?xml version="1.0" encoding="utf-8"?>
<p:tagLst xmlns:p="http://schemas.openxmlformats.org/presentationml/2006/main">
  <p:tag name="RAINPROBLEMTYPE" val="ProblemTypeMarker"/>
</p:tagLst>
</file>

<file path=ppt/tags/tag1837.xml><?xml version="1.0" encoding="utf-8"?>
<p:tagLst xmlns:p="http://schemas.openxmlformats.org/presentationml/2006/main">
  <p:tag name="RAINPROBLEMTYPE" val="ProblemTypeMarker"/>
</p:tagLst>
</file>

<file path=ppt/tags/tag1838.xml><?xml version="1.0" encoding="utf-8"?>
<p:tagLst xmlns:p="http://schemas.openxmlformats.org/presentationml/2006/main">
  <p:tag name="RAINPROBLEMTYPE" val="ProblemTypeMarker"/>
</p:tagLst>
</file>

<file path=ppt/tags/tag1839.xml><?xml version="1.0" encoding="utf-8"?>
<p:tagLst xmlns:p="http://schemas.openxmlformats.org/presentationml/2006/main">
  <p:tag name="RAINPROBLEMTYPE" val="ProblemTypeMarker"/>
</p:tagLst>
</file>

<file path=ppt/tags/tag1840.xml><?xml version="1.0" encoding="utf-8"?>
<p:tagLst xmlns:p="http://schemas.openxmlformats.org/presentationml/2006/main">
  <p:tag name="RAINPROBLEM" val="ProblemBody"/>
</p:tagLst>
</file>

<file path=ppt/tags/tag1841.xml><?xml version="1.0" encoding="utf-8"?>
<p:tagLst xmlns:p="http://schemas.openxmlformats.org/presentationml/2006/main">
  <p:tag name="RAINPROBLEM" val="ProblemItem"/>
</p:tagLst>
</file>

<file path=ppt/tags/tag184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43.xml><?xml version="1.0" encoding="utf-8"?>
<p:tagLst xmlns:p="http://schemas.openxmlformats.org/presentationml/2006/main">
  <p:tag name="RAINPROBLEM" val="ProblemItem"/>
</p:tagLst>
</file>

<file path=ppt/tags/tag184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845.xml><?xml version="1.0" encoding="utf-8"?>
<p:tagLst xmlns:p="http://schemas.openxmlformats.org/presentationml/2006/main">
  <p:tag name="RAINPROBLEM" val="ProblemItem"/>
</p:tagLst>
</file>

<file path=ppt/tags/tag18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47.xml><?xml version="1.0" encoding="utf-8"?>
<p:tagLst xmlns:p="http://schemas.openxmlformats.org/presentationml/2006/main">
  <p:tag name="RAINPROBLEM" val="ProblemItem"/>
</p:tagLst>
</file>

<file path=ppt/tags/tag18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49.xml><?xml version="1.0" encoding="utf-8"?>
<p:tagLst xmlns:p="http://schemas.openxmlformats.org/presentationml/2006/main">
  <p:tag name="PROBLEMREMARKTITLE" val="ProblemRemarkBoardTitle"/>
</p:tagLst>
</file>

<file path=ppt/tags/tag1850.xml><?xml version="1.0" encoding="utf-8"?>
<p:tagLst xmlns:p="http://schemas.openxmlformats.org/presentationml/2006/main">
  <p:tag name="PROBLEMREMARKTITLE" val="ProblemRemarkBoardTitle"/>
</p:tagLst>
</file>

<file path=ppt/tags/tag1851.xml><?xml version="1.0" encoding="utf-8"?>
<p:tagLst xmlns:p="http://schemas.openxmlformats.org/presentationml/2006/main">
  <p:tag name="PROBLEMREMARKTITLE" val="ProblemRemarkBoardTitle"/>
</p:tagLst>
</file>

<file path=ppt/tags/tag1852.xml><?xml version="1.0" encoding="utf-8"?>
<p:tagLst xmlns:p="http://schemas.openxmlformats.org/presentationml/2006/main">
  <p:tag name="PROBLEMREMARKTITLE" val="ProblemRemarkBoardTitle"/>
</p:tagLst>
</file>

<file path=ppt/tags/tag1853.xml><?xml version="1.0" encoding="utf-8"?>
<p:tagLst xmlns:p="http://schemas.openxmlformats.org/presentationml/2006/main">
  <p:tag name="RAINPROBLEM" val="ProblemSetting"/>
  <p:tag name="RAINPROBLEMTYPE" val="MultipleChoice"/>
</p:tagLst>
</file>

<file path=ppt/tags/tag1854.xml><?xml version="1.0" encoding="utf-8"?>
<p:tagLst xmlns:p="http://schemas.openxmlformats.org/presentationml/2006/main">
  <p:tag name="PROBLEMREMARKTITLE" val="ProblemRemarkBoardTip"/>
</p:tagLst>
</file>

<file path=ppt/tags/tag1855.xml><?xml version="1.0" encoding="utf-8"?>
<p:tagLst xmlns:p="http://schemas.openxmlformats.org/presentationml/2006/main">
  <p:tag name="RAINPROBLEM" val="ProblemRemark"/>
</p:tagLst>
</file>

<file path=ppt/tags/tag1856.xml><?xml version="1.0" encoding="utf-8"?>
<p:tagLst xmlns:p="http://schemas.openxmlformats.org/presentationml/2006/main">
  <p:tag name="RAINPROBLEM" val="ProblemRemark"/>
</p:tagLst>
</file>

<file path=ppt/tags/tag1857.xml><?xml version="1.0" encoding="utf-8"?>
<p:tagLst xmlns:p="http://schemas.openxmlformats.org/presentationml/2006/main">
  <p:tag name="RAINPROBLEM" val="ProblemSubmit"/>
  <p:tag name="RAINPROBLEMTYPE" val="MultipleChoice"/>
</p:tagLst>
</file>

<file path=ppt/tags/tag1858.xml><?xml version="1.0" encoding="utf-8"?>
<p:tagLst xmlns:p="http://schemas.openxmlformats.org/presentationml/2006/main">
  <p:tag name="RAINPROBLEM" val="MultipleChoice"/>
  <p:tag name="PROBLEMHASREMARK" val="True"/>
</p:tagLst>
</file>

<file path=ppt/tags/tag1859.xml><?xml version="1.0" encoding="utf-8"?>
<p:tagLst xmlns:p="http://schemas.openxmlformats.org/presentationml/2006/main">
  <p:tag name="RAINPROBLEM" val="ProblemRemarkBoard"/>
</p:tagLst>
</file>

<file path=ppt/tags/tag1860.xml><?xml version="1.0" encoding="utf-8"?>
<p:tagLst xmlns:p="http://schemas.openxmlformats.org/presentationml/2006/main">
  <p:tag name="RAINPROBLEMTYPE" val="ProblemTypeMarker"/>
</p:tagLst>
</file>

<file path=ppt/tags/tag1861.xml><?xml version="1.0" encoding="utf-8"?>
<p:tagLst xmlns:p="http://schemas.openxmlformats.org/presentationml/2006/main">
  <p:tag name="RAINPROBLEMTYPE" val="ProblemTypeMarker"/>
</p:tagLst>
</file>

<file path=ppt/tags/tag1862.xml><?xml version="1.0" encoding="utf-8"?>
<p:tagLst xmlns:p="http://schemas.openxmlformats.org/presentationml/2006/main">
  <p:tag name="RAINPROBLEMTYPE" val="ProblemTypeMarker"/>
</p:tagLst>
</file>

<file path=ppt/tags/tag1863.xml><?xml version="1.0" encoding="utf-8"?>
<p:tagLst xmlns:p="http://schemas.openxmlformats.org/presentationml/2006/main">
  <p:tag name="RAINPROBLEMTYPE" val="ProblemTypeMarker"/>
</p:tagLst>
</file>

<file path=ppt/tags/tag1864.xml><?xml version="1.0" encoding="utf-8"?>
<p:tagLst xmlns:p="http://schemas.openxmlformats.org/presentationml/2006/main">
  <p:tag name="RAINPROBLEMTYPE" val="ProblemTypeMarker"/>
</p:tagLst>
</file>

<file path=ppt/tags/tag1865.xml><?xml version="1.0" encoding="utf-8"?>
<p:tagLst xmlns:p="http://schemas.openxmlformats.org/presentationml/2006/main">
  <p:tag name="RAINPROBLEM" val="ProblemBody"/>
</p:tagLst>
</file>

<file path=ppt/tags/tag1866.xml><?xml version="1.0" encoding="utf-8"?>
<p:tagLst xmlns:p="http://schemas.openxmlformats.org/presentationml/2006/main">
  <p:tag name="RAINPROBLEM" val="ProblemItem"/>
</p:tagLst>
</file>

<file path=ppt/tags/tag186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868.xml><?xml version="1.0" encoding="utf-8"?>
<p:tagLst xmlns:p="http://schemas.openxmlformats.org/presentationml/2006/main">
  <p:tag name="RAINPROBLEM" val="ProblemItem"/>
</p:tagLst>
</file>

<file path=ppt/tags/tag18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70.xml><?xml version="1.0" encoding="utf-8"?>
<p:tagLst xmlns:p="http://schemas.openxmlformats.org/presentationml/2006/main">
  <p:tag name="RAINPROBLEM" val="ProblemItem"/>
</p:tagLst>
</file>

<file path=ppt/tags/tag18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72.xml><?xml version="1.0" encoding="utf-8"?>
<p:tagLst xmlns:p="http://schemas.openxmlformats.org/presentationml/2006/main">
  <p:tag name="RAINPROBLEM" val="ProblemItem"/>
</p:tagLst>
</file>

<file path=ppt/tags/tag18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74.xml><?xml version="1.0" encoding="utf-8"?>
<p:tagLst xmlns:p="http://schemas.openxmlformats.org/presentationml/2006/main">
  <p:tag name="PROBLEMREMARKTITLE" val="ProblemRemarkBoardTitle"/>
</p:tagLst>
</file>

<file path=ppt/tags/tag1875.xml><?xml version="1.0" encoding="utf-8"?>
<p:tagLst xmlns:p="http://schemas.openxmlformats.org/presentationml/2006/main">
  <p:tag name="PROBLEMREMARKTITLE" val="ProblemRemarkBoardTitle"/>
</p:tagLst>
</file>

<file path=ppt/tags/tag1876.xml><?xml version="1.0" encoding="utf-8"?>
<p:tagLst xmlns:p="http://schemas.openxmlformats.org/presentationml/2006/main">
  <p:tag name="PROBLEMREMARKTITLE" val="ProblemRemarkBoardTitle"/>
</p:tagLst>
</file>

<file path=ppt/tags/tag1877.xml><?xml version="1.0" encoding="utf-8"?>
<p:tagLst xmlns:p="http://schemas.openxmlformats.org/presentationml/2006/main">
  <p:tag name="PROBLEMREMARKTITLE" val="ProblemRemarkBoardTitle"/>
</p:tagLst>
</file>

<file path=ppt/tags/tag1878.xml><?xml version="1.0" encoding="utf-8"?>
<p:tagLst xmlns:p="http://schemas.openxmlformats.org/presentationml/2006/main">
  <p:tag name="RAINPROBLEM" val="ProblemSetting"/>
  <p:tag name="RAINPROBLEMTYPE" val="MultipleChoice"/>
</p:tagLst>
</file>

<file path=ppt/tags/tag1879.xml><?xml version="1.0" encoding="utf-8"?>
<p:tagLst xmlns:p="http://schemas.openxmlformats.org/presentationml/2006/main">
  <p:tag name="PROBLEMREMARKTITLE" val="ProblemRemarkBoardTip"/>
</p:tagLst>
</file>

<file path=ppt/tags/tag1880.xml><?xml version="1.0" encoding="utf-8"?>
<p:tagLst xmlns:p="http://schemas.openxmlformats.org/presentationml/2006/main">
  <p:tag name="RAINPROBLEM" val="ProblemRemark"/>
</p:tagLst>
</file>

<file path=ppt/tags/tag1881.xml><?xml version="1.0" encoding="utf-8"?>
<p:tagLst xmlns:p="http://schemas.openxmlformats.org/presentationml/2006/main">
  <p:tag name="RAINPROBLEM" val="ProblemRemark"/>
</p:tagLst>
</file>

<file path=ppt/tags/tag1882.xml><?xml version="1.0" encoding="utf-8"?>
<p:tagLst xmlns:p="http://schemas.openxmlformats.org/presentationml/2006/main">
  <p:tag name="RAINPROBLEM" val="ProblemSubmit"/>
  <p:tag name="RAINPROBLEMTYPE" val="MultipleChoice"/>
</p:tagLst>
</file>

<file path=ppt/tags/tag1883.xml><?xml version="1.0" encoding="utf-8"?>
<p:tagLst xmlns:p="http://schemas.openxmlformats.org/presentationml/2006/main">
  <p:tag name="RAINPROBLEM" val="MultipleChoice"/>
  <p:tag name="PROBLEMHASREMARK" val="True"/>
</p:tagLst>
</file>

<file path=ppt/tags/tag1884.xml><?xml version="1.0" encoding="utf-8"?>
<p:tagLst xmlns:p="http://schemas.openxmlformats.org/presentationml/2006/main">
  <p:tag name="RAINPROBLEM" val="ProblemRemarkBoard"/>
</p:tagLst>
</file>

<file path=ppt/tags/tag1885.xml><?xml version="1.0" encoding="utf-8"?>
<p:tagLst xmlns:p="http://schemas.openxmlformats.org/presentationml/2006/main">
  <p:tag name="RAINPROBLEMTYPE" val="ProblemTypeMarker"/>
</p:tagLst>
</file>

<file path=ppt/tags/tag1886.xml><?xml version="1.0" encoding="utf-8"?>
<p:tagLst xmlns:p="http://schemas.openxmlformats.org/presentationml/2006/main">
  <p:tag name="RAINPROBLEMTYPE" val="ProblemTypeMarker"/>
</p:tagLst>
</file>

<file path=ppt/tags/tag1887.xml><?xml version="1.0" encoding="utf-8"?>
<p:tagLst xmlns:p="http://schemas.openxmlformats.org/presentationml/2006/main">
  <p:tag name="RAINPROBLEMTYPE" val="ProblemTypeMarker"/>
</p:tagLst>
</file>

<file path=ppt/tags/tag1888.xml><?xml version="1.0" encoding="utf-8"?>
<p:tagLst xmlns:p="http://schemas.openxmlformats.org/presentationml/2006/main">
  <p:tag name="RAINPROBLEMTYPE" val="ProblemTypeMarker"/>
</p:tagLst>
</file>

<file path=ppt/tags/tag1889.xml><?xml version="1.0" encoding="utf-8"?>
<p:tagLst xmlns:p="http://schemas.openxmlformats.org/presentationml/2006/main">
  <p:tag name="RAINPROBLEMTYPE" val="ProblemTypeMarker"/>
</p:tagLst>
</file>

<file path=ppt/tags/tag1890.xml><?xml version="1.0" encoding="utf-8"?>
<p:tagLst xmlns:p="http://schemas.openxmlformats.org/presentationml/2006/main">
  <p:tag name="RAINPROBLEM" val="ProblemBody"/>
</p:tagLst>
</file>

<file path=ppt/tags/tag1891.xml><?xml version="1.0" encoding="utf-8"?>
<p:tagLst xmlns:p="http://schemas.openxmlformats.org/presentationml/2006/main">
  <p:tag name="RAINPROBLEM" val="ProblemItem"/>
</p:tagLst>
</file>

<file path=ppt/tags/tag189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93.xml><?xml version="1.0" encoding="utf-8"?>
<p:tagLst xmlns:p="http://schemas.openxmlformats.org/presentationml/2006/main">
  <p:tag name="RAINPROBLEM" val="ProblemItem"/>
</p:tagLst>
</file>

<file path=ppt/tags/tag189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895.xml><?xml version="1.0" encoding="utf-8"?>
<p:tagLst xmlns:p="http://schemas.openxmlformats.org/presentationml/2006/main">
  <p:tag name="RAINPROBLEM" val="ProblemItem"/>
</p:tagLst>
</file>

<file path=ppt/tags/tag18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97.xml><?xml version="1.0" encoding="utf-8"?>
<p:tagLst xmlns:p="http://schemas.openxmlformats.org/presentationml/2006/main">
  <p:tag name="RAINPROBLEM" val="ProblemItem"/>
</p:tagLst>
</file>

<file path=ppt/tags/tag18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99.xml><?xml version="1.0" encoding="utf-8"?>
<p:tagLst xmlns:p="http://schemas.openxmlformats.org/presentationml/2006/main">
  <p:tag name="PROBLEMREMARKTITLE" val="ProblemRemarkBoardTitle"/>
</p:tagLst>
</file>

<file path=ppt/tags/tag1900.xml><?xml version="1.0" encoding="utf-8"?>
<p:tagLst xmlns:p="http://schemas.openxmlformats.org/presentationml/2006/main">
  <p:tag name="PROBLEMREMARKTITLE" val="ProblemRemarkBoardTitle"/>
</p:tagLst>
</file>

<file path=ppt/tags/tag1901.xml><?xml version="1.0" encoding="utf-8"?>
<p:tagLst xmlns:p="http://schemas.openxmlformats.org/presentationml/2006/main">
  <p:tag name="PROBLEMREMARKTITLE" val="ProblemRemarkBoardTitle"/>
</p:tagLst>
</file>

<file path=ppt/tags/tag1902.xml><?xml version="1.0" encoding="utf-8"?>
<p:tagLst xmlns:p="http://schemas.openxmlformats.org/presentationml/2006/main">
  <p:tag name="PROBLEMREMARKTITLE" val="ProblemRemarkBoardTitle"/>
</p:tagLst>
</file>

<file path=ppt/tags/tag1903.xml><?xml version="1.0" encoding="utf-8"?>
<p:tagLst xmlns:p="http://schemas.openxmlformats.org/presentationml/2006/main">
  <p:tag name="RAINPROBLEM" val="ProblemSetting"/>
  <p:tag name="RAINPROBLEMTYPE" val="MultipleChoice"/>
</p:tagLst>
</file>

<file path=ppt/tags/tag1904.xml><?xml version="1.0" encoding="utf-8"?>
<p:tagLst xmlns:p="http://schemas.openxmlformats.org/presentationml/2006/main">
  <p:tag name="PROBLEMREMARKTITLE" val="ProblemRemarkBoardTip"/>
</p:tagLst>
</file>

<file path=ppt/tags/tag1905.xml><?xml version="1.0" encoding="utf-8"?>
<p:tagLst xmlns:p="http://schemas.openxmlformats.org/presentationml/2006/main">
  <p:tag name="RAINPROBLEM" val="ProblemRemark"/>
</p:tagLst>
</file>

<file path=ppt/tags/tag1906.xml><?xml version="1.0" encoding="utf-8"?>
<p:tagLst xmlns:p="http://schemas.openxmlformats.org/presentationml/2006/main">
  <p:tag name="RAINPROBLEM" val="ProblemRemark"/>
</p:tagLst>
</file>

<file path=ppt/tags/tag1907.xml><?xml version="1.0" encoding="utf-8"?>
<p:tagLst xmlns:p="http://schemas.openxmlformats.org/presentationml/2006/main">
  <p:tag name="RAINPROBLEM" val="ProblemSubmit"/>
  <p:tag name="RAINPROBLEMTYPE" val="MultipleChoice"/>
</p:tagLst>
</file>

<file path=ppt/tags/tag1908.xml><?xml version="1.0" encoding="utf-8"?>
<p:tagLst xmlns:p="http://schemas.openxmlformats.org/presentationml/2006/main">
  <p:tag name="RAINPROBLEM" val="MultipleChoice"/>
  <p:tag name="PROBLEMHASREMARK" val="True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22131</Words>
  <Application>WPS 演示</Application>
  <PresentationFormat>宽屏</PresentationFormat>
  <Paragraphs>3952</Paragraphs>
  <Slides>151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151</vt:i4>
      </vt:variant>
    </vt:vector>
  </HeadingPairs>
  <TitlesOfParts>
    <vt:vector size="162" baseType="lpstr">
      <vt:lpstr>Arial</vt:lpstr>
      <vt:lpstr>宋体</vt:lpstr>
      <vt:lpstr>Wingdings</vt:lpstr>
      <vt:lpstr>Wingdings</vt:lpstr>
      <vt:lpstr>微软雅黑</vt:lpstr>
      <vt:lpstr>Univers (WN)</vt:lpstr>
      <vt:lpstr>FFont-Family</vt:lpstr>
      <vt:lpstr>Arial Unicode MS</vt:lpstr>
      <vt:lpstr>Calibri</vt:lpstr>
      <vt:lpstr>Times New Roman</vt:lpstr>
      <vt:lpstr>WPS</vt:lpstr>
      <vt:lpstr>课堂测试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Milly</cp:lastModifiedBy>
  <cp:revision>158</cp:revision>
  <dcterms:created xsi:type="dcterms:W3CDTF">2019-06-19T02:08:00Z</dcterms:created>
  <dcterms:modified xsi:type="dcterms:W3CDTF">2026-09-11T02:48:05Z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AD62D347518B4DFFACA5881708FBEA1C_11</vt:lpwstr>
  </property>
</Properties>
</file>