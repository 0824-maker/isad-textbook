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tags" Target="../tags/tag1909.xml"/><Relationship Id="rId2" Type="http://schemas.openxmlformats.org/officeDocument/2006/relationships/tags" Target="../tags/tag1910.xml"/><Relationship Id="rId3" Type="http://schemas.openxmlformats.org/officeDocument/2006/relationships/tags" Target="../tags/tag1911.xml"/><Relationship Id="rId4" Type="http://schemas.openxmlformats.org/officeDocument/2006/relationships/tags" Target="../tags/tag1912.xml"/><Relationship Id="rId5" Type="http://schemas.openxmlformats.org/officeDocument/2006/relationships/tags" Target="../tags/tag1913.xml"/><Relationship Id="rId6" Type="http://schemas.openxmlformats.org/officeDocument/2006/relationships/tags" Target="../tags/tag1914.xml"/><Relationship Id="rId7" Type="http://schemas.openxmlformats.org/officeDocument/2006/relationships/tags" Target="../tags/tag1915.xml"/><Relationship Id="rId8" Type="http://schemas.openxmlformats.org/officeDocument/2006/relationships/tags" Target="../tags/tag1916.xml"/><Relationship Id="rId9" Type="http://schemas.openxmlformats.org/officeDocument/2006/relationships/tags" Target="../tags/tag1917.xml"/><Relationship Id="rId10" Type="http://schemas.openxmlformats.org/officeDocument/2006/relationships/tags" Target="../tags/tag1918.xml"/><Relationship Id="rId11" Type="http://schemas.openxmlformats.org/officeDocument/2006/relationships/tags" Target="../tags/tag1919.xml"/><Relationship Id="rId12" Type="http://schemas.openxmlformats.org/officeDocument/2006/relationships/tags" Target="../tags/tag1920.xml"/><Relationship Id="rId13" Type="http://schemas.openxmlformats.org/officeDocument/2006/relationships/tags" Target="../tags/tag1921.xml"/><Relationship Id="rId14" Type="http://schemas.openxmlformats.org/officeDocument/2006/relationships/tags" Target="../tags/tag1922.xml"/><Relationship Id="rId15" Type="http://schemas.openxmlformats.org/officeDocument/2006/relationships/tags" Target="../tags/tag1923.xml"/><Relationship Id="rId16" Type="http://schemas.openxmlformats.org/officeDocument/2006/relationships/tags" Target="../tags/tag1924.xml"/><Relationship Id="rId17" Type="http://schemas.openxmlformats.org/officeDocument/2006/relationships/tags" Target="../tags/tag1925.xml"/><Relationship Id="rId18" Type="http://schemas.openxmlformats.org/officeDocument/2006/relationships/tags" Target="../tags/tag1926.xml"/><Relationship Id="rId19" Type="http://schemas.openxmlformats.org/officeDocument/2006/relationships/tags" Target="../tags/tag1927.xml"/><Relationship Id="rId20" Type="http://schemas.openxmlformats.org/officeDocument/2006/relationships/tags" Target="../tags/tag1928.xml"/><Relationship Id="rId21" Type="http://schemas.openxmlformats.org/officeDocument/2006/relationships/image" Target="../media/image1.png"/><Relationship Id="rId22" Type="http://schemas.openxmlformats.org/officeDocument/2006/relationships/tags" Target="../tags/tag1929.xml"/><Relationship Id="rId23" Type="http://schemas.openxmlformats.org/officeDocument/2006/relationships/tags" Target="../tags/tag1930.xml"/><Relationship Id="rId24" Type="http://schemas.openxmlformats.org/officeDocument/2006/relationships/tags" Target="../tags/tag1931.xml"/><Relationship Id="rId25" Type="http://schemas.openxmlformats.org/officeDocument/2006/relationships/tags" Target="../tags/tag1932.xml"/><Relationship Id="rId26" Type="http://schemas.openxmlformats.org/officeDocument/2006/relationships/tags" Target="../tags/tag1933.xml"/><Relationship Id="rId27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tags" Target="../tags/tag1934.xml"/><Relationship Id="rId2" Type="http://schemas.openxmlformats.org/officeDocument/2006/relationships/tags" Target="../tags/tag1935.xml"/><Relationship Id="rId3" Type="http://schemas.openxmlformats.org/officeDocument/2006/relationships/tags" Target="../tags/tag1936.xml"/><Relationship Id="rId4" Type="http://schemas.openxmlformats.org/officeDocument/2006/relationships/tags" Target="../tags/tag1937.xml"/><Relationship Id="rId5" Type="http://schemas.openxmlformats.org/officeDocument/2006/relationships/tags" Target="../tags/tag1938.xml"/><Relationship Id="rId6" Type="http://schemas.openxmlformats.org/officeDocument/2006/relationships/tags" Target="../tags/tag1939.xml"/><Relationship Id="rId7" Type="http://schemas.openxmlformats.org/officeDocument/2006/relationships/tags" Target="../tags/tag1940.xml"/><Relationship Id="rId8" Type="http://schemas.openxmlformats.org/officeDocument/2006/relationships/tags" Target="../tags/tag1941.xml"/><Relationship Id="rId9" Type="http://schemas.openxmlformats.org/officeDocument/2006/relationships/tags" Target="../tags/tag1942.xml"/><Relationship Id="rId10" Type="http://schemas.openxmlformats.org/officeDocument/2006/relationships/tags" Target="../tags/tag1943.xml"/><Relationship Id="rId11" Type="http://schemas.openxmlformats.org/officeDocument/2006/relationships/tags" Target="../tags/tag1944.xml"/><Relationship Id="rId12" Type="http://schemas.openxmlformats.org/officeDocument/2006/relationships/tags" Target="../tags/tag1945.xml"/><Relationship Id="rId13" Type="http://schemas.openxmlformats.org/officeDocument/2006/relationships/tags" Target="../tags/tag1946.xml"/><Relationship Id="rId14" Type="http://schemas.openxmlformats.org/officeDocument/2006/relationships/tags" Target="../tags/tag1947.xml"/><Relationship Id="rId15" Type="http://schemas.openxmlformats.org/officeDocument/2006/relationships/tags" Target="../tags/tag1948.xml"/><Relationship Id="rId16" Type="http://schemas.openxmlformats.org/officeDocument/2006/relationships/tags" Target="../tags/tag1949.xml"/><Relationship Id="rId17" Type="http://schemas.openxmlformats.org/officeDocument/2006/relationships/tags" Target="../tags/tag1950.xml"/><Relationship Id="rId18" Type="http://schemas.openxmlformats.org/officeDocument/2006/relationships/tags" Target="../tags/tag1951.xml"/><Relationship Id="rId19" Type="http://schemas.openxmlformats.org/officeDocument/2006/relationships/tags" Target="../tags/tag1952.xml"/><Relationship Id="rId20" Type="http://schemas.openxmlformats.org/officeDocument/2006/relationships/tags" Target="../tags/tag1953.xml"/><Relationship Id="rId21" Type="http://schemas.openxmlformats.org/officeDocument/2006/relationships/image" Target="../media/image1.png"/><Relationship Id="rId22" Type="http://schemas.openxmlformats.org/officeDocument/2006/relationships/tags" Target="../tags/tag1954.xml"/><Relationship Id="rId23" Type="http://schemas.openxmlformats.org/officeDocument/2006/relationships/tags" Target="../tags/tag1955.xml"/><Relationship Id="rId24" Type="http://schemas.openxmlformats.org/officeDocument/2006/relationships/tags" Target="../tags/tag1956.xml"/><Relationship Id="rId25" Type="http://schemas.openxmlformats.org/officeDocument/2006/relationships/tags" Target="../tags/tag1957.xml"/><Relationship Id="rId26" Type="http://schemas.openxmlformats.org/officeDocument/2006/relationships/tags" Target="../tags/tag1958.xml"/><Relationship Id="rId27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tags" Target="../tags/tag1959.xml"/><Relationship Id="rId2" Type="http://schemas.openxmlformats.org/officeDocument/2006/relationships/tags" Target="../tags/tag1960.xml"/><Relationship Id="rId3" Type="http://schemas.openxmlformats.org/officeDocument/2006/relationships/tags" Target="../tags/tag1961.xml"/><Relationship Id="rId4" Type="http://schemas.openxmlformats.org/officeDocument/2006/relationships/tags" Target="../tags/tag1962.xml"/><Relationship Id="rId5" Type="http://schemas.openxmlformats.org/officeDocument/2006/relationships/tags" Target="../tags/tag1963.xml"/><Relationship Id="rId6" Type="http://schemas.openxmlformats.org/officeDocument/2006/relationships/tags" Target="../tags/tag1964.xml"/><Relationship Id="rId7" Type="http://schemas.openxmlformats.org/officeDocument/2006/relationships/tags" Target="../tags/tag1965.xml"/><Relationship Id="rId8" Type="http://schemas.openxmlformats.org/officeDocument/2006/relationships/tags" Target="../tags/tag1966.xml"/><Relationship Id="rId9" Type="http://schemas.openxmlformats.org/officeDocument/2006/relationships/tags" Target="../tags/tag1967.xml"/><Relationship Id="rId10" Type="http://schemas.openxmlformats.org/officeDocument/2006/relationships/tags" Target="../tags/tag1968.xml"/><Relationship Id="rId11" Type="http://schemas.openxmlformats.org/officeDocument/2006/relationships/tags" Target="../tags/tag1969.xml"/><Relationship Id="rId12" Type="http://schemas.openxmlformats.org/officeDocument/2006/relationships/tags" Target="../tags/tag1970.xml"/><Relationship Id="rId13" Type="http://schemas.openxmlformats.org/officeDocument/2006/relationships/tags" Target="../tags/tag1971.xml"/><Relationship Id="rId14" Type="http://schemas.openxmlformats.org/officeDocument/2006/relationships/tags" Target="../tags/tag1972.xml"/><Relationship Id="rId15" Type="http://schemas.openxmlformats.org/officeDocument/2006/relationships/tags" Target="../tags/tag1973.xml"/><Relationship Id="rId16" Type="http://schemas.openxmlformats.org/officeDocument/2006/relationships/tags" Target="../tags/tag1974.xml"/><Relationship Id="rId17" Type="http://schemas.openxmlformats.org/officeDocument/2006/relationships/tags" Target="../tags/tag1975.xml"/><Relationship Id="rId18" Type="http://schemas.openxmlformats.org/officeDocument/2006/relationships/tags" Target="../tags/tag1976.xml"/><Relationship Id="rId19" Type="http://schemas.openxmlformats.org/officeDocument/2006/relationships/tags" Target="../tags/tag1977.xml"/><Relationship Id="rId20" Type="http://schemas.openxmlformats.org/officeDocument/2006/relationships/tags" Target="../tags/tag1978.xml"/><Relationship Id="rId21" Type="http://schemas.openxmlformats.org/officeDocument/2006/relationships/image" Target="../media/image1.png"/><Relationship Id="rId22" Type="http://schemas.openxmlformats.org/officeDocument/2006/relationships/tags" Target="../tags/tag1979.xml"/><Relationship Id="rId23" Type="http://schemas.openxmlformats.org/officeDocument/2006/relationships/tags" Target="../tags/tag1980.xml"/><Relationship Id="rId24" Type="http://schemas.openxmlformats.org/officeDocument/2006/relationships/tags" Target="../tags/tag1981.xml"/><Relationship Id="rId25" Type="http://schemas.openxmlformats.org/officeDocument/2006/relationships/tags" Target="../tags/tag1982.xml"/><Relationship Id="rId26" Type="http://schemas.openxmlformats.org/officeDocument/2006/relationships/tags" Target="../tags/tag1983.xml"/><Relationship Id="rId27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tags" Target="../tags/tag1984.xml"/><Relationship Id="rId2" Type="http://schemas.openxmlformats.org/officeDocument/2006/relationships/tags" Target="../tags/tag1985.xml"/><Relationship Id="rId3" Type="http://schemas.openxmlformats.org/officeDocument/2006/relationships/tags" Target="../tags/tag1986.xml"/><Relationship Id="rId4" Type="http://schemas.openxmlformats.org/officeDocument/2006/relationships/tags" Target="../tags/tag1987.xml"/><Relationship Id="rId5" Type="http://schemas.openxmlformats.org/officeDocument/2006/relationships/tags" Target="../tags/tag1988.xml"/><Relationship Id="rId6" Type="http://schemas.openxmlformats.org/officeDocument/2006/relationships/tags" Target="../tags/tag1989.xml"/><Relationship Id="rId7" Type="http://schemas.openxmlformats.org/officeDocument/2006/relationships/tags" Target="../tags/tag1990.xml"/><Relationship Id="rId8" Type="http://schemas.openxmlformats.org/officeDocument/2006/relationships/tags" Target="../tags/tag1991.xml"/><Relationship Id="rId9" Type="http://schemas.openxmlformats.org/officeDocument/2006/relationships/tags" Target="../tags/tag1992.xml"/><Relationship Id="rId10" Type="http://schemas.openxmlformats.org/officeDocument/2006/relationships/tags" Target="../tags/tag1993.xml"/><Relationship Id="rId11" Type="http://schemas.openxmlformats.org/officeDocument/2006/relationships/tags" Target="../tags/tag1994.xml"/><Relationship Id="rId12" Type="http://schemas.openxmlformats.org/officeDocument/2006/relationships/tags" Target="../tags/tag1995.xml"/><Relationship Id="rId13" Type="http://schemas.openxmlformats.org/officeDocument/2006/relationships/tags" Target="../tags/tag1996.xml"/><Relationship Id="rId14" Type="http://schemas.openxmlformats.org/officeDocument/2006/relationships/tags" Target="../tags/tag1997.xml"/><Relationship Id="rId15" Type="http://schemas.openxmlformats.org/officeDocument/2006/relationships/tags" Target="../tags/tag1998.xml"/><Relationship Id="rId16" Type="http://schemas.openxmlformats.org/officeDocument/2006/relationships/tags" Target="../tags/tag1999.xml"/><Relationship Id="rId17" Type="http://schemas.openxmlformats.org/officeDocument/2006/relationships/tags" Target="../tags/tag2000.xml"/><Relationship Id="rId18" Type="http://schemas.openxmlformats.org/officeDocument/2006/relationships/tags" Target="../tags/tag2001.xml"/><Relationship Id="rId19" Type="http://schemas.openxmlformats.org/officeDocument/2006/relationships/tags" Target="../tags/tag2002.xml"/><Relationship Id="rId20" Type="http://schemas.openxmlformats.org/officeDocument/2006/relationships/tags" Target="../tags/tag2003.xml"/><Relationship Id="rId21" Type="http://schemas.openxmlformats.org/officeDocument/2006/relationships/image" Target="../media/image1.png"/><Relationship Id="rId22" Type="http://schemas.openxmlformats.org/officeDocument/2006/relationships/tags" Target="../tags/tag2004.xml"/><Relationship Id="rId23" Type="http://schemas.openxmlformats.org/officeDocument/2006/relationships/tags" Target="../tags/tag2005.xml"/><Relationship Id="rId24" Type="http://schemas.openxmlformats.org/officeDocument/2006/relationships/tags" Target="../tags/tag2006.xml"/><Relationship Id="rId25" Type="http://schemas.openxmlformats.org/officeDocument/2006/relationships/tags" Target="../tags/tag2007.xml"/><Relationship Id="rId26" Type="http://schemas.openxmlformats.org/officeDocument/2006/relationships/tags" Target="../tags/tag2008.xml"/><Relationship Id="rId27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tags" Target="../tags/tag2009.xml"/><Relationship Id="rId2" Type="http://schemas.openxmlformats.org/officeDocument/2006/relationships/tags" Target="../tags/tag2010.xml"/><Relationship Id="rId3" Type="http://schemas.openxmlformats.org/officeDocument/2006/relationships/tags" Target="../tags/tag2011.xml"/><Relationship Id="rId4" Type="http://schemas.openxmlformats.org/officeDocument/2006/relationships/tags" Target="../tags/tag2012.xml"/><Relationship Id="rId5" Type="http://schemas.openxmlformats.org/officeDocument/2006/relationships/tags" Target="../tags/tag2013.xml"/><Relationship Id="rId6" Type="http://schemas.openxmlformats.org/officeDocument/2006/relationships/tags" Target="../tags/tag2014.xml"/><Relationship Id="rId7" Type="http://schemas.openxmlformats.org/officeDocument/2006/relationships/tags" Target="../tags/tag2015.xml"/><Relationship Id="rId8" Type="http://schemas.openxmlformats.org/officeDocument/2006/relationships/tags" Target="../tags/tag2016.xml"/><Relationship Id="rId9" Type="http://schemas.openxmlformats.org/officeDocument/2006/relationships/tags" Target="../tags/tag2017.xml"/><Relationship Id="rId10" Type="http://schemas.openxmlformats.org/officeDocument/2006/relationships/tags" Target="../tags/tag2018.xml"/><Relationship Id="rId11" Type="http://schemas.openxmlformats.org/officeDocument/2006/relationships/tags" Target="../tags/tag2019.xml"/><Relationship Id="rId12" Type="http://schemas.openxmlformats.org/officeDocument/2006/relationships/tags" Target="../tags/tag2020.xml"/><Relationship Id="rId13" Type="http://schemas.openxmlformats.org/officeDocument/2006/relationships/tags" Target="../tags/tag2021.xml"/><Relationship Id="rId14" Type="http://schemas.openxmlformats.org/officeDocument/2006/relationships/tags" Target="../tags/tag2022.xml"/><Relationship Id="rId15" Type="http://schemas.openxmlformats.org/officeDocument/2006/relationships/tags" Target="../tags/tag2023.xml"/><Relationship Id="rId16" Type="http://schemas.openxmlformats.org/officeDocument/2006/relationships/tags" Target="../tags/tag2024.xml"/><Relationship Id="rId17" Type="http://schemas.openxmlformats.org/officeDocument/2006/relationships/tags" Target="../tags/tag2025.xml"/><Relationship Id="rId18" Type="http://schemas.openxmlformats.org/officeDocument/2006/relationships/tags" Target="../tags/tag2026.xml"/><Relationship Id="rId19" Type="http://schemas.openxmlformats.org/officeDocument/2006/relationships/tags" Target="../tags/tag2027.xml"/><Relationship Id="rId20" Type="http://schemas.openxmlformats.org/officeDocument/2006/relationships/tags" Target="../tags/tag2028.xml"/><Relationship Id="rId21" Type="http://schemas.openxmlformats.org/officeDocument/2006/relationships/image" Target="../media/image1.png"/><Relationship Id="rId22" Type="http://schemas.openxmlformats.org/officeDocument/2006/relationships/tags" Target="../tags/tag2029.xml"/><Relationship Id="rId23" Type="http://schemas.openxmlformats.org/officeDocument/2006/relationships/tags" Target="../tags/tag2030.xml"/><Relationship Id="rId24" Type="http://schemas.openxmlformats.org/officeDocument/2006/relationships/tags" Target="../tags/tag2031.xml"/><Relationship Id="rId25" Type="http://schemas.openxmlformats.org/officeDocument/2006/relationships/tags" Target="../tags/tag2032.xml"/><Relationship Id="rId26" Type="http://schemas.openxmlformats.org/officeDocument/2006/relationships/tags" Target="../tags/tag2033.xml"/><Relationship Id="rId27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tags" Target="../tags/tag2034.xml"/><Relationship Id="rId2" Type="http://schemas.openxmlformats.org/officeDocument/2006/relationships/tags" Target="../tags/tag2035.xml"/><Relationship Id="rId3" Type="http://schemas.openxmlformats.org/officeDocument/2006/relationships/tags" Target="../tags/tag2036.xml"/><Relationship Id="rId4" Type="http://schemas.openxmlformats.org/officeDocument/2006/relationships/tags" Target="../tags/tag2037.xml"/><Relationship Id="rId5" Type="http://schemas.openxmlformats.org/officeDocument/2006/relationships/tags" Target="../tags/tag2038.xml"/><Relationship Id="rId6" Type="http://schemas.openxmlformats.org/officeDocument/2006/relationships/tags" Target="../tags/tag2039.xml"/><Relationship Id="rId7" Type="http://schemas.openxmlformats.org/officeDocument/2006/relationships/tags" Target="../tags/tag2040.xml"/><Relationship Id="rId8" Type="http://schemas.openxmlformats.org/officeDocument/2006/relationships/tags" Target="../tags/tag2041.xml"/><Relationship Id="rId9" Type="http://schemas.openxmlformats.org/officeDocument/2006/relationships/tags" Target="../tags/tag2042.xml"/><Relationship Id="rId10" Type="http://schemas.openxmlformats.org/officeDocument/2006/relationships/tags" Target="../tags/tag2043.xml"/><Relationship Id="rId11" Type="http://schemas.openxmlformats.org/officeDocument/2006/relationships/tags" Target="../tags/tag2044.xml"/><Relationship Id="rId12" Type="http://schemas.openxmlformats.org/officeDocument/2006/relationships/tags" Target="../tags/tag2045.xml"/><Relationship Id="rId13" Type="http://schemas.openxmlformats.org/officeDocument/2006/relationships/tags" Target="../tags/tag2046.xml"/><Relationship Id="rId14" Type="http://schemas.openxmlformats.org/officeDocument/2006/relationships/tags" Target="../tags/tag2047.xml"/><Relationship Id="rId15" Type="http://schemas.openxmlformats.org/officeDocument/2006/relationships/tags" Target="../tags/tag2048.xml"/><Relationship Id="rId16" Type="http://schemas.openxmlformats.org/officeDocument/2006/relationships/tags" Target="../tags/tag2049.xml"/><Relationship Id="rId17" Type="http://schemas.openxmlformats.org/officeDocument/2006/relationships/tags" Target="../tags/tag2050.xml"/><Relationship Id="rId18" Type="http://schemas.openxmlformats.org/officeDocument/2006/relationships/tags" Target="../tags/tag2051.xml"/><Relationship Id="rId19" Type="http://schemas.openxmlformats.org/officeDocument/2006/relationships/tags" Target="../tags/tag2052.xml"/><Relationship Id="rId20" Type="http://schemas.openxmlformats.org/officeDocument/2006/relationships/tags" Target="../tags/tag2053.xml"/><Relationship Id="rId21" Type="http://schemas.openxmlformats.org/officeDocument/2006/relationships/image" Target="../media/image1.png"/><Relationship Id="rId22" Type="http://schemas.openxmlformats.org/officeDocument/2006/relationships/tags" Target="../tags/tag2054.xml"/><Relationship Id="rId23" Type="http://schemas.openxmlformats.org/officeDocument/2006/relationships/tags" Target="../tags/tag2055.xml"/><Relationship Id="rId24" Type="http://schemas.openxmlformats.org/officeDocument/2006/relationships/tags" Target="../tags/tag2056.xml"/><Relationship Id="rId25" Type="http://schemas.openxmlformats.org/officeDocument/2006/relationships/tags" Target="../tags/tag2057.xml"/><Relationship Id="rId26" Type="http://schemas.openxmlformats.org/officeDocument/2006/relationships/tags" Target="../tags/tag2058.xml"/><Relationship Id="rId27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tags" Target="../tags/tag2059.xml"/><Relationship Id="rId2" Type="http://schemas.openxmlformats.org/officeDocument/2006/relationships/tags" Target="../tags/tag2060.xml"/><Relationship Id="rId3" Type="http://schemas.openxmlformats.org/officeDocument/2006/relationships/tags" Target="../tags/tag2061.xml"/><Relationship Id="rId4" Type="http://schemas.openxmlformats.org/officeDocument/2006/relationships/tags" Target="../tags/tag2062.xml"/><Relationship Id="rId5" Type="http://schemas.openxmlformats.org/officeDocument/2006/relationships/tags" Target="../tags/tag2063.xml"/><Relationship Id="rId6" Type="http://schemas.openxmlformats.org/officeDocument/2006/relationships/tags" Target="../tags/tag2064.xml"/><Relationship Id="rId7" Type="http://schemas.openxmlformats.org/officeDocument/2006/relationships/tags" Target="../tags/tag2065.xml"/><Relationship Id="rId8" Type="http://schemas.openxmlformats.org/officeDocument/2006/relationships/tags" Target="../tags/tag2066.xml"/><Relationship Id="rId9" Type="http://schemas.openxmlformats.org/officeDocument/2006/relationships/tags" Target="../tags/tag2067.xml"/><Relationship Id="rId10" Type="http://schemas.openxmlformats.org/officeDocument/2006/relationships/tags" Target="../tags/tag2068.xml"/><Relationship Id="rId11" Type="http://schemas.openxmlformats.org/officeDocument/2006/relationships/tags" Target="../tags/tag2069.xml"/><Relationship Id="rId12" Type="http://schemas.openxmlformats.org/officeDocument/2006/relationships/tags" Target="../tags/tag2070.xml"/><Relationship Id="rId13" Type="http://schemas.openxmlformats.org/officeDocument/2006/relationships/tags" Target="../tags/tag2071.xml"/><Relationship Id="rId14" Type="http://schemas.openxmlformats.org/officeDocument/2006/relationships/tags" Target="../tags/tag2072.xml"/><Relationship Id="rId15" Type="http://schemas.openxmlformats.org/officeDocument/2006/relationships/tags" Target="../tags/tag2073.xml"/><Relationship Id="rId16" Type="http://schemas.openxmlformats.org/officeDocument/2006/relationships/tags" Target="../tags/tag2074.xml"/><Relationship Id="rId17" Type="http://schemas.openxmlformats.org/officeDocument/2006/relationships/tags" Target="../tags/tag2075.xml"/><Relationship Id="rId18" Type="http://schemas.openxmlformats.org/officeDocument/2006/relationships/tags" Target="../tags/tag2076.xml"/><Relationship Id="rId19" Type="http://schemas.openxmlformats.org/officeDocument/2006/relationships/tags" Target="../tags/tag2077.xml"/><Relationship Id="rId20" Type="http://schemas.openxmlformats.org/officeDocument/2006/relationships/tags" Target="../tags/tag2078.xml"/><Relationship Id="rId21" Type="http://schemas.openxmlformats.org/officeDocument/2006/relationships/image" Target="../media/image1.png"/><Relationship Id="rId22" Type="http://schemas.openxmlformats.org/officeDocument/2006/relationships/tags" Target="../tags/tag2079.xml"/><Relationship Id="rId23" Type="http://schemas.openxmlformats.org/officeDocument/2006/relationships/tags" Target="../tags/tag2080.xml"/><Relationship Id="rId24" Type="http://schemas.openxmlformats.org/officeDocument/2006/relationships/tags" Target="../tags/tag2081.xml"/><Relationship Id="rId25" Type="http://schemas.openxmlformats.org/officeDocument/2006/relationships/tags" Target="../tags/tag2082.xml"/><Relationship Id="rId26" Type="http://schemas.openxmlformats.org/officeDocument/2006/relationships/tags" Target="../tags/tag2083.xml"/><Relationship Id="rId27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tags" Target="../tags/tag2084.xml"/><Relationship Id="rId2" Type="http://schemas.openxmlformats.org/officeDocument/2006/relationships/tags" Target="../tags/tag2085.xml"/><Relationship Id="rId3" Type="http://schemas.openxmlformats.org/officeDocument/2006/relationships/tags" Target="../tags/tag2086.xml"/><Relationship Id="rId4" Type="http://schemas.openxmlformats.org/officeDocument/2006/relationships/tags" Target="../tags/tag2087.xml"/><Relationship Id="rId5" Type="http://schemas.openxmlformats.org/officeDocument/2006/relationships/tags" Target="../tags/tag2088.xml"/><Relationship Id="rId6" Type="http://schemas.openxmlformats.org/officeDocument/2006/relationships/tags" Target="../tags/tag2089.xml"/><Relationship Id="rId7" Type="http://schemas.openxmlformats.org/officeDocument/2006/relationships/tags" Target="../tags/tag2090.xml"/><Relationship Id="rId8" Type="http://schemas.openxmlformats.org/officeDocument/2006/relationships/tags" Target="../tags/tag2091.xml"/><Relationship Id="rId9" Type="http://schemas.openxmlformats.org/officeDocument/2006/relationships/tags" Target="../tags/tag2092.xml"/><Relationship Id="rId10" Type="http://schemas.openxmlformats.org/officeDocument/2006/relationships/tags" Target="../tags/tag2093.xml"/><Relationship Id="rId11" Type="http://schemas.openxmlformats.org/officeDocument/2006/relationships/tags" Target="../tags/tag2094.xml"/><Relationship Id="rId12" Type="http://schemas.openxmlformats.org/officeDocument/2006/relationships/tags" Target="../tags/tag2095.xml"/><Relationship Id="rId13" Type="http://schemas.openxmlformats.org/officeDocument/2006/relationships/tags" Target="../tags/tag2096.xml"/><Relationship Id="rId14" Type="http://schemas.openxmlformats.org/officeDocument/2006/relationships/tags" Target="../tags/tag2097.xml"/><Relationship Id="rId15" Type="http://schemas.openxmlformats.org/officeDocument/2006/relationships/tags" Target="../tags/tag2098.xml"/><Relationship Id="rId16" Type="http://schemas.openxmlformats.org/officeDocument/2006/relationships/tags" Target="../tags/tag2099.xml"/><Relationship Id="rId17" Type="http://schemas.openxmlformats.org/officeDocument/2006/relationships/tags" Target="../tags/tag2100.xml"/><Relationship Id="rId18" Type="http://schemas.openxmlformats.org/officeDocument/2006/relationships/tags" Target="../tags/tag2101.xml"/><Relationship Id="rId19" Type="http://schemas.openxmlformats.org/officeDocument/2006/relationships/tags" Target="../tags/tag2102.xml"/><Relationship Id="rId20" Type="http://schemas.openxmlformats.org/officeDocument/2006/relationships/tags" Target="../tags/tag2103.xml"/><Relationship Id="rId21" Type="http://schemas.openxmlformats.org/officeDocument/2006/relationships/image" Target="../media/image1.png"/><Relationship Id="rId22" Type="http://schemas.openxmlformats.org/officeDocument/2006/relationships/tags" Target="../tags/tag2104.xml"/><Relationship Id="rId23" Type="http://schemas.openxmlformats.org/officeDocument/2006/relationships/tags" Target="../tags/tag2105.xml"/><Relationship Id="rId24" Type="http://schemas.openxmlformats.org/officeDocument/2006/relationships/tags" Target="../tags/tag2106.xml"/><Relationship Id="rId25" Type="http://schemas.openxmlformats.org/officeDocument/2006/relationships/tags" Target="../tags/tag2107.xml"/><Relationship Id="rId26" Type="http://schemas.openxmlformats.org/officeDocument/2006/relationships/tags" Target="../tags/tag2108.xml"/><Relationship Id="rId27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tags" Target="../tags/tag2109.xml"/><Relationship Id="rId2" Type="http://schemas.openxmlformats.org/officeDocument/2006/relationships/tags" Target="../tags/tag2110.xml"/><Relationship Id="rId3" Type="http://schemas.openxmlformats.org/officeDocument/2006/relationships/tags" Target="../tags/tag2111.xml"/><Relationship Id="rId4" Type="http://schemas.openxmlformats.org/officeDocument/2006/relationships/tags" Target="../tags/tag2112.xml"/><Relationship Id="rId5" Type="http://schemas.openxmlformats.org/officeDocument/2006/relationships/tags" Target="../tags/tag2113.xml"/><Relationship Id="rId6" Type="http://schemas.openxmlformats.org/officeDocument/2006/relationships/tags" Target="../tags/tag2114.xml"/><Relationship Id="rId7" Type="http://schemas.openxmlformats.org/officeDocument/2006/relationships/tags" Target="../tags/tag2115.xml"/><Relationship Id="rId8" Type="http://schemas.openxmlformats.org/officeDocument/2006/relationships/tags" Target="../tags/tag2116.xml"/><Relationship Id="rId9" Type="http://schemas.openxmlformats.org/officeDocument/2006/relationships/tags" Target="../tags/tag2117.xml"/><Relationship Id="rId10" Type="http://schemas.openxmlformats.org/officeDocument/2006/relationships/tags" Target="../tags/tag2118.xml"/><Relationship Id="rId11" Type="http://schemas.openxmlformats.org/officeDocument/2006/relationships/tags" Target="../tags/tag2119.xml"/><Relationship Id="rId12" Type="http://schemas.openxmlformats.org/officeDocument/2006/relationships/tags" Target="../tags/tag2120.xml"/><Relationship Id="rId13" Type="http://schemas.openxmlformats.org/officeDocument/2006/relationships/tags" Target="../tags/tag2121.xml"/><Relationship Id="rId14" Type="http://schemas.openxmlformats.org/officeDocument/2006/relationships/tags" Target="../tags/tag2122.xml"/><Relationship Id="rId15" Type="http://schemas.openxmlformats.org/officeDocument/2006/relationships/tags" Target="../tags/tag2123.xml"/><Relationship Id="rId16" Type="http://schemas.openxmlformats.org/officeDocument/2006/relationships/tags" Target="../tags/tag2124.xml"/><Relationship Id="rId17" Type="http://schemas.openxmlformats.org/officeDocument/2006/relationships/tags" Target="../tags/tag2125.xml"/><Relationship Id="rId18" Type="http://schemas.openxmlformats.org/officeDocument/2006/relationships/tags" Target="../tags/tag2126.xml"/><Relationship Id="rId19" Type="http://schemas.openxmlformats.org/officeDocument/2006/relationships/tags" Target="../tags/tag2127.xml"/><Relationship Id="rId20" Type="http://schemas.openxmlformats.org/officeDocument/2006/relationships/tags" Target="../tags/tag2128.xml"/><Relationship Id="rId21" Type="http://schemas.openxmlformats.org/officeDocument/2006/relationships/image" Target="../media/image1.png"/><Relationship Id="rId22" Type="http://schemas.openxmlformats.org/officeDocument/2006/relationships/tags" Target="../tags/tag2129.xml"/><Relationship Id="rId23" Type="http://schemas.openxmlformats.org/officeDocument/2006/relationships/tags" Target="../tags/tag2130.xml"/><Relationship Id="rId24" Type="http://schemas.openxmlformats.org/officeDocument/2006/relationships/tags" Target="../tags/tag2131.xml"/><Relationship Id="rId25" Type="http://schemas.openxmlformats.org/officeDocument/2006/relationships/tags" Target="../tags/tag2132.xml"/><Relationship Id="rId26" Type="http://schemas.openxmlformats.org/officeDocument/2006/relationships/tags" Target="../tags/tag2133.xml"/><Relationship Id="rId27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tags" Target="../tags/tag2134.xml"/><Relationship Id="rId2" Type="http://schemas.openxmlformats.org/officeDocument/2006/relationships/tags" Target="../tags/tag2135.xml"/><Relationship Id="rId3" Type="http://schemas.openxmlformats.org/officeDocument/2006/relationships/tags" Target="../tags/tag2136.xml"/><Relationship Id="rId4" Type="http://schemas.openxmlformats.org/officeDocument/2006/relationships/tags" Target="../tags/tag2137.xml"/><Relationship Id="rId5" Type="http://schemas.openxmlformats.org/officeDocument/2006/relationships/tags" Target="../tags/tag2138.xml"/><Relationship Id="rId6" Type="http://schemas.openxmlformats.org/officeDocument/2006/relationships/tags" Target="../tags/tag2139.xml"/><Relationship Id="rId7" Type="http://schemas.openxmlformats.org/officeDocument/2006/relationships/tags" Target="../tags/tag2140.xml"/><Relationship Id="rId8" Type="http://schemas.openxmlformats.org/officeDocument/2006/relationships/tags" Target="../tags/tag2141.xml"/><Relationship Id="rId9" Type="http://schemas.openxmlformats.org/officeDocument/2006/relationships/tags" Target="../tags/tag2142.xml"/><Relationship Id="rId10" Type="http://schemas.openxmlformats.org/officeDocument/2006/relationships/tags" Target="../tags/tag2143.xml"/><Relationship Id="rId11" Type="http://schemas.openxmlformats.org/officeDocument/2006/relationships/tags" Target="../tags/tag2144.xml"/><Relationship Id="rId12" Type="http://schemas.openxmlformats.org/officeDocument/2006/relationships/tags" Target="../tags/tag2145.xml"/><Relationship Id="rId13" Type="http://schemas.openxmlformats.org/officeDocument/2006/relationships/tags" Target="../tags/tag2146.xml"/><Relationship Id="rId14" Type="http://schemas.openxmlformats.org/officeDocument/2006/relationships/tags" Target="../tags/tag2147.xml"/><Relationship Id="rId15" Type="http://schemas.openxmlformats.org/officeDocument/2006/relationships/tags" Target="../tags/tag2148.xml"/><Relationship Id="rId16" Type="http://schemas.openxmlformats.org/officeDocument/2006/relationships/tags" Target="../tags/tag2149.xml"/><Relationship Id="rId17" Type="http://schemas.openxmlformats.org/officeDocument/2006/relationships/tags" Target="../tags/tag2150.xml"/><Relationship Id="rId18" Type="http://schemas.openxmlformats.org/officeDocument/2006/relationships/tags" Target="../tags/tag2151.xml"/><Relationship Id="rId19" Type="http://schemas.openxmlformats.org/officeDocument/2006/relationships/tags" Target="../tags/tag2152.xml"/><Relationship Id="rId20" Type="http://schemas.openxmlformats.org/officeDocument/2006/relationships/tags" Target="../tags/tag2153.xml"/><Relationship Id="rId21" Type="http://schemas.openxmlformats.org/officeDocument/2006/relationships/image" Target="../media/image1.png"/><Relationship Id="rId22" Type="http://schemas.openxmlformats.org/officeDocument/2006/relationships/tags" Target="../tags/tag2154.xml"/><Relationship Id="rId23" Type="http://schemas.openxmlformats.org/officeDocument/2006/relationships/tags" Target="../tags/tag2155.xml"/><Relationship Id="rId24" Type="http://schemas.openxmlformats.org/officeDocument/2006/relationships/tags" Target="../tags/tag2156.xml"/><Relationship Id="rId25" Type="http://schemas.openxmlformats.org/officeDocument/2006/relationships/tags" Target="../tags/tag2157.xml"/><Relationship Id="rId26" Type="http://schemas.openxmlformats.org/officeDocument/2006/relationships/tags" Target="../tags/tag215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第05章 知识库设计与提示词工程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19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1.【第05章·知识库设计与提示词工程】DIKW 模型中,经处理、赋予语境的数据称为?____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6802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 Data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067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 Information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710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 Knowledge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24853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智慧 Wisdom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数据经处理并赋予语境后成为信息;再经归纳可指导行动成为知识。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3807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2.【第05章·知识库设计与提示词工程】关系数据库范式(1NF/2NF/3NF)的主要目的是?____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7668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消除插入/更新/删除异常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加快网速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美化界面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压缩文件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23405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规范化通过消除数据冗余与异常,提升一致性与可维护性。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6850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3.【第05章·知识库设计与提示词工程】ER 模型中,1:N 表示?____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一对一联系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一对多联系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多对多联系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1:N 表示一个实体实例关联多个另一实体实例,如一个学生选修多门课。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4.【第05章·知识库设计与提示词工程】知识表示方法不包括下列哪项?____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框架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语义网络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533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层叠样式表 CSS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7342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规则/框架/语义网络/本体是知识表示方式;CSS 是网页样式语言,无关。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611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5.【第05章·知识库设计与提示词工程】知识表示中,符号主义(如规则/本体)的主要优势是?____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可解释性强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参数量巨大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不可追溯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纯黑盒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符号主义知识表示显式、可解释;连接主义(向量)偏泛化但可解释性弱。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6.【第05章·知识库设计与提示词工程】一份结构良好的系统提示词通常包含哪些部分?____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角色设定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15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功能与流程(技能)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限制条件与回复格式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以上都包含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467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系统提示词标准组成:角色 + 技能 + 限制 + 回复格式,四者俱全更可靠。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1668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7.【第05章·知识库设计与提示词工程】RAG 的正确流程顺序是?____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生成→检索→增强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检索→增强→生成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增强→生成→检索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生成→增强→检索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RAG 先检索外部知识,再增强(拼接上下文),最后生成带引用的回答。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583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8.【第05章·知识库设计与提示词工程】做"校园专业代码查询"助手,专业表存于 Excel,应选哪类知识库?____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文本类型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表格类型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图片类型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任意均可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05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表格类型支持勾选索引列与 NL2SQL 条件查询,最适合结构化参数表。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9.【第05章·知识库设计与提示词工程】关于知识库召回与排序,正确的是?____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224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召回负责查全,排序负责查准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召回负责查准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排序负责查全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召回(语义/全文/混合初筛)决定查全,重排决定查准,共同影响回答质量。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716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10.【第05章·知识库设计与提示词工程】从"提示工程"升级到"上下文工程",关键是?____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77344"/>
            <a:ext cx="845185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系统化组织进入模型的全部上下文(指令/知识/工具/记忆/历史)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只写更长的提示词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关闭记忆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5501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上下文工程在有限窗口内最大化有效信息、抑制噪声,涵盖指令/知识/工具/记忆/历史等全部上下文。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9.xml><?xml version="1.0" encoding="utf-8"?>
<p:tagLst xmlns:p="http://schemas.openxmlformats.org/presentationml/2006/main">
  <p:tag name="RAINPROBLEM" val="ProblemRemarkBoard"/>
</p:tagLst>
</file>

<file path=ppt/tags/tag1910.xml><?xml version="1.0" encoding="utf-8"?>
<p:tagLst xmlns:p="http://schemas.openxmlformats.org/presentationml/2006/main">
  <p:tag name="RAINPROBLEMTYPE" val="ProblemTypeMarker"/>
</p:tagLst>
</file>

<file path=ppt/tags/tag1911.xml><?xml version="1.0" encoding="utf-8"?>
<p:tagLst xmlns:p="http://schemas.openxmlformats.org/presentationml/2006/main">
  <p:tag name="RAINPROBLEMTYPE" val="ProblemTypeMarker"/>
</p:tagLst>
</file>

<file path=ppt/tags/tag1912.xml><?xml version="1.0" encoding="utf-8"?>
<p:tagLst xmlns:p="http://schemas.openxmlformats.org/presentationml/2006/main">
  <p:tag name="RAINPROBLEMTYPE" val="ProblemTypeMarker"/>
</p:tagLst>
</file>

<file path=ppt/tags/tag1913.xml><?xml version="1.0" encoding="utf-8"?>
<p:tagLst xmlns:p="http://schemas.openxmlformats.org/presentationml/2006/main">
  <p:tag name="RAINPROBLEMTYPE" val="ProblemTypeMarker"/>
</p:tagLst>
</file>

<file path=ppt/tags/tag1914.xml><?xml version="1.0" encoding="utf-8"?>
<p:tagLst xmlns:p="http://schemas.openxmlformats.org/presentationml/2006/main">
  <p:tag name="RAINPROBLEMTYPE" val="ProblemTypeMarker"/>
</p:tagLst>
</file>

<file path=ppt/tags/tag1915.xml><?xml version="1.0" encoding="utf-8"?>
<p:tagLst xmlns:p="http://schemas.openxmlformats.org/presentationml/2006/main">
  <p:tag name="RAINPROBLEM" val="ProblemBody"/>
</p:tagLst>
</file>

<file path=ppt/tags/tag1916.xml><?xml version="1.0" encoding="utf-8"?>
<p:tagLst xmlns:p="http://schemas.openxmlformats.org/presentationml/2006/main">
  <p:tag name="RAINPROBLEM" val="ProblemItem"/>
</p:tagLst>
</file>

<file path=ppt/tags/tag19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18.xml><?xml version="1.0" encoding="utf-8"?>
<p:tagLst xmlns:p="http://schemas.openxmlformats.org/presentationml/2006/main">
  <p:tag name="RAINPROBLEM" val="ProblemItem"/>
</p:tagLst>
</file>

<file path=ppt/tags/tag19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20.xml><?xml version="1.0" encoding="utf-8"?>
<p:tagLst xmlns:p="http://schemas.openxmlformats.org/presentationml/2006/main">
  <p:tag name="RAINPROBLEM" val="ProblemItem"/>
</p:tagLst>
</file>

<file path=ppt/tags/tag19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2.xml><?xml version="1.0" encoding="utf-8"?>
<p:tagLst xmlns:p="http://schemas.openxmlformats.org/presentationml/2006/main">
  <p:tag name="RAINPROBLEM" val="ProblemItem"/>
</p:tagLst>
</file>

<file path=ppt/tags/tag19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4.xml><?xml version="1.0" encoding="utf-8"?>
<p:tagLst xmlns:p="http://schemas.openxmlformats.org/presentationml/2006/main">
  <p:tag name="PROBLEMREMARKTITLE" val="ProblemRemarkBoardTitle"/>
</p:tagLst>
</file>

<file path=ppt/tags/tag1925.xml><?xml version="1.0" encoding="utf-8"?>
<p:tagLst xmlns:p="http://schemas.openxmlformats.org/presentationml/2006/main">
  <p:tag name="PROBLEMREMARKTITLE" val="ProblemRemarkBoardTitle"/>
</p:tagLst>
</file>

<file path=ppt/tags/tag1926.xml><?xml version="1.0" encoding="utf-8"?>
<p:tagLst xmlns:p="http://schemas.openxmlformats.org/presentationml/2006/main">
  <p:tag name="PROBLEMREMARKTITLE" val="ProblemRemarkBoardTitle"/>
</p:tagLst>
</file>

<file path=ppt/tags/tag1927.xml><?xml version="1.0" encoding="utf-8"?>
<p:tagLst xmlns:p="http://schemas.openxmlformats.org/presentationml/2006/main">
  <p:tag name="PROBLEMREMARKTITLE" val="ProblemRemarkBoardTitle"/>
</p:tagLst>
</file>

<file path=ppt/tags/tag1928.xml><?xml version="1.0" encoding="utf-8"?>
<p:tagLst xmlns:p="http://schemas.openxmlformats.org/presentationml/2006/main">
  <p:tag name="RAINPROBLEM" val="ProblemSetting"/>
  <p:tag name="RAINPROBLEMTYPE" val="MultipleChoice"/>
</p:tagLst>
</file>

<file path=ppt/tags/tag1929.xml><?xml version="1.0" encoding="utf-8"?>
<p:tagLst xmlns:p="http://schemas.openxmlformats.org/presentationml/2006/main">
  <p:tag name="PROBLEMREMARKTITLE" val="ProblemRemarkBoardTip"/>
</p:tagLst>
</file>

<file path=ppt/tags/tag1930.xml><?xml version="1.0" encoding="utf-8"?>
<p:tagLst xmlns:p="http://schemas.openxmlformats.org/presentationml/2006/main">
  <p:tag name="RAINPROBLEM" val="ProblemRemark"/>
</p:tagLst>
</file>

<file path=ppt/tags/tag1931.xml><?xml version="1.0" encoding="utf-8"?>
<p:tagLst xmlns:p="http://schemas.openxmlformats.org/presentationml/2006/main">
  <p:tag name="RAINPROBLEM" val="ProblemRemark"/>
</p:tagLst>
</file>

<file path=ppt/tags/tag1932.xml><?xml version="1.0" encoding="utf-8"?>
<p:tagLst xmlns:p="http://schemas.openxmlformats.org/presentationml/2006/main">
  <p:tag name="RAINPROBLEM" val="ProblemSubmit"/>
  <p:tag name="RAINPROBLEMTYPE" val="MultipleChoice"/>
</p:tagLst>
</file>

<file path=ppt/tags/tag1933.xml><?xml version="1.0" encoding="utf-8"?>
<p:tagLst xmlns:p="http://schemas.openxmlformats.org/presentationml/2006/main">
  <p:tag name="RAINPROBLEM" val="MultipleChoice"/>
  <p:tag name="PROBLEMHASREMARK" val="True"/>
</p:tagLst>
</file>

<file path=ppt/tags/tag1934.xml><?xml version="1.0" encoding="utf-8"?>
<p:tagLst xmlns:p="http://schemas.openxmlformats.org/presentationml/2006/main">
  <p:tag name="RAINPROBLEM" val="ProblemRemarkBoard"/>
</p:tagLst>
</file>

<file path=ppt/tags/tag1935.xml><?xml version="1.0" encoding="utf-8"?>
<p:tagLst xmlns:p="http://schemas.openxmlformats.org/presentationml/2006/main">
  <p:tag name="RAINPROBLEMTYPE" val="ProblemTypeMarker"/>
</p:tagLst>
</file>

<file path=ppt/tags/tag1936.xml><?xml version="1.0" encoding="utf-8"?>
<p:tagLst xmlns:p="http://schemas.openxmlformats.org/presentationml/2006/main">
  <p:tag name="RAINPROBLEMTYPE" val="ProblemTypeMarker"/>
</p:tagLst>
</file>

<file path=ppt/tags/tag1937.xml><?xml version="1.0" encoding="utf-8"?>
<p:tagLst xmlns:p="http://schemas.openxmlformats.org/presentationml/2006/main">
  <p:tag name="RAINPROBLEMTYPE" val="ProblemTypeMarker"/>
</p:tagLst>
</file>

<file path=ppt/tags/tag1938.xml><?xml version="1.0" encoding="utf-8"?>
<p:tagLst xmlns:p="http://schemas.openxmlformats.org/presentationml/2006/main">
  <p:tag name="RAINPROBLEMTYPE" val="ProblemTypeMarker"/>
</p:tagLst>
</file>

<file path=ppt/tags/tag1939.xml><?xml version="1.0" encoding="utf-8"?>
<p:tagLst xmlns:p="http://schemas.openxmlformats.org/presentationml/2006/main">
  <p:tag name="RAINPROBLEMTYPE" val="ProblemTypeMarker"/>
</p:tagLst>
</file>

<file path=ppt/tags/tag1940.xml><?xml version="1.0" encoding="utf-8"?>
<p:tagLst xmlns:p="http://schemas.openxmlformats.org/presentationml/2006/main">
  <p:tag name="RAINPROBLEM" val="ProblemBody"/>
</p:tagLst>
</file>

<file path=ppt/tags/tag1941.xml><?xml version="1.0" encoding="utf-8"?>
<p:tagLst xmlns:p="http://schemas.openxmlformats.org/presentationml/2006/main">
  <p:tag name="RAINPROBLEM" val="ProblemItem"/>
</p:tagLst>
</file>

<file path=ppt/tags/tag19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43.xml><?xml version="1.0" encoding="utf-8"?>
<p:tagLst xmlns:p="http://schemas.openxmlformats.org/presentationml/2006/main">
  <p:tag name="RAINPROBLEM" val="ProblemItem"/>
</p:tagLst>
</file>

<file path=ppt/tags/tag19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5.xml><?xml version="1.0" encoding="utf-8"?>
<p:tagLst xmlns:p="http://schemas.openxmlformats.org/presentationml/2006/main">
  <p:tag name="RAINPROBLEM" val="ProblemItem"/>
</p:tagLst>
</file>

<file path=ppt/tags/tag19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7.xml><?xml version="1.0" encoding="utf-8"?>
<p:tagLst xmlns:p="http://schemas.openxmlformats.org/presentationml/2006/main">
  <p:tag name="RAINPROBLEM" val="ProblemItem"/>
</p:tagLst>
</file>

<file path=ppt/tags/tag19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49.xml><?xml version="1.0" encoding="utf-8"?>
<p:tagLst xmlns:p="http://schemas.openxmlformats.org/presentationml/2006/main">
  <p:tag name="PROBLEMREMARKTITLE" val="ProblemRemarkBoardTitle"/>
</p:tagLst>
</file>

<file path=ppt/tags/tag1950.xml><?xml version="1.0" encoding="utf-8"?>
<p:tagLst xmlns:p="http://schemas.openxmlformats.org/presentationml/2006/main">
  <p:tag name="PROBLEMREMARKTITLE" val="ProblemRemarkBoardTitle"/>
</p:tagLst>
</file>

<file path=ppt/tags/tag1951.xml><?xml version="1.0" encoding="utf-8"?>
<p:tagLst xmlns:p="http://schemas.openxmlformats.org/presentationml/2006/main">
  <p:tag name="PROBLEMREMARKTITLE" val="ProblemRemarkBoardTitle"/>
</p:tagLst>
</file>

<file path=ppt/tags/tag1952.xml><?xml version="1.0" encoding="utf-8"?>
<p:tagLst xmlns:p="http://schemas.openxmlformats.org/presentationml/2006/main">
  <p:tag name="PROBLEMREMARKTITLE" val="ProblemRemarkBoardTitle"/>
</p:tagLst>
</file>

<file path=ppt/tags/tag1953.xml><?xml version="1.0" encoding="utf-8"?>
<p:tagLst xmlns:p="http://schemas.openxmlformats.org/presentationml/2006/main">
  <p:tag name="RAINPROBLEM" val="ProblemSetting"/>
  <p:tag name="RAINPROBLEMTYPE" val="MultipleChoice"/>
</p:tagLst>
</file>

<file path=ppt/tags/tag1954.xml><?xml version="1.0" encoding="utf-8"?>
<p:tagLst xmlns:p="http://schemas.openxmlformats.org/presentationml/2006/main">
  <p:tag name="PROBLEMREMARKTITLE" val="ProblemRemarkBoardTip"/>
</p:tagLst>
</file>

<file path=ppt/tags/tag1955.xml><?xml version="1.0" encoding="utf-8"?>
<p:tagLst xmlns:p="http://schemas.openxmlformats.org/presentationml/2006/main">
  <p:tag name="RAINPROBLEM" val="ProblemRemark"/>
</p:tagLst>
</file>

<file path=ppt/tags/tag1956.xml><?xml version="1.0" encoding="utf-8"?>
<p:tagLst xmlns:p="http://schemas.openxmlformats.org/presentationml/2006/main">
  <p:tag name="RAINPROBLEM" val="ProblemRemark"/>
</p:tagLst>
</file>

<file path=ppt/tags/tag1957.xml><?xml version="1.0" encoding="utf-8"?>
<p:tagLst xmlns:p="http://schemas.openxmlformats.org/presentationml/2006/main">
  <p:tag name="RAINPROBLEM" val="ProblemSubmit"/>
  <p:tag name="RAINPROBLEMTYPE" val="MultipleChoice"/>
</p:tagLst>
</file>

<file path=ppt/tags/tag1958.xml><?xml version="1.0" encoding="utf-8"?>
<p:tagLst xmlns:p="http://schemas.openxmlformats.org/presentationml/2006/main">
  <p:tag name="RAINPROBLEM" val="MultipleChoice"/>
  <p:tag name="PROBLEMHASREMARK" val="True"/>
</p:tagLst>
</file>

<file path=ppt/tags/tag1959.xml><?xml version="1.0" encoding="utf-8"?>
<p:tagLst xmlns:p="http://schemas.openxmlformats.org/presentationml/2006/main">
  <p:tag name="RAINPROBLEM" val="ProblemRemarkBoard"/>
</p:tagLst>
</file>

<file path=ppt/tags/tag1960.xml><?xml version="1.0" encoding="utf-8"?>
<p:tagLst xmlns:p="http://schemas.openxmlformats.org/presentationml/2006/main">
  <p:tag name="RAINPROBLEMTYPE" val="ProblemTypeMarker"/>
</p:tagLst>
</file>

<file path=ppt/tags/tag1961.xml><?xml version="1.0" encoding="utf-8"?>
<p:tagLst xmlns:p="http://schemas.openxmlformats.org/presentationml/2006/main">
  <p:tag name="RAINPROBLEMTYPE" val="ProblemTypeMarker"/>
</p:tagLst>
</file>

<file path=ppt/tags/tag1962.xml><?xml version="1.0" encoding="utf-8"?>
<p:tagLst xmlns:p="http://schemas.openxmlformats.org/presentationml/2006/main">
  <p:tag name="RAINPROBLEMTYPE" val="ProblemTypeMarker"/>
</p:tagLst>
</file>

<file path=ppt/tags/tag1963.xml><?xml version="1.0" encoding="utf-8"?>
<p:tagLst xmlns:p="http://schemas.openxmlformats.org/presentationml/2006/main">
  <p:tag name="RAINPROBLEMTYPE" val="ProblemTypeMarker"/>
</p:tagLst>
</file>

<file path=ppt/tags/tag1964.xml><?xml version="1.0" encoding="utf-8"?>
<p:tagLst xmlns:p="http://schemas.openxmlformats.org/presentationml/2006/main">
  <p:tag name="RAINPROBLEMTYPE" val="ProblemTypeMarker"/>
</p:tagLst>
</file>

<file path=ppt/tags/tag1965.xml><?xml version="1.0" encoding="utf-8"?>
<p:tagLst xmlns:p="http://schemas.openxmlformats.org/presentationml/2006/main">
  <p:tag name="RAINPROBLEM" val="ProblemBody"/>
</p:tagLst>
</file>

<file path=ppt/tags/tag1966.xml><?xml version="1.0" encoding="utf-8"?>
<p:tagLst xmlns:p="http://schemas.openxmlformats.org/presentationml/2006/main">
  <p:tag name="RAINPROBLEM" val="ProblemItem"/>
</p:tagLst>
</file>

<file path=ppt/tags/tag19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68.xml><?xml version="1.0" encoding="utf-8"?>
<p:tagLst xmlns:p="http://schemas.openxmlformats.org/presentationml/2006/main">
  <p:tag name="RAINPROBLEM" val="ProblemItem"/>
</p:tagLst>
</file>

<file path=ppt/tags/tag19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70.xml><?xml version="1.0" encoding="utf-8"?>
<p:tagLst xmlns:p="http://schemas.openxmlformats.org/presentationml/2006/main">
  <p:tag name="RAINPROBLEM" val="ProblemItem"/>
</p:tagLst>
</file>

<file path=ppt/tags/tag19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72.xml><?xml version="1.0" encoding="utf-8"?>
<p:tagLst xmlns:p="http://schemas.openxmlformats.org/presentationml/2006/main">
  <p:tag name="RAINPROBLEM" val="ProblemItem"/>
</p:tagLst>
</file>

<file path=ppt/tags/tag19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74.xml><?xml version="1.0" encoding="utf-8"?>
<p:tagLst xmlns:p="http://schemas.openxmlformats.org/presentationml/2006/main">
  <p:tag name="PROBLEMREMARKTITLE" val="ProblemRemarkBoardTitle"/>
</p:tagLst>
</file>

<file path=ppt/tags/tag1975.xml><?xml version="1.0" encoding="utf-8"?>
<p:tagLst xmlns:p="http://schemas.openxmlformats.org/presentationml/2006/main">
  <p:tag name="PROBLEMREMARKTITLE" val="ProblemRemarkBoardTitle"/>
</p:tagLst>
</file>

<file path=ppt/tags/tag1976.xml><?xml version="1.0" encoding="utf-8"?>
<p:tagLst xmlns:p="http://schemas.openxmlformats.org/presentationml/2006/main">
  <p:tag name="PROBLEMREMARKTITLE" val="ProblemRemarkBoardTitle"/>
</p:tagLst>
</file>

<file path=ppt/tags/tag1977.xml><?xml version="1.0" encoding="utf-8"?>
<p:tagLst xmlns:p="http://schemas.openxmlformats.org/presentationml/2006/main">
  <p:tag name="PROBLEMREMARKTITLE" val="ProblemRemarkBoardTitle"/>
</p:tagLst>
</file>

<file path=ppt/tags/tag1978.xml><?xml version="1.0" encoding="utf-8"?>
<p:tagLst xmlns:p="http://schemas.openxmlformats.org/presentationml/2006/main">
  <p:tag name="RAINPROBLEM" val="ProblemSetting"/>
  <p:tag name="RAINPROBLEMTYPE" val="MultipleChoice"/>
</p:tagLst>
</file>

<file path=ppt/tags/tag1979.xml><?xml version="1.0" encoding="utf-8"?>
<p:tagLst xmlns:p="http://schemas.openxmlformats.org/presentationml/2006/main">
  <p:tag name="PROBLEMREMARKTITLE" val="ProblemRemarkBoardTip"/>
</p:tagLst>
</file>

<file path=ppt/tags/tag1980.xml><?xml version="1.0" encoding="utf-8"?>
<p:tagLst xmlns:p="http://schemas.openxmlformats.org/presentationml/2006/main">
  <p:tag name="RAINPROBLEM" val="ProblemRemark"/>
</p:tagLst>
</file>

<file path=ppt/tags/tag1981.xml><?xml version="1.0" encoding="utf-8"?>
<p:tagLst xmlns:p="http://schemas.openxmlformats.org/presentationml/2006/main">
  <p:tag name="RAINPROBLEM" val="ProblemRemark"/>
</p:tagLst>
</file>

<file path=ppt/tags/tag1982.xml><?xml version="1.0" encoding="utf-8"?>
<p:tagLst xmlns:p="http://schemas.openxmlformats.org/presentationml/2006/main">
  <p:tag name="RAINPROBLEM" val="ProblemSubmit"/>
  <p:tag name="RAINPROBLEMTYPE" val="MultipleChoice"/>
</p:tagLst>
</file>

<file path=ppt/tags/tag1983.xml><?xml version="1.0" encoding="utf-8"?>
<p:tagLst xmlns:p="http://schemas.openxmlformats.org/presentationml/2006/main">
  <p:tag name="RAINPROBLEM" val="MultipleChoice"/>
  <p:tag name="PROBLEMHASREMARK" val="True"/>
</p:tagLst>
</file>

<file path=ppt/tags/tag1984.xml><?xml version="1.0" encoding="utf-8"?>
<p:tagLst xmlns:p="http://schemas.openxmlformats.org/presentationml/2006/main">
  <p:tag name="RAINPROBLEM" val="ProblemRemarkBoard"/>
</p:tagLst>
</file>

<file path=ppt/tags/tag1985.xml><?xml version="1.0" encoding="utf-8"?>
<p:tagLst xmlns:p="http://schemas.openxmlformats.org/presentationml/2006/main">
  <p:tag name="RAINPROBLEMTYPE" val="ProblemTypeMarker"/>
</p:tagLst>
</file>

<file path=ppt/tags/tag1986.xml><?xml version="1.0" encoding="utf-8"?>
<p:tagLst xmlns:p="http://schemas.openxmlformats.org/presentationml/2006/main">
  <p:tag name="RAINPROBLEMTYPE" val="ProblemTypeMarker"/>
</p:tagLst>
</file>

<file path=ppt/tags/tag1987.xml><?xml version="1.0" encoding="utf-8"?>
<p:tagLst xmlns:p="http://schemas.openxmlformats.org/presentationml/2006/main">
  <p:tag name="RAINPROBLEMTYPE" val="ProblemTypeMarker"/>
</p:tagLst>
</file>

<file path=ppt/tags/tag1988.xml><?xml version="1.0" encoding="utf-8"?>
<p:tagLst xmlns:p="http://schemas.openxmlformats.org/presentationml/2006/main">
  <p:tag name="RAINPROBLEMTYPE" val="ProblemTypeMarker"/>
</p:tagLst>
</file>

<file path=ppt/tags/tag1989.xml><?xml version="1.0" encoding="utf-8"?>
<p:tagLst xmlns:p="http://schemas.openxmlformats.org/presentationml/2006/main">
  <p:tag name="RAINPROBLEMTYPE" val="ProblemTypeMarker"/>
</p:tagLst>
</file>

<file path=ppt/tags/tag1990.xml><?xml version="1.0" encoding="utf-8"?>
<p:tagLst xmlns:p="http://schemas.openxmlformats.org/presentationml/2006/main">
  <p:tag name="RAINPROBLEM" val="ProblemBody"/>
</p:tagLst>
</file>

<file path=ppt/tags/tag1991.xml><?xml version="1.0" encoding="utf-8"?>
<p:tagLst xmlns:p="http://schemas.openxmlformats.org/presentationml/2006/main">
  <p:tag name="RAINPROBLEM" val="ProblemItem"/>
</p:tagLst>
</file>

<file path=ppt/tags/tag19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3.xml><?xml version="1.0" encoding="utf-8"?>
<p:tagLst xmlns:p="http://schemas.openxmlformats.org/presentationml/2006/main">
  <p:tag name="RAINPROBLEM" val="ProblemItem"/>
</p:tagLst>
</file>

<file path=ppt/tags/tag19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5.xml><?xml version="1.0" encoding="utf-8"?>
<p:tagLst xmlns:p="http://schemas.openxmlformats.org/presentationml/2006/main">
  <p:tag name="RAINPROBLEM" val="ProblemItem"/>
</p:tagLst>
</file>

<file path=ppt/tags/tag19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97.xml><?xml version="1.0" encoding="utf-8"?>
<p:tagLst xmlns:p="http://schemas.openxmlformats.org/presentationml/2006/main">
  <p:tag name="RAINPROBLEM" val="ProblemItem"/>
</p:tagLst>
</file>

<file path=ppt/tags/tag199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99.xml><?xml version="1.0" encoding="utf-8"?>
<p:tagLst xmlns:p="http://schemas.openxmlformats.org/presentationml/2006/main">
  <p:tag name="PROBLEMREMARKTITLE" val="ProblemRemarkBoardTitle"/>
</p:tagLst>
</file>

<file path=ppt/tags/tag2000.xml><?xml version="1.0" encoding="utf-8"?>
<p:tagLst xmlns:p="http://schemas.openxmlformats.org/presentationml/2006/main">
  <p:tag name="PROBLEMREMARKTITLE" val="ProblemRemarkBoardTitle"/>
</p:tagLst>
</file>

<file path=ppt/tags/tag2001.xml><?xml version="1.0" encoding="utf-8"?>
<p:tagLst xmlns:p="http://schemas.openxmlformats.org/presentationml/2006/main">
  <p:tag name="PROBLEMREMARKTITLE" val="ProblemRemarkBoardTitle"/>
</p:tagLst>
</file>

<file path=ppt/tags/tag2002.xml><?xml version="1.0" encoding="utf-8"?>
<p:tagLst xmlns:p="http://schemas.openxmlformats.org/presentationml/2006/main">
  <p:tag name="PROBLEMREMARKTITLE" val="ProblemRemarkBoardTitle"/>
</p:tagLst>
</file>

<file path=ppt/tags/tag2003.xml><?xml version="1.0" encoding="utf-8"?>
<p:tagLst xmlns:p="http://schemas.openxmlformats.org/presentationml/2006/main">
  <p:tag name="RAINPROBLEM" val="ProblemSetting"/>
  <p:tag name="RAINPROBLEMTYPE" val="MultipleChoice"/>
</p:tagLst>
</file>

<file path=ppt/tags/tag2004.xml><?xml version="1.0" encoding="utf-8"?>
<p:tagLst xmlns:p="http://schemas.openxmlformats.org/presentationml/2006/main">
  <p:tag name="PROBLEMREMARKTITLE" val="ProblemRemarkBoardTip"/>
</p:tagLst>
</file>

<file path=ppt/tags/tag2005.xml><?xml version="1.0" encoding="utf-8"?>
<p:tagLst xmlns:p="http://schemas.openxmlformats.org/presentationml/2006/main">
  <p:tag name="RAINPROBLEM" val="ProblemRemark"/>
</p:tagLst>
</file>

<file path=ppt/tags/tag2006.xml><?xml version="1.0" encoding="utf-8"?>
<p:tagLst xmlns:p="http://schemas.openxmlformats.org/presentationml/2006/main">
  <p:tag name="RAINPROBLEM" val="ProblemRemark"/>
</p:tagLst>
</file>

<file path=ppt/tags/tag2007.xml><?xml version="1.0" encoding="utf-8"?>
<p:tagLst xmlns:p="http://schemas.openxmlformats.org/presentationml/2006/main">
  <p:tag name="RAINPROBLEM" val="ProblemSubmit"/>
  <p:tag name="RAINPROBLEMTYPE" val="MultipleChoice"/>
</p:tagLst>
</file>

<file path=ppt/tags/tag2008.xml><?xml version="1.0" encoding="utf-8"?>
<p:tagLst xmlns:p="http://schemas.openxmlformats.org/presentationml/2006/main">
  <p:tag name="RAINPROBLEM" val="MultipleChoice"/>
  <p:tag name="PROBLEMHASREMARK" val="True"/>
</p:tagLst>
</file>

<file path=ppt/tags/tag2009.xml><?xml version="1.0" encoding="utf-8"?>
<p:tagLst xmlns:p="http://schemas.openxmlformats.org/presentationml/2006/main">
  <p:tag name="RAINPROBLEM" val="ProblemRemarkBoard"/>
</p:tagLst>
</file>

<file path=ppt/tags/tag2010.xml><?xml version="1.0" encoding="utf-8"?>
<p:tagLst xmlns:p="http://schemas.openxmlformats.org/presentationml/2006/main">
  <p:tag name="RAINPROBLEMTYPE" val="ProblemTypeMarker"/>
</p:tagLst>
</file>

<file path=ppt/tags/tag2011.xml><?xml version="1.0" encoding="utf-8"?>
<p:tagLst xmlns:p="http://schemas.openxmlformats.org/presentationml/2006/main">
  <p:tag name="RAINPROBLEMTYPE" val="ProblemTypeMarker"/>
</p:tagLst>
</file>

<file path=ppt/tags/tag2012.xml><?xml version="1.0" encoding="utf-8"?>
<p:tagLst xmlns:p="http://schemas.openxmlformats.org/presentationml/2006/main">
  <p:tag name="RAINPROBLEMTYPE" val="ProblemTypeMarker"/>
</p:tagLst>
</file>

<file path=ppt/tags/tag2013.xml><?xml version="1.0" encoding="utf-8"?>
<p:tagLst xmlns:p="http://schemas.openxmlformats.org/presentationml/2006/main">
  <p:tag name="RAINPROBLEMTYPE" val="ProblemTypeMarker"/>
</p:tagLst>
</file>

<file path=ppt/tags/tag2014.xml><?xml version="1.0" encoding="utf-8"?>
<p:tagLst xmlns:p="http://schemas.openxmlformats.org/presentationml/2006/main">
  <p:tag name="RAINPROBLEMTYPE" val="ProblemTypeMarker"/>
</p:tagLst>
</file>

<file path=ppt/tags/tag2015.xml><?xml version="1.0" encoding="utf-8"?>
<p:tagLst xmlns:p="http://schemas.openxmlformats.org/presentationml/2006/main">
  <p:tag name="RAINPROBLEM" val="ProblemBody"/>
</p:tagLst>
</file>

<file path=ppt/tags/tag2016.xml><?xml version="1.0" encoding="utf-8"?>
<p:tagLst xmlns:p="http://schemas.openxmlformats.org/presentationml/2006/main">
  <p:tag name="RAINPROBLEM" val="ProblemItem"/>
</p:tagLst>
</file>

<file path=ppt/tags/tag20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18.xml><?xml version="1.0" encoding="utf-8"?>
<p:tagLst xmlns:p="http://schemas.openxmlformats.org/presentationml/2006/main">
  <p:tag name="RAINPROBLEM" val="ProblemItem"/>
</p:tagLst>
</file>

<file path=ppt/tags/tag20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0.xml><?xml version="1.0" encoding="utf-8"?>
<p:tagLst xmlns:p="http://schemas.openxmlformats.org/presentationml/2006/main">
  <p:tag name="RAINPROBLEM" val="ProblemItem"/>
</p:tagLst>
</file>

<file path=ppt/tags/tag20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2.xml><?xml version="1.0" encoding="utf-8"?>
<p:tagLst xmlns:p="http://schemas.openxmlformats.org/presentationml/2006/main">
  <p:tag name="RAINPROBLEM" val="ProblemItem"/>
</p:tagLst>
</file>

<file path=ppt/tags/tag20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4.xml><?xml version="1.0" encoding="utf-8"?>
<p:tagLst xmlns:p="http://schemas.openxmlformats.org/presentationml/2006/main">
  <p:tag name="PROBLEMREMARKTITLE" val="ProblemRemarkBoardTitle"/>
</p:tagLst>
</file>

<file path=ppt/tags/tag2025.xml><?xml version="1.0" encoding="utf-8"?>
<p:tagLst xmlns:p="http://schemas.openxmlformats.org/presentationml/2006/main">
  <p:tag name="PROBLEMREMARKTITLE" val="ProblemRemarkBoardTitle"/>
</p:tagLst>
</file>

<file path=ppt/tags/tag2026.xml><?xml version="1.0" encoding="utf-8"?>
<p:tagLst xmlns:p="http://schemas.openxmlformats.org/presentationml/2006/main">
  <p:tag name="PROBLEMREMARKTITLE" val="ProblemRemarkBoardTitle"/>
</p:tagLst>
</file>

<file path=ppt/tags/tag2027.xml><?xml version="1.0" encoding="utf-8"?>
<p:tagLst xmlns:p="http://schemas.openxmlformats.org/presentationml/2006/main">
  <p:tag name="PROBLEMREMARKTITLE" val="ProblemRemarkBoardTitle"/>
</p:tagLst>
</file>

<file path=ppt/tags/tag2028.xml><?xml version="1.0" encoding="utf-8"?>
<p:tagLst xmlns:p="http://schemas.openxmlformats.org/presentationml/2006/main">
  <p:tag name="RAINPROBLEM" val="ProblemSetting"/>
  <p:tag name="RAINPROBLEMTYPE" val="MultipleChoice"/>
</p:tagLst>
</file>

<file path=ppt/tags/tag2029.xml><?xml version="1.0" encoding="utf-8"?>
<p:tagLst xmlns:p="http://schemas.openxmlformats.org/presentationml/2006/main">
  <p:tag name="PROBLEMREMARKTITLE" val="ProblemRemarkBoardTip"/>
</p:tagLst>
</file>

<file path=ppt/tags/tag2030.xml><?xml version="1.0" encoding="utf-8"?>
<p:tagLst xmlns:p="http://schemas.openxmlformats.org/presentationml/2006/main">
  <p:tag name="RAINPROBLEM" val="ProblemRemark"/>
</p:tagLst>
</file>

<file path=ppt/tags/tag2031.xml><?xml version="1.0" encoding="utf-8"?>
<p:tagLst xmlns:p="http://schemas.openxmlformats.org/presentationml/2006/main">
  <p:tag name="RAINPROBLEM" val="ProblemRemark"/>
</p:tagLst>
</file>

<file path=ppt/tags/tag2032.xml><?xml version="1.0" encoding="utf-8"?>
<p:tagLst xmlns:p="http://schemas.openxmlformats.org/presentationml/2006/main">
  <p:tag name="RAINPROBLEM" val="ProblemSubmit"/>
  <p:tag name="RAINPROBLEMTYPE" val="MultipleChoice"/>
</p:tagLst>
</file>

<file path=ppt/tags/tag2033.xml><?xml version="1.0" encoding="utf-8"?>
<p:tagLst xmlns:p="http://schemas.openxmlformats.org/presentationml/2006/main">
  <p:tag name="RAINPROBLEM" val="MultipleChoice"/>
  <p:tag name="PROBLEMHASREMARK" val="True"/>
</p:tagLst>
</file>

<file path=ppt/tags/tag2034.xml><?xml version="1.0" encoding="utf-8"?>
<p:tagLst xmlns:p="http://schemas.openxmlformats.org/presentationml/2006/main">
  <p:tag name="RAINPROBLEM" val="ProblemRemarkBoard"/>
</p:tagLst>
</file>

<file path=ppt/tags/tag2035.xml><?xml version="1.0" encoding="utf-8"?>
<p:tagLst xmlns:p="http://schemas.openxmlformats.org/presentationml/2006/main">
  <p:tag name="RAINPROBLEMTYPE" val="ProblemTypeMarker"/>
</p:tagLst>
</file>

<file path=ppt/tags/tag2036.xml><?xml version="1.0" encoding="utf-8"?>
<p:tagLst xmlns:p="http://schemas.openxmlformats.org/presentationml/2006/main">
  <p:tag name="RAINPROBLEMTYPE" val="ProblemTypeMarker"/>
</p:tagLst>
</file>

<file path=ppt/tags/tag2037.xml><?xml version="1.0" encoding="utf-8"?>
<p:tagLst xmlns:p="http://schemas.openxmlformats.org/presentationml/2006/main">
  <p:tag name="RAINPROBLEMTYPE" val="ProblemTypeMarker"/>
</p:tagLst>
</file>

<file path=ppt/tags/tag2038.xml><?xml version="1.0" encoding="utf-8"?>
<p:tagLst xmlns:p="http://schemas.openxmlformats.org/presentationml/2006/main">
  <p:tag name="RAINPROBLEMTYPE" val="ProblemTypeMarker"/>
</p:tagLst>
</file>

<file path=ppt/tags/tag2039.xml><?xml version="1.0" encoding="utf-8"?>
<p:tagLst xmlns:p="http://schemas.openxmlformats.org/presentationml/2006/main">
  <p:tag name="RAINPROBLEMTYPE" val="ProblemTypeMarker"/>
</p:tagLst>
</file>

<file path=ppt/tags/tag2040.xml><?xml version="1.0" encoding="utf-8"?>
<p:tagLst xmlns:p="http://schemas.openxmlformats.org/presentationml/2006/main">
  <p:tag name="RAINPROBLEM" val="ProblemBody"/>
</p:tagLst>
</file>

<file path=ppt/tags/tag2041.xml><?xml version="1.0" encoding="utf-8"?>
<p:tagLst xmlns:p="http://schemas.openxmlformats.org/presentationml/2006/main">
  <p:tag name="RAINPROBLEM" val="ProblemItem"/>
</p:tagLst>
</file>

<file path=ppt/tags/tag20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3.xml><?xml version="1.0" encoding="utf-8"?>
<p:tagLst xmlns:p="http://schemas.openxmlformats.org/presentationml/2006/main">
  <p:tag name="RAINPROBLEM" val="ProblemItem"/>
</p:tagLst>
</file>

<file path=ppt/tags/tag20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5.xml><?xml version="1.0" encoding="utf-8"?>
<p:tagLst xmlns:p="http://schemas.openxmlformats.org/presentationml/2006/main">
  <p:tag name="RAINPROBLEM" val="ProblemItem"/>
</p:tagLst>
</file>

<file path=ppt/tags/tag20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7.xml><?xml version="1.0" encoding="utf-8"?>
<p:tagLst xmlns:p="http://schemas.openxmlformats.org/presentationml/2006/main">
  <p:tag name="RAINPROBLEM" val="ProblemItem"/>
</p:tagLst>
</file>

<file path=ppt/tags/tag204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49.xml><?xml version="1.0" encoding="utf-8"?>
<p:tagLst xmlns:p="http://schemas.openxmlformats.org/presentationml/2006/main">
  <p:tag name="PROBLEMREMARKTITLE" val="ProblemRemarkBoardTitle"/>
</p:tagLst>
</file>

<file path=ppt/tags/tag2050.xml><?xml version="1.0" encoding="utf-8"?>
<p:tagLst xmlns:p="http://schemas.openxmlformats.org/presentationml/2006/main">
  <p:tag name="PROBLEMREMARKTITLE" val="ProblemRemarkBoardTitle"/>
</p:tagLst>
</file>

<file path=ppt/tags/tag2051.xml><?xml version="1.0" encoding="utf-8"?>
<p:tagLst xmlns:p="http://schemas.openxmlformats.org/presentationml/2006/main">
  <p:tag name="PROBLEMREMARKTITLE" val="ProblemRemarkBoardTitle"/>
</p:tagLst>
</file>

<file path=ppt/tags/tag2052.xml><?xml version="1.0" encoding="utf-8"?>
<p:tagLst xmlns:p="http://schemas.openxmlformats.org/presentationml/2006/main">
  <p:tag name="PROBLEMREMARKTITLE" val="ProblemRemarkBoardTitle"/>
</p:tagLst>
</file>

<file path=ppt/tags/tag2053.xml><?xml version="1.0" encoding="utf-8"?>
<p:tagLst xmlns:p="http://schemas.openxmlformats.org/presentationml/2006/main">
  <p:tag name="RAINPROBLEM" val="ProblemSetting"/>
  <p:tag name="RAINPROBLEMTYPE" val="MultipleChoice"/>
</p:tagLst>
</file>

<file path=ppt/tags/tag2054.xml><?xml version="1.0" encoding="utf-8"?>
<p:tagLst xmlns:p="http://schemas.openxmlformats.org/presentationml/2006/main">
  <p:tag name="PROBLEMREMARKTITLE" val="ProblemRemarkBoardTip"/>
</p:tagLst>
</file>

<file path=ppt/tags/tag2055.xml><?xml version="1.0" encoding="utf-8"?>
<p:tagLst xmlns:p="http://schemas.openxmlformats.org/presentationml/2006/main">
  <p:tag name="RAINPROBLEM" val="ProblemRemark"/>
</p:tagLst>
</file>

<file path=ppt/tags/tag2056.xml><?xml version="1.0" encoding="utf-8"?>
<p:tagLst xmlns:p="http://schemas.openxmlformats.org/presentationml/2006/main">
  <p:tag name="RAINPROBLEM" val="ProblemRemark"/>
</p:tagLst>
</file>

<file path=ppt/tags/tag2057.xml><?xml version="1.0" encoding="utf-8"?>
<p:tagLst xmlns:p="http://schemas.openxmlformats.org/presentationml/2006/main">
  <p:tag name="RAINPROBLEM" val="ProblemSubmit"/>
  <p:tag name="RAINPROBLEMTYPE" val="MultipleChoice"/>
</p:tagLst>
</file>

<file path=ppt/tags/tag2058.xml><?xml version="1.0" encoding="utf-8"?>
<p:tagLst xmlns:p="http://schemas.openxmlformats.org/presentationml/2006/main">
  <p:tag name="RAINPROBLEM" val="MultipleChoice"/>
  <p:tag name="PROBLEMHASREMARK" val="True"/>
</p:tagLst>
</file>

<file path=ppt/tags/tag2059.xml><?xml version="1.0" encoding="utf-8"?>
<p:tagLst xmlns:p="http://schemas.openxmlformats.org/presentationml/2006/main">
  <p:tag name="RAINPROBLEM" val="ProblemRemarkBoard"/>
</p:tagLst>
</file>

<file path=ppt/tags/tag2060.xml><?xml version="1.0" encoding="utf-8"?>
<p:tagLst xmlns:p="http://schemas.openxmlformats.org/presentationml/2006/main">
  <p:tag name="RAINPROBLEMTYPE" val="ProblemTypeMarker"/>
</p:tagLst>
</file>

<file path=ppt/tags/tag2061.xml><?xml version="1.0" encoding="utf-8"?>
<p:tagLst xmlns:p="http://schemas.openxmlformats.org/presentationml/2006/main">
  <p:tag name="RAINPROBLEMTYPE" val="ProblemTypeMarker"/>
</p:tagLst>
</file>

<file path=ppt/tags/tag2062.xml><?xml version="1.0" encoding="utf-8"?>
<p:tagLst xmlns:p="http://schemas.openxmlformats.org/presentationml/2006/main">
  <p:tag name="RAINPROBLEMTYPE" val="ProblemTypeMarker"/>
</p:tagLst>
</file>

<file path=ppt/tags/tag2063.xml><?xml version="1.0" encoding="utf-8"?>
<p:tagLst xmlns:p="http://schemas.openxmlformats.org/presentationml/2006/main">
  <p:tag name="RAINPROBLEMTYPE" val="ProblemTypeMarker"/>
</p:tagLst>
</file>

<file path=ppt/tags/tag2064.xml><?xml version="1.0" encoding="utf-8"?>
<p:tagLst xmlns:p="http://schemas.openxmlformats.org/presentationml/2006/main">
  <p:tag name="RAINPROBLEMTYPE" val="ProblemTypeMarker"/>
</p:tagLst>
</file>

<file path=ppt/tags/tag2065.xml><?xml version="1.0" encoding="utf-8"?>
<p:tagLst xmlns:p="http://schemas.openxmlformats.org/presentationml/2006/main">
  <p:tag name="RAINPROBLEM" val="ProblemBody"/>
</p:tagLst>
</file>

<file path=ppt/tags/tag2066.xml><?xml version="1.0" encoding="utf-8"?>
<p:tagLst xmlns:p="http://schemas.openxmlformats.org/presentationml/2006/main">
  <p:tag name="RAINPROBLEM" val="ProblemItem"/>
</p:tagLst>
</file>

<file path=ppt/tags/tag20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68.xml><?xml version="1.0" encoding="utf-8"?>
<p:tagLst xmlns:p="http://schemas.openxmlformats.org/presentationml/2006/main">
  <p:tag name="RAINPROBLEM" val="ProblemItem"/>
</p:tagLst>
</file>

<file path=ppt/tags/tag20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70.xml><?xml version="1.0" encoding="utf-8"?>
<p:tagLst xmlns:p="http://schemas.openxmlformats.org/presentationml/2006/main">
  <p:tag name="RAINPROBLEM" val="ProblemItem"/>
</p:tagLst>
</file>

<file path=ppt/tags/tag20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2.xml><?xml version="1.0" encoding="utf-8"?>
<p:tagLst xmlns:p="http://schemas.openxmlformats.org/presentationml/2006/main">
  <p:tag name="RAINPROBLEM" val="ProblemItem"/>
</p:tagLst>
</file>

<file path=ppt/tags/tag20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4.xml><?xml version="1.0" encoding="utf-8"?>
<p:tagLst xmlns:p="http://schemas.openxmlformats.org/presentationml/2006/main">
  <p:tag name="PROBLEMREMARKTITLE" val="ProblemRemarkBoardTitle"/>
</p:tagLst>
</file>

<file path=ppt/tags/tag2075.xml><?xml version="1.0" encoding="utf-8"?>
<p:tagLst xmlns:p="http://schemas.openxmlformats.org/presentationml/2006/main">
  <p:tag name="PROBLEMREMARKTITLE" val="ProblemRemarkBoardTitle"/>
</p:tagLst>
</file>

<file path=ppt/tags/tag2076.xml><?xml version="1.0" encoding="utf-8"?>
<p:tagLst xmlns:p="http://schemas.openxmlformats.org/presentationml/2006/main">
  <p:tag name="PROBLEMREMARKTITLE" val="ProblemRemarkBoardTitle"/>
</p:tagLst>
</file>

<file path=ppt/tags/tag2077.xml><?xml version="1.0" encoding="utf-8"?>
<p:tagLst xmlns:p="http://schemas.openxmlformats.org/presentationml/2006/main">
  <p:tag name="PROBLEMREMARKTITLE" val="ProblemRemarkBoardTitle"/>
</p:tagLst>
</file>

<file path=ppt/tags/tag2078.xml><?xml version="1.0" encoding="utf-8"?>
<p:tagLst xmlns:p="http://schemas.openxmlformats.org/presentationml/2006/main">
  <p:tag name="RAINPROBLEM" val="ProblemSetting"/>
  <p:tag name="RAINPROBLEMTYPE" val="MultipleChoice"/>
</p:tagLst>
</file>

<file path=ppt/tags/tag2079.xml><?xml version="1.0" encoding="utf-8"?>
<p:tagLst xmlns:p="http://schemas.openxmlformats.org/presentationml/2006/main">
  <p:tag name="PROBLEMREMARKTITLE" val="ProblemRemarkBoardTip"/>
</p:tagLst>
</file>

<file path=ppt/tags/tag2080.xml><?xml version="1.0" encoding="utf-8"?>
<p:tagLst xmlns:p="http://schemas.openxmlformats.org/presentationml/2006/main">
  <p:tag name="RAINPROBLEM" val="ProblemRemark"/>
</p:tagLst>
</file>

<file path=ppt/tags/tag2081.xml><?xml version="1.0" encoding="utf-8"?>
<p:tagLst xmlns:p="http://schemas.openxmlformats.org/presentationml/2006/main">
  <p:tag name="RAINPROBLEM" val="ProblemRemark"/>
</p:tagLst>
</file>

<file path=ppt/tags/tag2082.xml><?xml version="1.0" encoding="utf-8"?>
<p:tagLst xmlns:p="http://schemas.openxmlformats.org/presentationml/2006/main">
  <p:tag name="RAINPROBLEM" val="ProblemSubmit"/>
  <p:tag name="RAINPROBLEMTYPE" val="MultipleChoice"/>
</p:tagLst>
</file>

<file path=ppt/tags/tag2083.xml><?xml version="1.0" encoding="utf-8"?>
<p:tagLst xmlns:p="http://schemas.openxmlformats.org/presentationml/2006/main">
  <p:tag name="RAINPROBLEM" val="MultipleChoice"/>
  <p:tag name="PROBLEMHASREMARK" val="True"/>
</p:tagLst>
</file>

<file path=ppt/tags/tag2084.xml><?xml version="1.0" encoding="utf-8"?>
<p:tagLst xmlns:p="http://schemas.openxmlformats.org/presentationml/2006/main">
  <p:tag name="RAINPROBLEM" val="ProblemRemarkBoard"/>
</p:tagLst>
</file>

<file path=ppt/tags/tag2085.xml><?xml version="1.0" encoding="utf-8"?>
<p:tagLst xmlns:p="http://schemas.openxmlformats.org/presentationml/2006/main">
  <p:tag name="RAINPROBLEMTYPE" val="ProblemTypeMarker"/>
</p:tagLst>
</file>

<file path=ppt/tags/tag2086.xml><?xml version="1.0" encoding="utf-8"?>
<p:tagLst xmlns:p="http://schemas.openxmlformats.org/presentationml/2006/main">
  <p:tag name="RAINPROBLEMTYPE" val="ProblemTypeMarker"/>
</p:tagLst>
</file>

<file path=ppt/tags/tag2087.xml><?xml version="1.0" encoding="utf-8"?>
<p:tagLst xmlns:p="http://schemas.openxmlformats.org/presentationml/2006/main">
  <p:tag name="RAINPROBLEMTYPE" val="ProblemTypeMarker"/>
</p:tagLst>
</file>

<file path=ppt/tags/tag2088.xml><?xml version="1.0" encoding="utf-8"?>
<p:tagLst xmlns:p="http://schemas.openxmlformats.org/presentationml/2006/main">
  <p:tag name="RAINPROBLEMTYPE" val="ProblemTypeMarker"/>
</p:tagLst>
</file>

<file path=ppt/tags/tag2089.xml><?xml version="1.0" encoding="utf-8"?>
<p:tagLst xmlns:p="http://schemas.openxmlformats.org/presentationml/2006/main">
  <p:tag name="RAINPROBLEMTYPE" val="ProblemTypeMarker"/>
</p:tagLst>
</file>

<file path=ppt/tags/tag2090.xml><?xml version="1.0" encoding="utf-8"?>
<p:tagLst xmlns:p="http://schemas.openxmlformats.org/presentationml/2006/main">
  <p:tag name="RAINPROBLEM" val="ProblemBody"/>
</p:tagLst>
</file>

<file path=ppt/tags/tag2091.xml><?xml version="1.0" encoding="utf-8"?>
<p:tagLst xmlns:p="http://schemas.openxmlformats.org/presentationml/2006/main">
  <p:tag name="RAINPROBLEM" val="ProblemItem"/>
</p:tagLst>
</file>

<file path=ppt/tags/tag20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3.xml><?xml version="1.0" encoding="utf-8"?>
<p:tagLst xmlns:p="http://schemas.openxmlformats.org/presentationml/2006/main">
  <p:tag name="RAINPROBLEM" val="ProblemItem"/>
</p:tagLst>
</file>

<file path=ppt/tags/tag20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95.xml><?xml version="1.0" encoding="utf-8"?>
<p:tagLst xmlns:p="http://schemas.openxmlformats.org/presentationml/2006/main">
  <p:tag name="RAINPROBLEM" val="ProblemItem"/>
</p:tagLst>
</file>

<file path=ppt/tags/tag20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7.xml><?xml version="1.0" encoding="utf-8"?>
<p:tagLst xmlns:p="http://schemas.openxmlformats.org/presentationml/2006/main">
  <p:tag name="RAINPROBLEM" val="ProblemItem"/>
</p:tagLst>
</file>

<file path=ppt/tags/tag20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99.xml><?xml version="1.0" encoding="utf-8"?>
<p:tagLst xmlns:p="http://schemas.openxmlformats.org/presentationml/2006/main">
  <p:tag name="PROBLEMREMARKTITLE" val="ProblemRemarkBoardTitle"/>
</p:tagLst>
</file>

<file path=ppt/tags/tag2100.xml><?xml version="1.0" encoding="utf-8"?>
<p:tagLst xmlns:p="http://schemas.openxmlformats.org/presentationml/2006/main">
  <p:tag name="PROBLEMREMARKTITLE" val="ProblemRemarkBoardTitle"/>
</p:tagLst>
</file>

<file path=ppt/tags/tag2101.xml><?xml version="1.0" encoding="utf-8"?>
<p:tagLst xmlns:p="http://schemas.openxmlformats.org/presentationml/2006/main">
  <p:tag name="PROBLEMREMARKTITLE" val="ProblemRemarkBoardTitle"/>
</p:tagLst>
</file>

<file path=ppt/tags/tag2102.xml><?xml version="1.0" encoding="utf-8"?>
<p:tagLst xmlns:p="http://schemas.openxmlformats.org/presentationml/2006/main">
  <p:tag name="PROBLEMREMARKTITLE" val="ProblemRemarkBoardTitle"/>
</p:tagLst>
</file>

<file path=ppt/tags/tag2103.xml><?xml version="1.0" encoding="utf-8"?>
<p:tagLst xmlns:p="http://schemas.openxmlformats.org/presentationml/2006/main">
  <p:tag name="RAINPROBLEM" val="ProblemSetting"/>
  <p:tag name="RAINPROBLEMTYPE" val="MultipleChoice"/>
</p:tagLst>
</file>

<file path=ppt/tags/tag2104.xml><?xml version="1.0" encoding="utf-8"?>
<p:tagLst xmlns:p="http://schemas.openxmlformats.org/presentationml/2006/main">
  <p:tag name="PROBLEMREMARKTITLE" val="ProblemRemarkBoardTip"/>
</p:tagLst>
</file>

<file path=ppt/tags/tag2105.xml><?xml version="1.0" encoding="utf-8"?>
<p:tagLst xmlns:p="http://schemas.openxmlformats.org/presentationml/2006/main">
  <p:tag name="RAINPROBLEM" val="ProblemRemark"/>
</p:tagLst>
</file>

<file path=ppt/tags/tag2106.xml><?xml version="1.0" encoding="utf-8"?>
<p:tagLst xmlns:p="http://schemas.openxmlformats.org/presentationml/2006/main">
  <p:tag name="RAINPROBLEM" val="ProblemRemark"/>
</p:tagLst>
</file>

<file path=ppt/tags/tag2107.xml><?xml version="1.0" encoding="utf-8"?>
<p:tagLst xmlns:p="http://schemas.openxmlformats.org/presentationml/2006/main">
  <p:tag name="RAINPROBLEM" val="ProblemSubmit"/>
  <p:tag name="RAINPROBLEMTYPE" val="MultipleChoice"/>
</p:tagLst>
</file>

<file path=ppt/tags/tag2108.xml><?xml version="1.0" encoding="utf-8"?>
<p:tagLst xmlns:p="http://schemas.openxmlformats.org/presentationml/2006/main">
  <p:tag name="RAINPROBLEM" val="MultipleChoice"/>
  <p:tag name="PROBLEMHASREMARK" val="True"/>
</p:tagLst>
</file>

<file path=ppt/tags/tag2109.xml><?xml version="1.0" encoding="utf-8"?>
<p:tagLst xmlns:p="http://schemas.openxmlformats.org/presentationml/2006/main">
  <p:tag name="RAINPROBLEM" val="ProblemRemarkBoard"/>
</p:tagLst>
</file>

<file path=ppt/tags/tag2110.xml><?xml version="1.0" encoding="utf-8"?>
<p:tagLst xmlns:p="http://schemas.openxmlformats.org/presentationml/2006/main">
  <p:tag name="RAINPROBLEMTYPE" val="ProblemTypeMarker"/>
</p:tagLst>
</file>

<file path=ppt/tags/tag2111.xml><?xml version="1.0" encoding="utf-8"?>
<p:tagLst xmlns:p="http://schemas.openxmlformats.org/presentationml/2006/main">
  <p:tag name="RAINPROBLEMTYPE" val="ProblemTypeMarker"/>
</p:tagLst>
</file>

<file path=ppt/tags/tag2112.xml><?xml version="1.0" encoding="utf-8"?>
<p:tagLst xmlns:p="http://schemas.openxmlformats.org/presentationml/2006/main">
  <p:tag name="RAINPROBLEMTYPE" val="ProblemTypeMarker"/>
</p:tagLst>
</file>

<file path=ppt/tags/tag2113.xml><?xml version="1.0" encoding="utf-8"?>
<p:tagLst xmlns:p="http://schemas.openxmlformats.org/presentationml/2006/main">
  <p:tag name="RAINPROBLEMTYPE" val="ProblemTypeMarker"/>
</p:tagLst>
</file>

<file path=ppt/tags/tag2114.xml><?xml version="1.0" encoding="utf-8"?>
<p:tagLst xmlns:p="http://schemas.openxmlformats.org/presentationml/2006/main">
  <p:tag name="RAINPROBLEMTYPE" val="ProblemTypeMarker"/>
</p:tagLst>
</file>

<file path=ppt/tags/tag2115.xml><?xml version="1.0" encoding="utf-8"?>
<p:tagLst xmlns:p="http://schemas.openxmlformats.org/presentationml/2006/main">
  <p:tag name="RAINPROBLEM" val="ProblemBody"/>
</p:tagLst>
</file>

<file path=ppt/tags/tag2116.xml><?xml version="1.0" encoding="utf-8"?>
<p:tagLst xmlns:p="http://schemas.openxmlformats.org/presentationml/2006/main">
  <p:tag name="RAINPROBLEM" val="ProblemItem"/>
</p:tagLst>
</file>

<file path=ppt/tags/tag21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18.xml><?xml version="1.0" encoding="utf-8"?>
<p:tagLst xmlns:p="http://schemas.openxmlformats.org/presentationml/2006/main">
  <p:tag name="RAINPROBLEM" val="ProblemItem"/>
</p:tagLst>
</file>

<file path=ppt/tags/tag21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0.xml><?xml version="1.0" encoding="utf-8"?>
<p:tagLst xmlns:p="http://schemas.openxmlformats.org/presentationml/2006/main">
  <p:tag name="RAINPROBLEM" val="ProblemItem"/>
</p:tagLst>
</file>

<file path=ppt/tags/tag21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2.xml><?xml version="1.0" encoding="utf-8"?>
<p:tagLst xmlns:p="http://schemas.openxmlformats.org/presentationml/2006/main">
  <p:tag name="RAINPROBLEM" val="ProblemItem"/>
</p:tagLst>
</file>

<file path=ppt/tags/tag2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24.xml><?xml version="1.0" encoding="utf-8"?>
<p:tagLst xmlns:p="http://schemas.openxmlformats.org/presentationml/2006/main">
  <p:tag name="PROBLEMREMARKTITLE" val="ProblemRemarkBoardTitle"/>
</p:tagLst>
</file>

<file path=ppt/tags/tag2125.xml><?xml version="1.0" encoding="utf-8"?>
<p:tagLst xmlns:p="http://schemas.openxmlformats.org/presentationml/2006/main">
  <p:tag name="PROBLEMREMARKTITLE" val="ProblemRemarkBoardTitle"/>
</p:tagLst>
</file>

<file path=ppt/tags/tag2126.xml><?xml version="1.0" encoding="utf-8"?>
<p:tagLst xmlns:p="http://schemas.openxmlformats.org/presentationml/2006/main">
  <p:tag name="PROBLEMREMARKTITLE" val="ProblemRemarkBoardTitle"/>
</p:tagLst>
</file>

<file path=ppt/tags/tag2127.xml><?xml version="1.0" encoding="utf-8"?>
<p:tagLst xmlns:p="http://schemas.openxmlformats.org/presentationml/2006/main">
  <p:tag name="PROBLEMREMARKTITLE" val="ProblemRemarkBoardTitle"/>
</p:tagLst>
</file>

<file path=ppt/tags/tag2128.xml><?xml version="1.0" encoding="utf-8"?>
<p:tagLst xmlns:p="http://schemas.openxmlformats.org/presentationml/2006/main">
  <p:tag name="RAINPROBLEM" val="ProblemSetting"/>
  <p:tag name="RAINPROBLEMTYPE" val="MultipleChoice"/>
</p:tagLst>
</file>

<file path=ppt/tags/tag2129.xml><?xml version="1.0" encoding="utf-8"?>
<p:tagLst xmlns:p="http://schemas.openxmlformats.org/presentationml/2006/main">
  <p:tag name="PROBLEMREMARKTITLE" val="ProblemRemarkBoardTip"/>
</p:tagLst>
</file>

<file path=ppt/tags/tag2130.xml><?xml version="1.0" encoding="utf-8"?>
<p:tagLst xmlns:p="http://schemas.openxmlformats.org/presentationml/2006/main">
  <p:tag name="RAINPROBLEM" val="ProblemRemark"/>
</p:tagLst>
</file>

<file path=ppt/tags/tag2131.xml><?xml version="1.0" encoding="utf-8"?>
<p:tagLst xmlns:p="http://schemas.openxmlformats.org/presentationml/2006/main">
  <p:tag name="RAINPROBLEM" val="ProblemRemark"/>
</p:tagLst>
</file>

<file path=ppt/tags/tag2132.xml><?xml version="1.0" encoding="utf-8"?>
<p:tagLst xmlns:p="http://schemas.openxmlformats.org/presentationml/2006/main">
  <p:tag name="RAINPROBLEM" val="ProblemSubmit"/>
  <p:tag name="RAINPROBLEMTYPE" val="MultipleChoice"/>
</p:tagLst>
</file>

<file path=ppt/tags/tag2133.xml><?xml version="1.0" encoding="utf-8"?>
<p:tagLst xmlns:p="http://schemas.openxmlformats.org/presentationml/2006/main">
  <p:tag name="RAINPROBLEM" val="MultipleChoice"/>
  <p:tag name="PROBLEMHASREMARK" val="True"/>
</p:tagLst>
</file>

<file path=ppt/tags/tag2134.xml><?xml version="1.0" encoding="utf-8"?>
<p:tagLst xmlns:p="http://schemas.openxmlformats.org/presentationml/2006/main">
  <p:tag name="RAINPROBLEM" val="ProblemRemarkBoard"/>
</p:tagLst>
</file>

<file path=ppt/tags/tag2135.xml><?xml version="1.0" encoding="utf-8"?>
<p:tagLst xmlns:p="http://schemas.openxmlformats.org/presentationml/2006/main">
  <p:tag name="RAINPROBLEMTYPE" val="ProblemTypeMarker"/>
</p:tagLst>
</file>

<file path=ppt/tags/tag2136.xml><?xml version="1.0" encoding="utf-8"?>
<p:tagLst xmlns:p="http://schemas.openxmlformats.org/presentationml/2006/main">
  <p:tag name="RAINPROBLEMTYPE" val="ProblemTypeMarker"/>
</p:tagLst>
</file>

<file path=ppt/tags/tag2137.xml><?xml version="1.0" encoding="utf-8"?>
<p:tagLst xmlns:p="http://schemas.openxmlformats.org/presentationml/2006/main">
  <p:tag name="RAINPROBLEMTYPE" val="ProblemTypeMarker"/>
</p:tagLst>
</file>

<file path=ppt/tags/tag2138.xml><?xml version="1.0" encoding="utf-8"?>
<p:tagLst xmlns:p="http://schemas.openxmlformats.org/presentationml/2006/main">
  <p:tag name="RAINPROBLEMTYPE" val="ProblemTypeMarker"/>
</p:tagLst>
</file>

<file path=ppt/tags/tag2139.xml><?xml version="1.0" encoding="utf-8"?>
<p:tagLst xmlns:p="http://schemas.openxmlformats.org/presentationml/2006/main">
  <p:tag name="RAINPROBLEMTYPE" val="ProblemTypeMarker"/>
</p:tagLst>
</file>

<file path=ppt/tags/tag2140.xml><?xml version="1.0" encoding="utf-8"?>
<p:tagLst xmlns:p="http://schemas.openxmlformats.org/presentationml/2006/main">
  <p:tag name="RAINPROBLEM" val="ProblemBody"/>
</p:tagLst>
</file>

<file path=ppt/tags/tag2141.xml><?xml version="1.0" encoding="utf-8"?>
<p:tagLst xmlns:p="http://schemas.openxmlformats.org/presentationml/2006/main">
  <p:tag name="RAINPROBLEM" val="ProblemItem"/>
</p:tagLst>
</file>

<file path=ppt/tags/tag21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43.xml><?xml version="1.0" encoding="utf-8"?>
<p:tagLst xmlns:p="http://schemas.openxmlformats.org/presentationml/2006/main">
  <p:tag name="RAINPROBLEM" val="ProblemItem"/>
</p:tagLst>
</file>

<file path=ppt/tags/tag21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5.xml><?xml version="1.0" encoding="utf-8"?>
<p:tagLst xmlns:p="http://schemas.openxmlformats.org/presentationml/2006/main">
  <p:tag name="RAINPROBLEM" val="ProblemItem"/>
</p:tagLst>
</file>

<file path=ppt/tags/tag2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7.xml><?xml version="1.0" encoding="utf-8"?>
<p:tagLst xmlns:p="http://schemas.openxmlformats.org/presentationml/2006/main">
  <p:tag name="RAINPROBLEM" val="ProblemItem"/>
</p:tagLst>
</file>

<file path=ppt/tags/tag21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9.xml><?xml version="1.0" encoding="utf-8"?>
<p:tagLst xmlns:p="http://schemas.openxmlformats.org/presentationml/2006/main">
  <p:tag name="PROBLEMREMARKTITLE" val="ProblemRemarkBoardTitle"/>
</p:tagLst>
</file>

<file path=ppt/tags/tag2150.xml><?xml version="1.0" encoding="utf-8"?>
<p:tagLst xmlns:p="http://schemas.openxmlformats.org/presentationml/2006/main">
  <p:tag name="PROBLEMREMARKTITLE" val="ProblemRemarkBoardTitle"/>
</p:tagLst>
</file>

<file path=ppt/tags/tag2151.xml><?xml version="1.0" encoding="utf-8"?>
<p:tagLst xmlns:p="http://schemas.openxmlformats.org/presentationml/2006/main">
  <p:tag name="PROBLEMREMARKTITLE" val="ProblemRemarkBoardTitle"/>
</p:tagLst>
</file>

<file path=ppt/tags/tag2152.xml><?xml version="1.0" encoding="utf-8"?>
<p:tagLst xmlns:p="http://schemas.openxmlformats.org/presentationml/2006/main">
  <p:tag name="PROBLEMREMARKTITLE" val="ProblemRemarkBoardTitle"/>
</p:tagLst>
</file>

<file path=ppt/tags/tag2153.xml><?xml version="1.0" encoding="utf-8"?>
<p:tagLst xmlns:p="http://schemas.openxmlformats.org/presentationml/2006/main">
  <p:tag name="RAINPROBLEM" val="ProblemSetting"/>
  <p:tag name="RAINPROBLEMTYPE" val="MultipleChoice"/>
</p:tagLst>
</file>

<file path=ppt/tags/tag2154.xml><?xml version="1.0" encoding="utf-8"?>
<p:tagLst xmlns:p="http://schemas.openxmlformats.org/presentationml/2006/main">
  <p:tag name="PROBLEMREMARKTITLE" val="ProblemRemarkBoardTip"/>
</p:tagLst>
</file>

<file path=ppt/tags/tag2155.xml><?xml version="1.0" encoding="utf-8"?>
<p:tagLst xmlns:p="http://schemas.openxmlformats.org/presentationml/2006/main">
  <p:tag name="RAINPROBLEM" val="ProblemRemark"/>
</p:tagLst>
</file>

<file path=ppt/tags/tag2156.xml><?xml version="1.0" encoding="utf-8"?>
<p:tagLst xmlns:p="http://schemas.openxmlformats.org/presentationml/2006/main">
  <p:tag name="RAINPROBLEM" val="ProblemRemark"/>
</p:tagLst>
</file>

<file path=ppt/tags/tag2157.xml><?xml version="1.0" encoding="utf-8"?>
<p:tagLst xmlns:p="http://schemas.openxmlformats.org/presentationml/2006/main">
  <p:tag name="RAINPROBLEM" val="ProblemSubmit"/>
  <p:tag name="RAINPROBLEMTYPE" val="MultipleChoice"/>
</p:tagLst>
</file>

<file path=ppt/tags/tag215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