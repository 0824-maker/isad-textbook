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tags/tag2792.xml" ContentType="application/vnd.openxmlformats-officedocument.presentationml.tag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.xml" ContentType="application/vnd.openxmlformats-officedocument.presentationml.tags+xml"/>
  <Override PartName="/ppt/tags/tag2820.xml" ContentType="application/vnd.openxmlformats-officedocument.presentationml.tag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tags/tag285.xml" ContentType="application/vnd.openxmlformats-officedocument.presentationml.tags+xml"/>
  <Override PartName="/ppt/tags/tag2850.xml" ContentType="application/vnd.openxmlformats-officedocument.presentationml.tags+xml"/>
  <Override PartName="/ppt/tags/tag2851.xml" ContentType="application/vnd.openxmlformats-officedocument.presentationml.tag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tags/tag2859.xml" ContentType="application/vnd.openxmlformats-officedocument.presentationml.tags+xml"/>
  <Override PartName="/ppt/tags/tag286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tags/tag289.xml" ContentType="application/vnd.openxmlformats-officedocument.presentationml.tag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2909.xml" ContentType="application/vnd.openxmlformats-officedocument.presentationml.tags+xml"/>
  <Override PartName="/ppt/tags/tag291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tags/tag2929.xml" ContentType="application/vnd.openxmlformats-officedocument.presentationml.tags+xml"/>
  <Override PartName="/ppt/tags/tag293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34.xml" ContentType="application/vnd.openxmlformats-officedocument.presentationml.tags+xml"/>
  <Override PartName="/ppt/tags/tag2935.xml" ContentType="application/vnd.openxmlformats-officedocument.presentationml.tags+xml"/>
  <Override PartName="/ppt/tags/tag2936.xml" ContentType="application/vnd.openxmlformats-officedocument.presentationml.tags+xml"/>
  <Override PartName="/ppt/tags/tag2937.xml" ContentType="application/vnd.openxmlformats-officedocument.presentationml.tags+xml"/>
  <Override PartName="/ppt/tags/tag2938.xml" ContentType="application/vnd.openxmlformats-officedocument.presentationml.tags+xml"/>
  <Override PartName="/ppt/tags/tag2939.xml" ContentType="application/vnd.openxmlformats-officedocument.presentationml.tags+xml"/>
  <Override PartName="/ppt/tags/tag294.xml" ContentType="application/vnd.openxmlformats-officedocument.presentationml.tags+xml"/>
  <Override PartName="/ppt/tags/tag2940.xml" ContentType="application/vnd.openxmlformats-officedocument.presentationml.tags+xml"/>
  <Override PartName="/ppt/tags/tag2941.xml" ContentType="application/vnd.openxmlformats-officedocument.presentationml.tags+xml"/>
  <Override PartName="/ppt/tags/tag2942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tags/tag2954.xml" ContentType="application/vnd.openxmlformats-officedocument.presentationml.tags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tags/tag2959.xml" ContentType="application/vnd.openxmlformats-officedocument.presentationml.tags+xml"/>
  <Override PartName="/ppt/tags/tag296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tags/tag2989.xml" ContentType="application/vnd.openxmlformats-officedocument.presentationml.tags+xml"/>
  <Override PartName="/ppt/tags/tag29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tags/tag301.xml" ContentType="application/vnd.openxmlformats-officedocument.presentationml.tag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.xml" ContentType="application/vnd.openxmlformats-officedocument.presentationml.tags+xml"/>
  <Override PartName="/ppt/tags/tag3030.xml" ContentType="application/vnd.openxmlformats-officedocument.presentationml.tag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.xml" ContentType="application/vnd.openxmlformats-officedocument.presentationml.tags+xml"/>
  <Override PartName="/ppt/tags/tag3060.xml" ContentType="application/vnd.openxmlformats-officedocument.presentationml.tags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tags/tag3139.xml" ContentType="application/vnd.openxmlformats-officedocument.presentationml.tags+xml"/>
  <Override PartName="/ppt/tags/tag314.xml" ContentType="application/vnd.openxmlformats-officedocument.presentationml.tags+xml"/>
  <Override PartName="/ppt/tags/tag3140.xml" ContentType="application/vnd.openxmlformats-officedocument.presentationml.tag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168.xml" ContentType="application/vnd.openxmlformats-officedocument.presentationml.tags+xml"/>
  <Override PartName="/ppt/tags/tag3169.xml" ContentType="application/vnd.openxmlformats-officedocument.presentationml.tags+xml"/>
  <Override PartName="/ppt/tags/tag317.xml" ContentType="application/vnd.openxmlformats-officedocument.presentationml.tags+xml"/>
  <Override PartName="/ppt/tags/tag3170.xml" ContentType="application/vnd.openxmlformats-officedocument.presentationml.tags+xml"/>
  <Override PartName="/ppt/tags/tag3171.xml" ContentType="application/vnd.openxmlformats-officedocument.presentationml.tags+xml"/>
  <Override PartName="/ppt/tags/tag3172.xml" ContentType="application/vnd.openxmlformats-officedocument.presentationml.tags+xml"/>
  <Override PartName="/ppt/tags/tag3173.xml" ContentType="application/vnd.openxmlformats-officedocument.presentationml.tags+xml"/>
  <Override PartName="/ppt/tags/tag3174.xml" ContentType="application/vnd.openxmlformats-officedocument.presentationml.tags+xml"/>
  <Override PartName="/ppt/tags/tag3175.xml" ContentType="application/vnd.openxmlformats-officedocument.presentationml.tags+xml"/>
  <Override PartName="/ppt/tags/tag3176.xml" ContentType="application/vnd.openxmlformats-officedocument.presentationml.tags+xml"/>
  <Override PartName="/ppt/tags/tag3177.xml" ContentType="application/vnd.openxmlformats-officedocument.presentationml.tags+xml"/>
  <Override PartName="/ppt/tags/tag3178.xml" ContentType="application/vnd.openxmlformats-officedocument.presentationml.tags+xml"/>
  <Override PartName="/ppt/tags/tag3179.xml" ContentType="application/vnd.openxmlformats-officedocument.presentationml.tags+xml"/>
  <Override PartName="/ppt/tags/tag318.xml" ContentType="application/vnd.openxmlformats-officedocument.presentationml.tags+xml"/>
  <Override PartName="/ppt/tags/tag3180.xml" ContentType="application/vnd.openxmlformats-officedocument.presentationml.tags+xml"/>
  <Override PartName="/ppt/tags/tag3181.xml" ContentType="application/vnd.openxmlformats-officedocument.presentationml.tags+xml"/>
  <Override PartName="/ppt/tags/tag3182.xml" ContentType="application/vnd.openxmlformats-officedocument.presentationml.tags+xml"/>
  <Override PartName="/ppt/tags/tag3183.xml" ContentType="application/vnd.openxmlformats-officedocument.presentationml.tags+xml"/>
  <Override PartName="/ppt/tags/tag3184.xml" ContentType="application/vnd.openxmlformats-officedocument.presentationml.tags+xml"/>
  <Override PartName="/ppt/tags/tag3185.xml" ContentType="application/vnd.openxmlformats-officedocument.presentationml.tags+xml"/>
  <Override PartName="/ppt/tags/tag3186.xml" ContentType="application/vnd.openxmlformats-officedocument.presentationml.tags+xml"/>
  <Override PartName="/ppt/tags/tag3187.xml" ContentType="application/vnd.openxmlformats-officedocument.presentationml.tags+xml"/>
  <Override PartName="/ppt/tags/tag3188.xml" ContentType="application/vnd.openxmlformats-officedocument.presentationml.tags+xml"/>
  <Override PartName="/ppt/tags/tag3189.xml" ContentType="application/vnd.openxmlformats-officedocument.presentationml.tags+xml"/>
  <Override PartName="/ppt/tags/tag319.xml" ContentType="application/vnd.openxmlformats-officedocument.presentationml.tags+xml"/>
  <Override PartName="/ppt/tags/tag3190.xml" ContentType="application/vnd.openxmlformats-officedocument.presentationml.tags+xml"/>
  <Override PartName="/ppt/tags/tag3191.xml" ContentType="application/vnd.openxmlformats-officedocument.presentationml.tags+xml"/>
  <Override PartName="/ppt/tags/tag3192.xml" ContentType="application/vnd.openxmlformats-officedocument.presentationml.tags+xml"/>
  <Override PartName="/ppt/tags/tag3193.xml" ContentType="application/vnd.openxmlformats-officedocument.presentationml.tags+xml"/>
  <Override PartName="/ppt/tags/tag3194.xml" ContentType="application/vnd.openxmlformats-officedocument.presentationml.tags+xml"/>
  <Override PartName="/ppt/tags/tag3195.xml" ContentType="application/vnd.openxmlformats-officedocument.presentationml.tags+xml"/>
  <Override PartName="/ppt/tags/tag3196.xml" ContentType="application/vnd.openxmlformats-officedocument.presentationml.tags+xml"/>
  <Override PartName="/ppt/tags/tag3197.xml" ContentType="application/vnd.openxmlformats-officedocument.presentationml.tags+xml"/>
  <Override PartName="/ppt/tags/tag3198.xml" ContentType="application/vnd.openxmlformats-officedocument.presentationml.tags+xml"/>
  <Override PartName="/ppt/tags/tag319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00.xml" ContentType="application/vnd.openxmlformats-officedocument.presentationml.tags+xml"/>
  <Override PartName="/ppt/tags/tag3201.xml" ContentType="application/vnd.openxmlformats-officedocument.presentationml.tags+xml"/>
  <Override PartName="/ppt/tags/tag3202.xml" ContentType="application/vnd.openxmlformats-officedocument.presentationml.tags+xml"/>
  <Override PartName="/ppt/tags/tag3203.xml" ContentType="application/vnd.openxmlformats-officedocument.presentationml.tags+xml"/>
  <Override PartName="/ppt/tags/tag3204.xml" ContentType="application/vnd.openxmlformats-officedocument.presentationml.tags+xml"/>
  <Override PartName="/ppt/tags/tag3205.xml" ContentType="application/vnd.openxmlformats-officedocument.presentationml.tags+xml"/>
  <Override PartName="/ppt/tags/tag3206.xml" ContentType="application/vnd.openxmlformats-officedocument.presentationml.tags+xml"/>
  <Override PartName="/ppt/tags/tag3207.xml" ContentType="application/vnd.openxmlformats-officedocument.presentationml.tags+xml"/>
  <Override PartName="/ppt/tags/tag3208.xml" ContentType="application/vnd.openxmlformats-officedocument.presentationml.tags+xml"/>
  <Override PartName="/ppt/tags/tag3209.xml" ContentType="application/vnd.openxmlformats-officedocument.presentationml.tags+xml"/>
  <Override PartName="/ppt/tags/tag321.xml" ContentType="application/vnd.openxmlformats-officedocument.presentationml.tags+xml"/>
  <Override PartName="/ppt/tags/tag3210.xml" ContentType="application/vnd.openxmlformats-officedocument.presentationml.tags+xml"/>
  <Override PartName="/ppt/tags/tag3211.xml" ContentType="application/vnd.openxmlformats-officedocument.presentationml.tags+xml"/>
  <Override PartName="/ppt/tags/tag3212.xml" ContentType="application/vnd.openxmlformats-officedocument.presentationml.tags+xml"/>
  <Override PartName="/ppt/tags/tag3213.xml" ContentType="application/vnd.openxmlformats-officedocument.presentationml.tags+xml"/>
  <Override PartName="/ppt/tags/tag3214.xml" ContentType="application/vnd.openxmlformats-officedocument.presentationml.tags+xml"/>
  <Override PartName="/ppt/tags/tag3215.xml" ContentType="application/vnd.openxmlformats-officedocument.presentationml.tags+xml"/>
  <Override PartName="/ppt/tags/tag3216.xml" ContentType="application/vnd.openxmlformats-officedocument.presentationml.tags+xml"/>
  <Override PartName="/ppt/tags/tag3217.xml" ContentType="application/vnd.openxmlformats-officedocument.presentationml.tags+xml"/>
  <Override PartName="/ppt/tags/tag3218.xml" ContentType="application/vnd.openxmlformats-officedocument.presentationml.tags+xml"/>
  <Override PartName="/ppt/tags/tag3219.xml" ContentType="application/vnd.openxmlformats-officedocument.presentationml.tags+xml"/>
  <Override PartName="/ppt/tags/tag322.xml" ContentType="application/vnd.openxmlformats-officedocument.presentationml.tags+xml"/>
  <Override PartName="/ppt/tags/tag3220.xml" ContentType="application/vnd.openxmlformats-officedocument.presentationml.tags+xml"/>
  <Override PartName="/ppt/tags/tag3221.xml" ContentType="application/vnd.openxmlformats-officedocument.presentationml.tags+xml"/>
  <Override PartName="/ppt/tags/tag3222.xml" ContentType="application/vnd.openxmlformats-officedocument.presentationml.tags+xml"/>
  <Override PartName="/ppt/tags/tag3223.xml" ContentType="application/vnd.openxmlformats-officedocument.presentationml.tags+xml"/>
  <Override PartName="/ppt/tags/tag3224.xml" ContentType="application/vnd.openxmlformats-officedocument.presentationml.tags+xml"/>
  <Override PartName="/ppt/tags/tag3225.xml" ContentType="application/vnd.openxmlformats-officedocument.presentationml.tags+xml"/>
  <Override PartName="/ppt/tags/tag3226.xml" ContentType="application/vnd.openxmlformats-officedocument.presentationml.tags+xml"/>
  <Override PartName="/ppt/tags/tag3227.xml" ContentType="application/vnd.openxmlformats-officedocument.presentationml.tags+xml"/>
  <Override PartName="/ppt/tags/tag3228.xml" ContentType="application/vnd.openxmlformats-officedocument.presentationml.tags+xml"/>
  <Override PartName="/ppt/tags/tag3229.xml" ContentType="application/vnd.openxmlformats-officedocument.presentationml.tags+xml"/>
  <Override PartName="/ppt/tags/tag323.xml" ContentType="application/vnd.openxmlformats-officedocument.presentationml.tags+xml"/>
  <Override PartName="/ppt/tags/tag3230.xml" ContentType="application/vnd.openxmlformats-officedocument.presentationml.tags+xml"/>
  <Override PartName="/ppt/tags/tag3231.xml" ContentType="application/vnd.openxmlformats-officedocument.presentationml.tags+xml"/>
  <Override PartName="/ppt/tags/tag3232.xml" ContentType="application/vnd.openxmlformats-officedocument.presentationml.tags+xml"/>
  <Override PartName="/ppt/tags/tag3233.xml" ContentType="application/vnd.openxmlformats-officedocument.presentationml.tags+xml"/>
  <Override PartName="/ppt/tags/tag3234.xml" ContentType="application/vnd.openxmlformats-officedocument.presentationml.tags+xml"/>
  <Override PartName="/ppt/tags/tag3235.xml" ContentType="application/vnd.openxmlformats-officedocument.presentationml.tags+xml"/>
  <Override PartName="/ppt/tags/tag3236.xml" ContentType="application/vnd.openxmlformats-officedocument.presentationml.tags+xml"/>
  <Override PartName="/ppt/tags/tag3237.xml" ContentType="application/vnd.openxmlformats-officedocument.presentationml.tags+xml"/>
  <Override PartName="/ppt/tags/tag3238.xml" ContentType="application/vnd.openxmlformats-officedocument.presentationml.tags+xml"/>
  <Override PartName="/ppt/tags/tag3239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257" r:id="rId4"/>
    <p:sldId id="258" r:id="rId5"/>
    <p:sldId id="259" r:id="rId6"/>
    <p:sldId id="262" r:id="rId7"/>
    <p:sldId id="261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1" r:id="rId39"/>
    <p:sldId id="293" r:id="rId40"/>
    <p:sldId id="294" r:id="rId41"/>
    <p:sldId id="295" r:id="rId42"/>
    <p:sldId id="296" r:id="rId43"/>
    <p:sldId id="297" r:id="rId44"/>
    <p:sldId id="298" r:id="rId45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9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8" Type="http://schemas.openxmlformats.org/officeDocument/2006/relationships/commentAuthors" Target="commentAuthors.xml"/><Relationship Id="rId157" Type="http://schemas.openxmlformats.org/officeDocument/2006/relationships/tableStyles" Target="tableStyles.xml"/><Relationship Id="rId156" Type="http://schemas.openxmlformats.org/officeDocument/2006/relationships/viewProps" Target="viewProps.xml"/><Relationship Id="rId155" Type="http://schemas.openxmlformats.org/officeDocument/2006/relationships/presProps" Target="presProps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3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2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2.xml"/><Relationship Id="rId17" Type="http://schemas.openxmlformats.org/officeDocument/2006/relationships/image" Target="../media/image1.png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99.xml"/><Relationship Id="rId17" Type="http://schemas.openxmlformats.org/officeDocument/2006/relationships/image" Target="../media/image1.png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6.xml"/><Relationship Id="rId17" Type="http://schemas.openxmlformats.org/officeDocument/2006/relationships/image" Target="../media/image1.png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33.xml"/><Relationship Id="rId17" Type="http://schemas.openxmlformats.org/officeDocument/2006/relationships/image" Target="../media/image1.png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50.xml"/><Relationship Id="rId17" Type="http://schemas.openxmlformats.org/officeDocument/2006/relationships/image" Target="../media/image1.png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67.xml"/><Relationship Id="rId17" Type="http://schemas.openxmlformats.org/officeDocument/2006/relationships/image" Target="../media/image1.png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4.xml"/><Relationship Id="rId17" Type="http://schemas.openxmlformats.org/officeDocument/2006/relationships/image" Target="../media/image1.png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tags" Target="../tags/tag16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01.xml"/><Relationship Id="rId17" Type="http://schemas.openxmlformats.org/officeDocument/2006/relationships/image" Target="../media/image1.png"/><Relationship Id="rId16" Type="http://schemas.openxmlformats.org/officeDocument/2006/relationships/tags" Target="../tags/tag200.xml"/><Relationship Id="rId15" Type="http://schemas.openxmlformats.org/officeDocument/2006/relationships/tags" Target="../tags/tag199.xml"/><Relationship Id="rId14" Type="http://schemas.openxmlformats.org/officeDocument/2006/relationships/tags" Target="../tags/tag198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18.xml"/><Relationship Id="rId17" Type="http://schemas.openxmlformats.org/officeDocument/2006/relationships/image" Target="../media/image1.png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35.xml"/><Relationship Id="rId17" Type="http://schemas.openxmlformats.org/officeDocument/2006/relationships/image" Target="../media/image1.png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52.xml"/><Relationship Id="rId17" Type="http://schemas.openxmlformats.org/officeDocument/2006/relationships/image" Target="../media/image1.png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tags" Target="../tags/tag23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69.xml"/><Relationship Id="rId17" Type="http://schemas.openxmlformats.org/officeDocument/2006/relationships/image" Target="../media/image1.png"/><Relationship Id="rId16" Type="http://schemas.openxmlformats.org/officeDocument/2006/relationships/tags" Target="../tags/tag268.xml"/><Relationship Id="rId15" Type="http://schemas.openxmlformats.org/officeDocument/2006/relationships/tags" Target="../tags/tag267.xml"/><Relationship Id="rId14" Type="http://schemas.openxmlformats.org/officeDocument/2006/relationships/tags" Target="../tags/tag266.xml"/><Relationship Id="rId13" Type="http://schemas.openxmlformats.org/officeDocument/2006/relationships/tags" Target="../tags/tag265.xml"/><Relationship Id="rId12" Type="http://schemas.openxmlformats.org/officeDocument/2006/relationships/tags" Target="../tags/tag264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tags" Target="../tags/tag25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86.xml"/><Relationship Id="rId17" Type="http://schemas.openxmlformats.org/officeDocument/2006/relationships/image" Target="../media/image1.png"/><Relationship Id="rId16" Type="http://schemas.openxmlformats.org/officeDocument/2006/relationships/tags" Target="../tags/tag285.xml"/><Relationship Id="rId15" Type="http://schemas.openxmlformats.org/officeDocument/2006/relationships/tags" Target="../tags/tag284.xml"/><Relationship Id="rId14" Type="http://schemas.openxmlformats.org/officeDocument/2006/relationships/tags" Target="../tags/tag283.xml"/><Relationship Id="rId13" Type="http://schemas.openxmlformats.org/officeDocument/2006/relationships/tags" Target="../tags/tag282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tags" Target="../tags/tag27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tags" Target="../tags/tag290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03.xml"/><Relationship Id="rId17" Type="http://schemas.openxmlformats.org/officeDocument/2006/relationships/image" Target="../media/image1.png"/><Relationship Id="rId16" Type="http://schemas.openxmlformats.org/officeDocument/2006/relationships/tags" Target="../tags/tag302.xml"/><Relationship Id="rId15" Type="http://schemas.openxmlformats.org/officeDocument/2006/relationships/tags" Target="../tags/tag301.xml"/><Relationship Id="rId14" Type="http://schemas.openxmlformats.org/officeDocument/2006/relationships/tags" Target="../tags/tag300.xml"/><Relationship Id="rId13" Type="http://schemas.openxmlformats.org/officeDocument/2006/relationships/tags" Target="../tags/tag299.xml"/><Relationship Id="rId12" Type="http://schemas.openxmlformats.org/officeDocument/2006/relationships/tags" Target="../tags/tag298.xml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8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20.xml"/><Relationship Id="rId17" Type="http://schemas.openxmlformats.org/officeDocument/2006/relationships/image" Target="../media/image1.png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37.xml"/><Relationship Id="rId17" Type="http://schemas.openxmlformats.org/officeDocument/2006/relationships/image" Target="../media/image1.png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tags" Target="../tags/tag32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image" Target="../media/image1.png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54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tags" Target="../tags/tag350.xml"/><Relationship Id="rId13" Type="http://schemas.openxmlformats.org/officeDocument/2006/relationships/tags" Target="../tags/tag349.xml"/><Relationship Id="rId12" Type="http://schemas.openxmlformats.org/officeDocument/2006/relationships/tags" Target="../tags/tag34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image" Target="../media/image1.png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63.xml"/><Relationship Id="rId1" Type="http://schemas.openxmlformats.org/officeDocument/2006/relationships/tags" Target="../tags/tag35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80.xml"/><Relationship Id="rId17" Type="http://schemas.openxmlformats.org/officeDocument/2006/relationships/image" Target="../media/image1.png"/><Relationship Id="rId16" Type="http://schemas.openxmlformats.org/officeDocument/2006/relationships/tags" Target="../tags/tag379.xml"/><Relationship Id="rId15" Type="http://schemas.openxmlformats.org/officeDocument/2006/relationships/tags" Target="../tags/tag378.xml"/><Relationship Id="rId14" Type="http://schemas.openxmlformats.org/officeDocument/2006/relationships/tags" Target="../tags/tag377.xml"/><Relationship Id="rId13" Type="http://schemas.openxmlformats.org/officeDocument/2006/relationships/tags" Target="../tags/tag376.xml"/><Relationship Id="rId12" Type="http://schemas.openxmlformats.org/officeDocument/2006/relationships/tags" Target="../tags/tag375.xml"/><Relationship Id="rId11" Type="http://schemas.openxmlformats.org/officeDocument/2006/relationships/tags" Target="../tags/tag374.xml"/><Relationship Id="rId10" Type="http://schemas.openxmlformats.org/officeDocument/2006/relationships/tags" Target="../tags/tag373.xml"/><Relationship Id="rId1" Type="http://schemas.openxmlformats.org/officeDocument/2006/relationships/tags" Target="../tags/tag36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image" Target="../media/image1.png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97.xml"/><Relationship Id="rId17" Type="http://schemas.openxmlformats.org/officeDocument/2006/relationships/tags" Target="../tags/tag396.xml"/><Relationship Id="rId16" Type="http://schemas.openxmlformats.org/officeDocument/2006/relationships/tags" Target="../tags/tag395.xml"/><Relationship Id="rId15" Type="http://schemas.openxmlformats.org/officeDocument/2006/relationships/tags" Target="../tags/tag394.xml"/><Relationship Id="rId14" Type="http://schemas.openxmlformats.org/officeDocument/2006/relationships/tags" Target="../tags/tag393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tags" Target="../tags/tag38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05.xml"/><Relationship Id="rId8" Type="http://schemas.openxmlformats.org/officeDocument/2006/relationships/tags" Target="../tags/tag404.xml"/><Relationship Id="rId7" Type="http://schemas.openxmlformats.org/officeDocument/2006/relationships/image" Target="../media/image1.png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14.xml"/><Relationship Id="rId17" Type="http://schemas.openxmlformats.org/officeDocument/2006/relationships/tags" Target="../tags/tag413.xml"/><Relationship Id="rId16" Type="http://schemas.openxmlformats.org/officeDocument/2006/relationships/tags" Target="../tags/tag412.xml"/><Relationship Id="rId15" Type="http://schemas.openxmlformats.org/officeDocument/2006/relationships/tags" Target="../tags/tag411.xml"/><Relationship Id="rId14" Type="http://schemas.openxmlformats.org/officeDocument/2006/relationships/tags" Target="../tags/tag410.xml"/><Relationship Id="rId13" Type="http://schemas.openxmlformats.org/officeDocument/2006/relationships/tags" Target="../tags/tag409.xml"/><Relationship Id="rId12" Type="http://schemas.openxmlformats.org/officeDocument/2006/relationships/tags" Target="../tags/tag408.xml"/><Relationship Id="rId11" Type="http://schemas.openxmlformats.org/officeDocument/2006/relationships/tags" Target="../tags/tag407.xml"/><Relationship Id="rId10" Type="http://schemas.openxmlformats.org/officeDocument/2006/relationships/tags" Target="../tags/tag406.xml"/><Relationship Id="rId1" Type="http://schemas.openxmlformats.org/officeDocument/2006/relationships/tags" Target="../tags/tag39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31.xml"/><Relationship Id="rId17" Type="http://schemas.openxmlformats.org/officeDocument/2006/relationships/image" Target="../media/image1.png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tags" Target="../tags/tag41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40.xml"/><Relationship Id="rId8" Type="http://schemas.openxmlformats.org/officeDocument/2006/relationships/tags" Target="../tags/tag439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48.xml"/><Relationship Id="rId17" Type="http://schemas.openxmlformats.org/officeDocument/2006/relationships/image" Target="../media/image1.png"/><Relationship Id="rId16" Type="http://schemas.openxmlformats.org/officeDocument/2006/relationships/tags" Target="../tags/tag447.xml"/><Relationship Id="rId15" Type="http://schemas.openxmlformats.org/officeDocument/2006/relationships/tags" Target="../tags/tag446.xml"/><Relationship Id="rId14" Type="http://schemas.openxmlformats.org/officeDocument/2006/relationships/tags" Target="../tags/tag445.xml"/><Relationship Id="rId13" Type="http://schemas.openxmlformats.org/officeDocument/2006/relationships/tags" Target="../tags/tag444.xml"/><Relationship Id="rId12" Type="http://schemas.openxmlformats.org/officeDocument/2006/relationships/tags" Target="../tags/tag443.xml"/><Relationship Id="rId11" Type="http://schemas.openxmlformats.org/officeDocument/2006/relationships/tags" Target="../tags/tag442.xml"/><Relationship Id="rId10" Type="http://schemas.openxmlformats.org/officeDocument/2006/relationships/tags" Target="../tags/tag441.xml"/><Relationship Id="rId1" Type="http://schemas.openxmlformats.org/officeDocument/2006/relationships/tags" Target="../tags/tag43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56.xml"/><Relationship Id="rId8" Type="http://schemas.openxmlformats.org/officeDocument/2006/relationships/tags" Target="../tags/tag455.xml"/><Relationship Id="rId7" Type="http://schemas.openxmlformats.org/officeDocument/2006/relationships/image" Target="../media/image1.png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" Type="http://schemas.openxmlformats.org/officeDocument/2006/relationships/tags" Target="../tags/tag451.xml"/><Relationship Id="rId2" Type="http://schemas.openxmlformats.org/officeDocument/2006/relationships/tags" Target="../tags/tag45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65.xml"/><Relationship Id="rId17" Type="http://schemas.openxmlformats.org/officeDocument/2006/relationships/tags" Target="../tags/tag464.xml"/><Relationship Id="rId16" Type="http://schemas.openxmlformats.org/officeDocument/2006/relationships/tags" Target="../tags/tag463.xml"/><Relationship Id="rId15" Type="http://schemas.openxmlformats.org/officeDocument/2006/relationships/tags" Target="../tags/tag462.xml"/><Relationship Id="rId14" Type="http://schemas.openxmlformats.org/officeDocument/2006/relationships/tags" Target="../tags/tag461.xml"/><Relationship Id="rId13" Type="http://schemas.openxmlformats.org/officeDocument/2006/relationships/tags" Target="../tags/tag460.xml"/><Relationship Id="rId12" Type="http://schemas.openxmlformats.org/officeDocument/2006/relationships/tags" Target="../tags/tag459.xml"/><Relationship Id="rId11" Type="http://schemas.openxmlformats.org/officeDocument/2006/relationships/tags" Target="../tags/tag458.xml"/><Relationship Id="rId10" Type="http://schemas.openxmlformats.org/officeDocument/2006/relationships/tags" Target="../tags/tag457.xml"/><Relationship Id="rId1" Type="http://schemas.openxmlformats.org/officeDocument/2006/relationships/tags" Target="../tags/tag44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73.xml"/><Relationship Id="rId8" Type="http://schemas.openxmlformats.org/officeDocument/2006/relationships/tags" Target="../tags/tag472.xml"/><Relationship Id="rId7" Type="http://schemas.openxmlformats.org/officeDocument/2006/relationships/image" Target="../media/image1.png"/><Relationship Id="rId6" Type="http://schemas.openxmlformats.org/officeDocument/2006/relationships/tags" Target="../tags/tag471.xml"/><Relationship Id="rId5" Type="http://schemas.openxmlformats.org/officeDocument/2006/relationships/tags" Target="../tags/tag470.xml"/><Relationship Id="rId4" Type="http://schemas.openxmlformats.org/officeDocument/2006/relationships/tags" Target="../tags/tag469.xml"/><Relationship Id="rId3" Type="http://schemas.openxmlformats.org/officeDocument/2006/relationships/tags" Target="../tags/tag468.xml"/><Relationship Id="rId2" Type="http://schemas.openxmlformats.org/officeDocument/2006/relationships/tags" Target="../tags/tag46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82.xml"/><Relationship Id="rId17" Type="http://schemas.openxmlformats.org/officeDocument/2006/relationships/tags" Target="../tags/tag481.xml"/><Relationship Id="rId16" Type="http://schemas.openxmlformats.org/officeDocument/2006/relationships/tags" Target="../tags/tag480.xml"/><Relationship Id="rId15" Type="http://schemas.openxmlformats.org/officeDocument/2006/relationships/tags" Target="../tags/tag479.xml"/><Relationship Id="rId14" Type="http://schemas.openxmlformats.org/officeDocument/2006/relationships/tags" Target="../tags/tag478.xml"/><Relationship Id="rId13" Type="http://schemas.openxmlformats.org/officeDocument/2006/relationships/tags" Target="../tags/tag477.xml"/><Relationship Id="rId12" Type="http://schemas.openxmlformats.org/officeDocument/2006/relationships/tags" Target="../tags/tag476.xml"/><Relationship Id="rId11" Type="http://schemas.openxmlformats.org/officeDocument/2006/relationships/tags" Target="../tags/tag475.xml"/><Relationship Id="rId10" Type="http://schemas.openxmlformats.org/officeDocument/2006/relationships/tags" Target="../tags/tag474.xml"/><Relationship Id="rId1" Type="http://schemas.openxmlformats.org/officeDocument/2006/relationships/tags" Target="../tags/tag46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90.xml"/><Relationship Id="rId8" Type="http://schemas.openxmlformats.org/officeDocument/2006/relationships/tags" Target="../tags/tag489.xml"/><Relationship Id="rId7" Type="http://schemas.openxmlformats.org/officeDocument/2006/relationships/image" Target="../media/image1.png"/><Relationship Id="rId6" Type="http://schemas.openxmlformats.org/officeDocument/2006/relationships/tags" Target="../tags/tag488.xml"/><Relationship Id="rId5" Type="http://schemas.openxmlformats.org/officeDocument/2006/relationships/tags" Target="../tags/tag487.xml"/><Relationship Id="rId4" Type="http://schemas.openxmlformats.org/officeDocument/2006/relationships/tags" Target="../tags/tag486.xml"/><Relationship Id="rId3" Type="http://schemas.openxmlformats.org/officeDocument/2006/relationships/tags" Target="../tags/tag485.xml"/><Relationship Id="rId2" Type="http://schemas.openxmlformats.org/officeDocument/2006/relationships/tags" Target="../tags/tag48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99.xml"/><Relationship Id="rId17" Type="http://schemas.openxmlformats.org/officeDocument/2006/relationships/tags" Target="../tags/tag498.xml"/><Relationship Id="rId16" Type="http://schemas.openxmlformats.org/officeDocument/2006/relationships/tags" Target="../tags/tag497.xml"/><Relationship Id="rId15" Type="http://schemas.openxmlformats.org/officeDocument/2006/relationships/tags" Target="../tags/tag496.xml"/><Relationship Id="rId14" Type="http://schemas.openxmlformats.org/officeDocument/2006/relationships/tags" Target="../tags/tag495.xml"/><Relationship Id="rId13" Type="http://schemas.openxmlformats.org/officeDocument/2006/relationships/tags" Target="../tags/tag494.xml"/><Relationship Id="rId12" Type="http://schemas.openxmlformats.org/officeDocument/2006/relationships/tags" Target="../tags/tag493.xml"/><Relationship Id="rId11" Type="http://schemas.openxmlformats.org/officeDocument/2006/relationships/tags" Target="../tags/tag492.xml"/><Relationship Id="rId10" Type="http://schemas.openxmlformats.org/officeDocument/2006/relationships/tags" Target="../tags/tag491.xml"/><Relationship Id="rId1" Type="http://schemas.openxmlformats.org/officeDocument/2006/relationships/tags" Target="../tags/tag483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image" Target="../media/image1.png"/><Relationship Id="rId6" Type="http://schemas.openxmlformats.org/officeDocument/2006/relationships/tags" Target="../tags/tag505.xml"/><Relationship Id="rId5" Type="http://schemas.openxmlformats.org/officeDocument/2006/relationships/tags" Target="../tags/tag504.xml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tags" Target="../tags/tag500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525.xml"/><Relationship Id="rId8" Type="http://schemas.openxmlformats.org/officeDocument/2006/relationships/tags" Target="../tags/tag524.xml"/><Relationship Id="rId7" Type="http://schemas.openxmlformats.org/officeDocument/2006/relationships/tags" Target="../tags/tag523.xml"/><Relationship Id="rId6" Type="http://schemas.openxmlformats.org/officeDocument/2006/relationships/tags" Target="../tags/tag522.xml"/><Relationship Id="rId5" Type="http://schemas.openxmlformats.org/officeDocument/2006/relationships/tags" Target="../tags/tag521.xml"/><Relationship Id="rId4" Type="http://schemas.openxmlformats.org/officeDocument/2006/relationships/tags" Target="../tags/tag520.xml"/><Relationship Id="rId3" Type="http://schemas.openxmlformats.org/officeDocument/2006/relationships/tags" Target="../tags/tag519.xml"/><Relationship Id="rId2" Type="http://schemas.openxmlformats.org/officeDocument/2006/relationships/tags" Target="../tags/tag51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33.xml"/><Relationship Id="rId17" Type="http://schemas.openxmlformats.org/officeDocument/2006/relationships/image" Target="../media/image1.png"/><Relationship Id="rId16" Type="http://schemas.openxmlformats.org/officeDocument/2006/relationships/tags" Target="../tags/tag532.xml"/><Relationship Id="rId15" Type="http://schemas.openxmlformats.org/officeDocument/2006/relationships/tags" Target="../tags/tag531.xml"/><Relationship Id="rId14" Type="http://schemas.openxmlformats.org/officeDocument/2006/relationships/tags" Target="../tags/tag530.xml"/><Relationship Id="rId13" Type="http://schemas.openxmlformats.org/officeDocument/2006/relationships/tags" Target="../tags/tag529.xml"/><Relationship Id="rId12" Type="http://schemas.openxmlformats.org/officeDocument/2006/relationships/tags" Target="../tags/tag528.xml"/><Relationship Id="rId11" Type="http://schemas.openxmlformats.org/officeDocument/2006/relationships/tags" Target="../tags/tag527.xml"/><Relationship Id="rId10" Type="http://schemas.openxmlformats.org/officeDocument/2006/relationships/tags" Target="../tags/tag526.xml"/><Relationship Id="rId1" Type="http://schemas.openxmlformats.org/officeDocument/2006/relationships/tags" Target="../tags/tag51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41.xml"/><Relationship Id="rId8" Type="http://schemas.openxmlformats.org/officeDocument/2006/relationships/tags" Target="../tags/tag540.xml"/><Relationship Id="rId7" Type="http://schemas.openxmlformats.org/officeDocument/2006/relationships/image" Target="../media/image1.png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50.xml"/><Relationship Id="rId17" Type="http://schemas.openxmlformats.org/officeDocument/2006/relationships/tags" Target="../tags/tag549.xml"/><Relationship Id="rId16" Type="http://schemas.openxmlformats.org/officeDocument/2006/relationships/tags" Target="../tags/tag548.xml"/><Relationship Id="rId15" Type="http://schemas.openxmlformats.org/officeDocument/2006/relationships/tags" Target="../tags/tag547.xml"/><Relationship Id="rId14" Type="http://schemas.openxmlformats.org/officeDocument/2006/relationships/tags" Target="../tags/tag546.xml"/><Relationship Id="rId13" Type="http://schemas.openxmlformats.org/officeDocument/2006/relationships/tags" Target="../tags/tag545.xml"/><Relationship Id="rId12" Type="http://schemas.openxmlformats.org/officeDocument/2006/relationships/tags" Target="../tags/tag544.xml"/><Relationship Id="rId11" Type="http://schemas.openxmlformats.org/officeDocument/2006/relationships/tags" Target="../tags/tag543.xml"/><Relationship Id="rId10" Type="http://schemas.openxmlformats.org/officeDocument/2006/relationships/tags" Target="../tags/tag542.xml"/><Relationship Id="rId1" Type="http://schemas.openxmlformats.org/officeDocument/2006/relationships/tags" Target="../tags/tag53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558.xml"/><Relationship Id="rId8" Type="http://schemas.openxmlformats.org/officeDocument/2006/relationships/tags" Target="../tags/tag557.xml"/><Relationship Id="rId7" Type="http://schemas.openxmlformats.org/officeDocument/2006/relationships/image" Target="../media/image1.png"/><Relationship Id="rId6" Type="http://schemas.openxmlformats.org/officeDocument/2006/relationships/tags" Target="../tags/tag556.xml"/><Relationship Id="rId5" Type="http://schemas.openxmlformats.org/officeDocument/2006/relationships/tags" Target="../tags/tag555.xml"/><Relationship Id="rId4" Type="http://schemas.openxmlformats.org/officeDocument/2006/relationships/tags" Target="../tags/tag554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67.xml"/><Relationship Id="rId17" Type="http://schemas.openxmlformats.org/officeDocument/2006/relationships/tags" Target="../tags/tag566.xml"/><Relationship Id="rId16" Type="http://schemas.openxmlformats.org/officeDocument/2006/relationships/tags" Target="../tags/tag565.xml"/><Relationship Id="rId15" Type="http://schemas.openxmlformats.org/officeDocument/2006/relationships/tags" Target="../tags/tag564.xml"/><Relationship Id="rId14" Type="http://schemas.openxmlformats.org/officeDocument/2006/relationships/tags" Target="../tags/tag563.xml"/><Relationship Id="rId13" Type="http://schemas.openxmlformats.org/officeDocument/2006/relationships/tags" Target="../tags/tag562.xml"/><Relationship Id="rId12" Type="http://schemas.openxmlformats.org/officeDocument/2006/relationships/tags" Target="../tags/tag561.xml"/><Relationship Id="rId11" Type="http://schemas.openxmlformats.org/officeDocument/2006/relationships/tags" Target="../tags/tag560.xml"/><Relationship Id="rId10" Type="http://schemas.openxmlformats.org/officeDocument/2006/relationships/tags" Target="../tags/tag559.xml"/><Relationship Id="rId1" Type="http://schemas.openxmlformats.org/officeDocument/2006/relationships/tags" Target="../tags/tag55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576.xml"/><Relationship Id="rId8" Type="http://schemas.openxmlformats.org/officeDocument/2006/relationships/tags" Target="../tags/tag575.xml"/><Relationship Id="rId7" Type="http://schemas.openxmlformats.org/officeDocument/2006/relationships/tags" Target="../tags/tag574.xml"/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84.xml"/><Relationship Id="rId17" Type="http://schemas.openxmlformats.org/officeDocument/2006/relationships/image" Target="../media/image1.png"/><Relationship Id="rId16" Type="http://schemas.openxmlformats.org/officeDocument/2006/relationships/tags" Target="../tags/tag583.xml"/><Relationship Id="rId15" Type="http://schemas.openxmlformats.org/officeDocument/2006/relationships/tags" Target="../tags/tag582.xml"/><Relationship Id="rId14" Type="http://schemas.openxmlformats.org/officeDocument/2006/relationships/tags" Target="../tags/tag581.xml"/><Relationship Id="rId13" Type="http://schemas.openxmlformats.org/officeDocument/2006/relationships/tags" Target="../tags/tag580.xml"/><Relationship Id="rId12" Type="http://schemas.openxmlformats.org/officeDocument/2006/relationships/tags" Target="../tags/tag579.xml"/><Relationship Id="rId11" Type="http://schemas.openxmlformats.org/officeDocument/2006/relationships/tags" Target="../tags/tag578.xml"/><Relationship Id="rId10" Type="http://schemas.openxmlformats.org/officeDocument/2006/relationships/tags" Target="../tags/tag577.xml"/><Relationship Id="rId1" Type="http://schemas.openxmlformats.org/officeDocument/2006/relationships/tags" Target="../tags/tag568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592.xml"/><Relationship Id="rId8" Type="http://schemas.openxmlformats.org/officeDocument/2006/relationships/tags" Target="../tags/tag591.xml"/><Relationship Id="rId7" Type="http://schemas.openxmlformats.org/officeDocument/2006/relationships/image" Target="../media/image1.png"/><Relationship Id="rId6" Type="http://schemas.openxmlformats.org/officeDocument/2006/relationships/tags" Target="../tags/tag590.xml"/><Relationship Id="rId5" Type="http://schemas.openxmlformats.org/officeDocument/2006/relationships/tags" Target="../tags/tag589.xml"/><Relationship Id="rId4" Type="http://schemas.openxmlformats.org/officeDocument/2006/relationships/tags" Target="../tags/tag588.xml"/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01.xml"/><Relationship Id="rId17" Type="http://schemas.openxmlformats.org/officeDocument/2006/relationships/tags" Target="../tags/tag600.xml"/><Relationship Id="rId16" Type="http://schemas.openxmlformats.org/officeDocument/2006/relationships/tags" Target="../tags/tag599.xml"/><Relationship Id="rId15" Type="http://schemas.openxmlformats.org/officeDocument/2006/relationships/tags" Target="../tags/tag598.xml"/><Relationship Id="rId14" Type="http://schemas.openxmlformats.org/officeDocument/2006/relationships/tags" Target="../tags/tag597.xml"/><Relationship Id="rId13" Type="http://schemas.openxmlformats.org/officeDocument/2006/relationships/tags" Target="../tags/tag596.xml"/><Relationship Id="rId12" Type="http://schemas.openxmlformats.org/officeDocument/2006/relationships/tags" Target="../tags/tag595.xml"/><Relationship Id="rId11" Type="http://schemas.openxmlformats.org/officeDocument/2006/relationships/tags" Target="../tags/tag594.xml"/><Relationship Id="rId10" Type="http://schemas.openxmlformats.org/officeDocument/2006/relationships/tags" Target="../tags/tag593.xml"/><Relationship Id="rId1" Type="http://schemas.openxmlformats.org/officeDocument/2006/relationships/tags" Target="../tags/tag585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609.xml"/><Relationship Id="rId8" Type="http://schemas.openxmlformats.org/officeDocument/2006/relationships/tags" Target="../tags/tag608.xml"/><Relationship Id="rId7" Type="http://schemas.openxmlformats.org/officeDocument/2006/relationships/image" Target="../media/image1.png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tags" Target="../tags/tag604.xml"/><Relationship Id="rId2" Type="http://schemas.openxmlformats.org/officeDocument/2006/relationships/tags" Target="../tags/tag60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610.xml"/><Relationship Id="rId1" Type="http://schemas.openxmlformats.org/officeDocument/2006/relationships/tags" Target="../tags/tag602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tags" Target="../tags/tag614.xml"/><Relationship Id="rId3" Type="http://schemas.openxmlformats.org/officeDocument/2006/relationships/tags" Target="../tags/tag613.xml"/><Relationship Id="rId2" Type="http://schemas.openxmlformats.org/officeDocument/2006/relationships/tags" Target="../tags/tag61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27.xml"/><Relationship Id="rId17" Type="http://schemas.openxmlformats.org/officeDocument/2006/relationships/image" Target="../media/image1.png"/><Relationship Id="rId16" Type="http://schemas.openxmlformats.org/officeDocument/2006/relationships/tags" Target="../tags/tag626.xml"/><Relationship Id="rId15" Type="http://schemas.openxmlformats.org/officeDocument/2006/relationships/tags" Target="../tags/tag625.xml"/><Relationship Id="rId14" Type="http://schemas.openxmlformats.org/officeDocument/2006/relationships/tags" Target="../tags/tag624.xml"/><Relationship Id="rId13" Type="http://schemas.openxmlformats.org/officeDocument/2006/relationships/tags" Target="../tags/tag623.xml"/><Relationship Id="rId12" Type="http://schemas.openxmlformats.org/officeDocument/2006/relationships/tags" Target="../tags/tag622.xml"/><Relationship Id="rId11" Type="http://schemas.openxmlformats.org/officeDocument/2006/relationships/tags" Target="../tags/tag621.xml"/><Relationship Id="rId10" Type="http://schemas.openxmlformats.org/officeDocument/2006/relationships/tags" Target="../tags/tag620.xml"/><Relationship Id="rId1" Type="http://schemas.openxmlformats.org/officeDocument/2006/relationships/tags" Target="../tags/tag61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636.xml"/><Relationship Id="rId8" Type="http://schemas.openxmlformats.org/officeDocument/2006/relationships/tags" Target="../tags/tag635.xml"/><Relationship Id="rId7" Type="http://schemas.openxmlformats.org/officeDocument/2006/relationships/tags" Target="../tags/tag634.xml"/><Relationship Id="rId6" Type="http://schemas.openxmlformats.org/officeDocument/2006/relationships/tags" Target="../tags/tag633.xml"/><Relationship Id="rId5" Type="http://schemas.openxmlformats.org/officeDocument/2006/relationships/tags" Target="../tags/tag632.xml"/><Relationship Id="rId4" Type="http://schemas.openxmlformats.org/officeDocument/2006/relationships/tags" Target="../tags/tag631.xml"/><Relationship Id="rId3" Type="http://schemas.openxmlformats.org/officeDocument/2006/relationships/tags" Target="../tags/tag630.xml"/><Relationship Id="rId2" Type="http://schemas.openxmlformats.org/officeDocument/2006/relationships/tags" Target="../tags/tag62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44.xml"/><Relationship Id="rId17" Type="http://schemas.openxmlformats.org/officeDocument/2006/relationships/image" Target="../media/image1.png"/><Relationship Id="rId16" Type="http://schemas.openxmlformats.org/officeDocument/2006/relationships/tags" Target="../tags/tag643.xml"/><Relationship Id="rId15" Type="http://schemas.openxmlformats.org/officeDocument/2006/relationships/tags" Target="../tags/tag642.xml"/><Relationship Id="rId14" Type="http://schemas.openxmlformats.org/officeDocument/2006/relationships/tags" Target="../tags/tag641.xml"/><Relationship Id="rId13" Type="http://schemas.openxmlformats.org/officeDocument/2006/relationships/tags" Target="../tags/tag640.xml"/><Relationship Id="rId12" Type="http://schemas.openxmlformats.org/officeDocument/2006/relationships/tags" Target="../tags/tag639.xml"/><Relationship Id="rId11" Type="http://schemas.openxmlformats.org/officeDocument/2006/relationships/tags" Target="../tags/tag638.xml"/><Relationship Id="rId10" Type="http://schemas.openxmlformats.org/officeDocument/2006/relationships/tags" Target="../tags/tag637.xml"/><Relationship Id="rId1" Type="http://schemas.openxmlformats.org/officeDocument/2006/relationships/tags" Target="../tags/tag62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653.xml"/><Relationship Id="rId8" Type="http://schemas.openxmlformats.org/officeDocument/2006/relationships/tags" Target="../tags/tag652.xml"/><Relationship Id="rId7" Type="http://schemas.openxmlformats.org/officeDocument/2006/relationships/tags" Target="../tags/tag651.xml"/><Relationship Id="rId6" Type="http://schemas.openxmlformats.org/officeDocument/2006/relationships/tags" Target="../tags/tag650.xml"/><Relationship Id="rId5" Type="http://schemas.openxmlformats.org/officeDocument/2006/relationships/tags" Target="../tags/tag649.xml"/><Relationship Id="rId4" Type="http://schemas.openxmlformats.org/officeDocument/2006/relationships/tags" Target="../tags/tag648.xml"/><Relationship Id="rId3" Type="http://schemas.openxmlformats.org/officeDocument/2006/relationships/tags" Target="../tags/tag647.xml"/><Relationship Id="rId2" Type="http://schemas.openxmlformats.org/officeDocument/2006/relationships/tags" Target="../tags/tag64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61.xml"/><Relationship Id="rId17" Type="http://schemas.openxmlformats.org/officeDocument/2006/relationships/image" Target="../media/image1.png"/><Relationship Id="rId16" Type="http://schemas.openxmlformats.org/officeDocument/2006/relationships/tags" Target="../tags/tag660.xml"/><Relationship Id="rId15" Type="http://schemas.openxmlformats.org/officeDocument/2006/relationships/tags" Target="../tags/tag659.xml"/><Relationship Id="rId14" Type="http://schemas.openxmlformats.org/officeDocument/2006/relationships/tags" Target="../tags/tag658.xml"/><Relationship Id="rId13" Type="http://schemas.openxmlformats.org/officeDocument/2006/relationships/tags" Target="../tags/tag657.xml"/><Relationship Id="rId12" Type="http://schemas.openxmlformats.org/officeDocument/2006/relationships/tags" Target="../tags/tag656.xml"/><Relationship Id="rId11" Type="http://schemas.openxmlformats.org/officeDocument/2006/relationships/tags" Target="../tags/tag655.xml"/><Relationship Id="rId10" Type="http://schemas.openxmlformats.org/officeDocument/2006/relationships/tags" Target="../tags/tag654.xml"/><Relationship Id="rId1" Type="http://schemas.openxmlformats.org/officeDocument/2006/relationships/tags" Target="../tags/tag64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669.xml"/><Relationship Id="rId8" Type="http://schemas.openxmlformats.org/officeDocument/2006/relationships/tags" Target="../tags/tag668.xml"/><Relationship Id="rId7" Type="http://schemas.openxmlformats.org/officeDocument/2006/relationships/image" Target="../media/image1.png"/><Relationship Id="rId6" Type="http://schemas.openxmlformats.org/officeDocument/2006/relationships/tags" Target="../tags/tag667.xml"/><Relationship Id="rId5" Type="http://schemas.openxmlformats.org/officeDocument/2006/relationships/tags" Target="../tags/tag666.xml"/><Relationship Id="rId4" Type="http://schemas.openxmlformats.org/officeDocument/2006/relationships/tags" Target="../tags/tag665.xml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78.xml"/><Relationship Id="rId17" Type="http://schemas.openxmlformats.org/officeDocument/2006/relationships/tags" Target="../tags/tag677.xml"/><Relationship Id="rId16" Type="http://schemas.openxmlformats.org/officeDocument/2006/relationships/tags" Target="../tags/tag676.xml"/><Relationship Id="rId15" Type="http://schemas.openxmlformats.org/officeDocument/2006/relationships/tags" Target="../tags/tag675.xml"/><Relationship Id="rId14" Type="http://schemas.openxmlformats.org/officeDocument/2006/relationships/tags" Target="../tags/tag674.xml"/><Relationship Id="rId13" Type="http://schemas.openxmlformats.org/officeDocument/2006/relationships/tags" Target="../tags/tag673.xml"/><Relationship Id="rId12" Type="http://schemas.openxmlformats.org/officeDocument/2006/relationships/tags" Target="../tags/tag672.xml"/><Relationship Id="rId11" Type="http://schemas.openxmlformats.org/officeDocument/2006/relationships/tags" Target="../tags/tag671.xml"/><Relationship Id="rId10" Type="http://schemas.openxmlformats.org/officeDocument/2006/relationships/tags" Target="../tags/tag670.xml"/><Relationship Id="rId1" Type="http://schemas.openxmlformats.org/officeDocument/2006/relationships/tags" Target="../tags/tag66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image" Target="../media/image1.png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95.xml"/><Relationship Id="rId17" Type="http://schemas.openxmlformats.org/officeDocument/2006/relationships/tags" Target="../tags/tag694.xml"/><Relationship Id="rId16" Type="http://schemas.openxmlformats.org/officeDocument/2006/relationships/tags" Target="../tags/tag693.xml"/><Relationship Id="rId15" Type="http://schemas.openxmlformats.org/officeDocument/2006/relationships/tags" Target="../tags/tag692.xml"/><Relationship Id="rId14" Type="http://schemas.openxmlformats.org/officeDocument/2006/relationships/tags" Target="../tags/tag691.xml"/><Relationship Id="rId13" Type="http://schemas.openxmlformats.org/officeDocument/2006/relationships/tags" Target="../tags/tag690.xml"/><Relationship Id="rId12" Type="http://schemas.openxmlformats.org/officeDocument/2006/relationships/tags" Target="../tags/tag689.xml"/><Relationship Id="rId11" Type="http://schemas.openxmlformats.org/officeDocument/2006/relationships/tags" Target="../tags/tag688.xml"/><Relationship Id="rId10" Type="http://schemas.openxmlformats.org/officeDocument/2006/relationships/tags" Target="../tags/tag687.xml"/><Relationship Id="rId1" Type="http://schemas.openxmlformats.org/officeDocument/2006/relationships/tags" Target="../tags/tag679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703.xml"/><Relationship Id="rId8" Type="http://schemas.openxmlformats.org/officeDocument/2006/relationships/tags" Target="../tags/tag702.xml"/><Relationship Id="rId7" Type="http://schemas.openxmlformats.org/officeDocument/2006/relationships/image" Target="../media/image1.png"/><Relationship Id="rId6" Type="http://schemas.openxmlformats.org/officeDocument/2006/relationships/tags" Target="../tags/tag701.xml"/><Relationship Id="rId5" Type="http://schemas.openxmlformats.org/officeDocument/2006/relationships/tags" Target="../tags/tag700.xml"/><Relationship Id="rId4" Type="http://schemas.openxmlformats.org/officeDocument/2006/relationships/tags" Target="../tags/tag699.xml"/><Relationship Id="rId3" Type="http://schemas.openxmlformats.org/officeDocument/2006/relationships/tags" Target="../tags/tag698.xml"/><Relationship Id="rId2" Type="http://schemas.openxmlformats.org/officeDocument/2006/relationships/tags" Target="../tags/tag69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12.xml"/><Relationship Id="rId17" Type="http://schemas.openxmlformats.org/officeDocument/2006/relationships/tags" Target="../tags/tag711.xml"/><Relationship Id="rId16" Type="http://schemas.openxmlformats.org/officeDocument/2006/relationships/tags" Target="../tags/tag710.xml"/><Relationship Id="rId15" Type="http://schemas.openxmlformats.org/officeDocument/2006/relationships/tags" Target="../tags/tag709.xml"/><Relationship Id="rId14" Type="http://schemas.openxmlformats.org/officeDocument/2006/relationships/tags" Target="../tags/tag708.xml"/><Relationship Id="rId13" Type="http://schemas.openxmlformats.org/officeDocument/2006/relationships/tags" Target="../tags/tag707.xml"/><Relationship Id="rId12" Type="http://schemas.openxmlformats.org/officeDocument/2006/relationships/tags" Target="../tags/tag706.xml"/><Relationship Id="rId11" Type="http://schemas.openxmlformats.org/officeDocument/2006/relationships/tags" Target="../tags/tag705.xml"/><Relationship Id="rId10" Type="http://schemas.openxmlformats.org/officeDocument/2006/relationships/tags" Target="../tags/tag704.xml"/><Relationship Id="rId1" Type="http://schemas.openxmlformats.org/officeDocument/2006/relationships/tags" Target="../tags/tag696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721.xml"/><Relationship Id="rId8" Type="http://schemas.openxmlformats.org/officeDocument/2006/relationships/tags" Target="../tags/tag720.xml"/><Relationship Id="rId7" Type="http://schemas.openxmlformats.org/officeDocument/2006/relationships/tags" Target="../tags/tag719.xml"/><Relationship Id="rId6" Type="http://schemas.openxmlformats.org/officeDocument/2006/relationships/tags" Target="../tags/tag718.xml"/><Relationship Id="rId5" Type="http://schemas.openxmlformats.org/officeDocument/2006/relationships/tags" Target="../tags/tag717.xml"/><Relationship Id="rId4" Type="http://schemas.openxmlformats.org/officeDocument/2006/relationships/tags" Target="../tags/tag716.xml"/><Relationship Id="rId3" Type="http://schemas.openxmlformats.org/officeDocument/2006/relationships/tags" Target="../tags/tag715.xml"/><Relationship Id="rId2" Type="http://schemas.openxmlformats.org/officeDocument/2006/relationships/tags" Target="../tags/tag71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29.xml"/><Relationship Id="rId17" Type="http://schemas.openxmlformats.org/officeDocument/2006/relationships/image" Target="../media/image1.png"/><Relationship Id="rId16" Type="http://schemas.openxmlformats.org/officeDocument/2006/relationships/tags" Target="../tags/tag728.xml"/><Relationship Id="rId15" Type="http://schemas.openxmlformats.org/officeDocument/2006/relationships/tags" Target="../tags/tag727.xml"/><Relationship Id="rId14" Type="http://schemas.openxmlformats.org/officeDocument/2006/relationships/tags" Target="../tags/tag726.xml"/><Relationship Id="rId13" Type="http://schemas.openxmlformats.org/officeDocument/2006/relationships/tags" Target="../tags/tag725.xml"/><Relationship Id="rId12" Type="http://schemas.openxmlformats.org/officeDocument/2006/relationships/tags" Target="../tags/tag724.xml"/><Relationship Id="rId11" Type="http://schemas.openxmlformats.org/officeDocument/2006/relationships/tags" Target="../tags/tag723.xml"/><Relationship Id="rId10" Type="http://schemas.openxmlformats.org/officeDocument/2006/relationships/tags" Target="../tags/tag722.xml"/><Relationship Id="rId1" Type="http://schemas.openxmlformats.org/officeDocument/2006/relationships/tags" Target="../tags/tag713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738.xml"/><Relationship Id="rId8" Type="http://schemas.openxmlformats.org/officeDocument/2006/relationships/tags" Target="../tags/tag737.xml"/><Relationship Id="rId7" Type="http://schemas.openxmlformats.org/officeDocument/2006/relationships/tags" Target="../tags/tag736.xml"/><Relationship Id="rId6" Type="http://schemas.openxmlformats.org/officeDocument/2006/relationships/tags" Target="../tags/tag735.xml"/><Relationship Id="rId5" Type="http://schemas.openxmlformats.org/officeDocument/2006/relationships/tags" Target="../tags/tag734.xml"/><Relationship Id="rId4" Type="http://schemas.openxmlformats.org/officeDocument/2006/relationships/tags" Target="../tags/tag733.xml"/><Relationship Id="rId3" Type="http://schemas.openxmlformats.org/officeDocument/2006/relationships/tags" Target="../tags/tag732.xml"/><Relationship Id="rId2" Type="http://schemas.openxmlformats.org/officeDocument/2006/relationships/tags" Target="../tags/tag73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46.xml"/><Relationship Id="rId17" Type="http://schemas.openxmlformats.org/officeDocument/2006/relationships/image" Target="../media/image1.png"/><Relationship Id="rId16" Type="http://schemas.openxmlformats.org/officeDocument/2006/relationships/tags" Target="../tags/tag745.xml"/><Relationship Id="rId15" Type="http://schemas.openxmlformats.org/officeDocument/2006/relationships/tags" Target="../tags/tag744.xml"/><Relationship Id="rId14" Type="http://schemas.openxmlformats.org/officeDocument/2006/relationships/tags" Target="../tags/tag743.xml"/><Relationship Id="rId13" Type="http://schemas.openxmlformats.org/officeDocument/2006/relationships/tags" Target="../tags/tag742.xml"/><Relationship Id="rId12" Type="http://schemas.openxmlformats.org/officeDocument/2006/relationships/tags" Target="../tags/tag741.xml"/><Relationship Id="rId11" Type="http://schemas.openxmlformats.org/officeDocument/2006/relationships/tags" Target="../tags/tag740.xml"/><Relationship Id="rId10" Type="http://schemas.openxmlformats.org/officeDocument/2006/relationships/tags" Target="../tags/tag739.xml"/><Relationship Id="rId1" Type="http://schemas.openxmlformats.org/officeDocument/2006/relationships/tags" Target="../tags/tag730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755.xml"/><Relationship Id="rId8" Type="http://schemas.openxmlformats.org/officeDocument/2006/relationships/tags" Target="../tags/tag754.xml"/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tags" Target="../tags/tag750.xml"/><Relationship Id="rId3" Type="http://schemas.openxmlformats.org/officeDocument/2006/relationships/tags" Target="../tags/tag749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74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63.xml"/><Relationship Id="rId17" Type="http://schemas.openxmlformats.org/officeDocument/2006/relationships/image" Target="../media/image1.png"/><Relationship Id="rId16" Type="http://schemas.openxmlformats.org/officeDocument/2006/relationships/tags" Target="../tags/tag762.xml"/><Relationship Id="rId15" Type="http://schemas.openxmlformats.org/officeDocument/2006/relationships/tags" Target="../tags/tag761.xml"/><Relationship Id="rId14" Type="http://schemas.openxmlformats.org/officeDocument/2006/relationships/tags" Target="../tags/tag760.xml"/><Relationship Id="rId13" Type="http://schemas.openxmlformats.org/officeDocument/2006/relationships/tags" Target="../tags/tag759.xml"/><Relationship Id="rId12" Type="http://schemas.openxmlformats.org/officeDocument/2006/relationships/tags" Target="../tags/tag758.xml"/><Relationship Id="rId11" Type="http://schemas.openxmlformats.org/officeDocument/2006/relationships/tags" Target="../tags/tag757.xml"/><Relationship Id="rId10" Type="http://schemas.openxmlformats.org/officeDocument/2006/relationships/tags" Target="../tags/tag756.xml"/><Relationship Id="rId1" Type="http://schemas.openxmlformats.org/officeDocument/2006/relationships/tags" Target="../tags/tag747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771.xml"/><Relationship Id="rId8" Type="http://schemas.openxmlformats.org/officeDocument/2006/relationships/tags" Target="../tags/tag770.xml"/><Relationship Id="rId7" Type="http://schemas.openxmlformats.org/officeDocument/2006/relationships/image" Target="../media/image1.png"/><Relationship Id="rId6" Type="http://schemas.openxmlformats.org/officeDocument/2006/relationships/tags" Target="../tags/tag769.xml"/><Relationship Id="rId5" Type="http://schemas.openxmlformats.org/officeDocument/2006/relationships/tags" Target="../tags/tag768.xml"/><Relationship Id="rId4" Type="http://schemas.openxmlformats.org/officeDocument/2006/relationships/tags" Target="../tags/tag767.xml"/><Relationship Id="rId3" Type="http://schemas.openxmlformats.org/officeDocument/2006/relationships/tags" Target="../tags/tag766.xml"/><Relationship Id="rId2" Type="http://schemas.openxmlformats.org/officeDocument/2006/relationships/tags" Target="../tags/tag76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80.xml"/><Relationship Id="rId17" Type="http://schemas.openxmlformats.org/officeDocument/2006/relationships/tags" Target="../tags/tag779.xml"/><Relationship Id="rId16" Type="http://schemas.openxmlformats.org/officeDocument/2006/relationships/tags" Target="../tags/tag778.xml"/><Relationship Id="rId15" Type="http://schemas.openxmlformats.org/officeDocument/2006/relationships/tags" Target="../tags/tag777.xml"/><Relationship Id="rId14" Type="http://schemas.openxmlformats.org/officeDocument/2006/relationships/tags" Target="../tags/tag776.xml"/><Relationship Id="rId13" Type="http://schemas.openxmlformats.org/officeDocument/2006/relationships/tags" Target="../tags/tag775.xml"/><Relationship Id="rId12" Type="http://schemas.openxmlformats.org/officeDocument/2006/relationships/tags" Target="../tags/tag774.xml"/><Relationship Id="rId11" Type="http://schemas.openxmlformats.org/officeDocument/2006/relationships/tags" Target="../tags/tag773.xml"/><Relationship Id="rId10" Type="http://schemas.openxmlformats.org/officeDocument/2006/relationships/tags" Target="../tags/tag772.xml"/><Relationship Id="rId1" Type="http://schemas.openxmlformats.org/officeDocument/2006/relationships/tags" Target="../tags/tag764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789.xml"/><Relationship Id="rId8" Type="http://schemas.openxmlformats.org/officeDocument/2006/relationships/tags" Target="../tags/tag788.xml"/><Relationship Id="rId7" Type="http://schemas.openxmlformats.org/officeDocument/2006/relationships/tags" Target="../tags/tag787.xml"/><Relationship Id="rId6" Type="http://schemas.openxmlformats.org/officeDocument/2006/relationships/tags" Target="../tags/tag786.xml"/><Relationship Id="rId5" Type="http://schemas.openxmlformats.org/officeDocument/2006/relationships/tags" Target="../tags/tag785.xml"/><Relationship Id="rId4" Type="http://schemas.openxmlformats.org/officeDocument/2006/relationships/tags" Target="../tags/tag784.xml"/><Relationship Id="rId3" Type="http://schemas.openxmlformats.org/officeDocument/2006/relationships/tags" Target="../tags/tag783.xml"/><Relationship Id="rId2" Type="http://schemas.openxmlformats.org/officeDocument/2006/relationships/tags" Target="../tags/tag78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97.xml"/><Relationship Id="rId17" Type="http://schemas.openxmlformats.org/officeDocument/2006/relationships/image" Target="../media/image1.png"/><Relationship Id="rId16" Type="http://schemas.openxmlformats.org/officeDocument/2006/relationships/tags" Target="../tags/tag796.xml"/><Relationship Id="rId15" Type="http://schemas.openxmlformats.org/officeDocument/2006/relationships/tags" Target="../tags/tag795.xml"/><Relationship Id="rId14" Type="http://schemas.openxmlformats.org/officeDocument/2006/relationships/tags" Target="../tags/tag794.xml"/><Relationship Id="rId13" Type="http://schemas.openxmlformats.org/officeDocument/2006/relationships/tags" Target="../tags/tag793.xml"/><Relationship Id="rId12" Type="http://schemas.openxmlformats.org/officeDocument/2006/relationships/tags" Target="../tags/tag792.xml"/><Relationship Id="rId11" Type="http://schemas.openxmlformats.org/officeDocument/2006/relationships/tags" Target="../tags/tag791.xml"/><Relationship Id="rId10" Type="http://schemas.openxmlformats.org/officeDocument/2006/relationships/tags" Target="../tags/tag790.xml"/><Relationship Id="rId1" Type="http://schemas.openxmlformats.org/officeDocument/2006/relationships/tags" Target="../tags/tag781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805.xml"/><Relationship Id="rId8" Type="http://schemas.openxmlformats.org/officeDocument/2006/relationships/tags" Target="../tags/tag804.xml"/><Relationship Id="rId7" Type="http://schemas.openxmlformats.org/officeDocument/2006/relationships/image" Target="../media/image1.png"/><Relationship Id="rId6" Type="http://schemas.openxmlformats.org/officeDocument/2006/relationships/tags" Target="../tags/tag803.xml"/><Relationship Id="rId5" Type="http://schemas.openxmlformats.org/officeDocument/2006/relationships/tags" Target="../tags/tag802.xml"/><Relationship Id="rId4" Type="http://schemas.openxmlformats.org/officeDocument/2006/relationships/tags" Target="../tags/tag801.xml"/><Relationship Id="rId3" Type="http://schemas.openxmlformats.org/officeDocument/2006/relationships/tags" Target="../tags/tag800.xml"/><Relationship Id="rId2" Type="http://schemas.openxmlformats.org/officeDocument/2006/relationships/tags" Target="../tags/tag79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806.xml"/><Relationship Id="rId1" Type="http://schemas.openxmlformats.org/officeDocument/2006/relationships/tags" Target="../tags/tag798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814.xml"/><Relationship Id="rId8" Type="http://schemas.openxmlformats.org/officeDocument/2006/relationships/tags" Target="../tags/tag813.xml"/><Relationship Id="rId7" Type="http://schemas.openxmlformats.org/officeDocument/2006/relationships/image" Target="../media/image1.png"/><Relationship Id="rId6" Type="http://schemas.openxmlformats.org/officeDocument/2006/relationships/tags" Target="../tags/tag812.xml"/><Relationship Id="rId5" Type="http://schemas.openxmlformats.org/officeDocument/2006/relationships/tags" Target="../tags/tag811.xml"/><Relationship Id="rId4" Type="http://schemas.openxmlformats.org/officeDocument/2006/relationships/tags" Target="../tags/tag810.xml"/><Relationship Id="rId3" Type="http://schemas.openxmlformats.org/officeDocument/2006/relationships/tags" Target="../tags/tag809.xml"/><Relationship Id="rId2" Type="http://schemas.openxmlformats.org/officeDocument/2006/relationships/tags" Target="../tags/tag80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23.xml"/><Relationship Id="rId17" Type="http://schemas.openxmlformats.org/officeDocument/2006/relationships/tags" Target="../tags/tag822.xml"/><Relationship Id="rId16" Type="http://schemas.openxmlformats.org/officeDocument/2006/relationships/tags" Target="../tags/tag821.xml"/><Relationship Id="rId15" Type="http://schemas.openxmlformats.org/officeDocument/2006/relationships/tags" Target="../tags/tag820.xml"/><Relationship Id="rId14" Type="http://schemas.openxmlformats.org/officeDocument/2006/relationships/tags" Target="../tags/tag819.xml"/><Relationship Id="rId13" Type="http://schemas.openxmlformats.org/officeDocument/2006/relationships/tags" Target="../tags/tag818.xml"/><Relationship Id="rId12" Type="http://schemas.openxmlformats.org/officeDocument/2006/relationships/tags" Target="../tags/tag817.xml"/><Relationship Id="rId11" Type="http://schemas.openxmlformats.org/officeDocument/2006/relationships/tags" Target="../tags/tag816.xml"/><Relationship Id="rId10" Type="http://schemas.openxmlformats.org/officeDocument/2006/relationships/tags" Target="../tags/tag815.xml"/><Relationship Id="rId1" Type="http://schemas.openxmlformats.org/officeDocument/2006/relationships/tags" Target="../tags/tag807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832.xml"/><Relationship Id="rId8" Type="http://schemas.openxmlformats.org/officeDocument/2006/relationships/tags" Target="../tags/tag831.xml"/><Relationship Id="rId7" Type="http://schemas.openxmlformats.org/officeDocument/2006/relationships/tags" Target="../tags/tag830.xml"/><Relationship Id="rId6" Type="http://schemas.openxmlformats.org/officeDocument/2006/relationships/tags" Target="../tags/tag829.xml"/><Relationship Id="rId5" Type="http://schemas.openxmlformats.org/officeDocument/2006/relationships/tags" Target="../tags/tag828.xml"/><Relationship Id="rId4" Type="http://schemas.openxmlformats.org/officeDocument/2006/relationships/tags" Target="../tags/tag827.xml"/><Relationship Id="rId3" Type="http://schemas.openxmlformats.org/officeDocument/2006/relationships/tags" Target="../tags/tag826.xml"/><Relationship Id="rId2" Type="http://schemas.openxmlformats.org/officeDocument/2006/relationships/tags" Target="../tags/tag82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40.xml"/><Relationship Id="rId17" Type="http://schemas.openxmlformats.org/officeDocument/2006/relationships/image" Target="../media/image1.png"/><Relationship Id="rId16" Type="http://schemas.openxmlformats.org/officeDocument/2006/relationships/tags" Target="../tags/tag839.xml"/><Relationship Id="rId15" Type="http://schemas.openxmlformats.org/officeDocument/2006/relationships/tags" Target="../tags/tag838.xml"/><Relationship Id="rId14" Type="http://schemas.openxmlformats.org/officeDocument/2006/relationships/tags" Target="../tags/tag837.xml"/><Relationship Id="rId13" Type="http://schemas.openxmlformats.org/officeDocument/2006/relationships/tags" Target="../tags/tag836.xml"/><Relationship Id="rId12" Type="http://schemas.openxmlformats.org/officeDocument/2006/relationships/tags" Target="../tags/tag835.xml"/><Relationship Id="rId11" Type="http://schemas.openxmlformats.org/officeDocument/2006/relationships/tags" Target="../tags/tag834.xml"/><Relationship Id="rId10" Type="http://schemas.openxmlformats.org/officeDocument/2006/relationships/tags" Target="../tags/tag833.xml"/><Relationship Id="rId1" Type="http://schemas.openxmlformats.org/officeDocument/2006/relationships/tags" Target="../tags/tag824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849.xml"/><Relationship Id="rId8" Type="http://schemas.openxmlformats.org/officeDocument/2006/relationships/tags" Target="../tags/tag848.xml"/><Relationship Id="rId7" Type="http://schemas.openxmlformats.org/officeDocument/2006/relationships/tags" Target="../tags/tag847.xml"/><Relationship Id="rId6" Type="http://schemas.openxmlformats.org/officeDocument/2006/relationships/tags" Target="../tags/tag846.xml"/><Relationship Id="rId5" Type="http://schemas.openxmlformats.org/officeDocument/2006/relationships/tags" Target="../tags/tag845.xml"/><Relationship Id="rId4" Type="http://schemas.openxmlformats.org/officeDocument/2006/relationships/tags" Target="../tags/tag844.xml"/><Relationship Id="rId3" Type="http://schemas.openxmlformats.org/officeDocument/2006/relationships/tags" Target="../tags/tag843.xml"/><Relationship Id="rId2" Type="http://schemas.openxmlformats.org/officeDocument/2006/relationships/tags" Target="../tags/tag84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57.xml"/><Relationship Id="rId17" Type="http://schemas.openxmlformats.org/officeDocument/2006/relationships/image" Target="../media/image1.png"/><Relationship Id="rId16" Type="http://schemas.openxmlformats.org/officeDocument/2006/relationships/tags" Target="../tags/tag856.xml"/><Relationship Id="rId15" Type="http://schemas.openxmlformats.org/officeDocument/2006/relationships/tags" Target="../tags/tag855.xml"/><Relationship Id="rId14" Type="http://schemas.openxmlformats.org/officeDocument/2006/relationships/tags" Target="../tags/tag854.xml"/><Relationship Id="rId13" Type="http://schemas.openxmlformats.org/officeDocument/2006/relationships/tags" Target="../tags/tag853.xml"/><Relationship Id="rId12" Type="http://schemas.openxmlformats.org/officeDocument/2006/relationships/tags" Target="../tags/tag852.xml"/><Relationship Id="rId11" Type="http://schemas.openxmlformats.org/officeDocument/2006/relationships/tags" Target="../tags/tag851.xml"/><Relationship Id="rId10" Type="http://schemas.openxmlformats.org/officeDocument/2006/relationships/tags" Target="../tags/tag850.xml"/><Relationship Id="rId1" Type="http://schemas.openxmlformats.org/officeDocument/2006/relationships/tags" Target="../tags/tag841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866.xml"/><Relationship Id="rId8" Type="http://schemas.openxmlformats.org/officeDocument/2006/relationships/tags" Target="../tags/tag865.xml"/><Relationship Id="rId7" Type="http://schemas.openxmlformats.org/officeDocument/2006/relationships/tags" Target="../tags/tag864.xml"/><Relationship Id="rId6" Type="http://schemas.openxmlformats.org/officeDocument/2006/relationships/tags" Target="../tags/tag863.xml"/><Relationship Id="rId5" Type="http://schemas.openxmlformats.org/officeDocument/2006/relationships/tags" Target="../tags/tag862.xml"/><Relationship Id="rId4" Type="http://schemas.openxmlformats.org/officeDocument/2006/relationships/tags" Target="../tags/tag861.xml"/><Relationship Id="rId3" Type="http://schemas.openxmlformats.org/officeDocument/2006/relationships/tags" Target="../tags/tag860.xml"/><Relationship Id="rId2" Type="http://schemas.openxmlformats.org/officeDocument/2006/relationships/tags" Target="../tags/tag85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74.xml"/><Relationship Id="rId17" Type="http://schemas.openxmlformats.org/officeDocument/2006/relationships/image" Target="../media/image1.png"/><Relationship Id="rId16" Type="http://schemas.openxmlformats.org/officeDocument/2006/relationships/tags" Target="../tags/tag873.xml"/><Relationship Id="rId15" Type="http://schemas.openxmlformats.org/officeDocument/2006/relationships/tags" Target="../tags/tag872.xml"/><Relationship Id="rId14" Type="http://schemas.openxmlformats.org/officeDocument/2006/relationships/tags" Target="../tags/tag871.xml"/><Relationship Id="rId13" Type="http://schemas.openxmlformats.org/officeDocument/2006/relationships/tags" Target="../tags/tag870.xml"/><Relationship Id="rId12" Type="http://schemas.openxmlformats.org/officeDocument/2006/relationships/tags" Target="../tags/tag869.xml"/><Relationship Id="rId11" Type="http://schemas.openxmlformats.org/officeDocument/2006/relationships/tags" Target="../tags/tag868.xml"/><Relationship Id="rId10" Type="http://schemas.openxmlformats.org/officeDocument/2006/relationships/tags" Target="../tags/tag867.xml"/><Relationship Id="rId1" Type="http://schemas.openxmlformats.org/officeDocument/2006/relationships/tags" Target="../tags/tag858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882.xml"/><Relationship Id="rId8" Type="http://schemas.openxmlformats.org/officeDocument/2006/relationships/tags" Target="../tags/tag881.xml"/><Relationship Id="rId7" Type="http://schemas.openxmlformats.org/officeDocument/2006/relationships/image" Target="../media/image1.png"/><Relationship Id="rId6" Type="http://schemas.openxmlformats.org/officeDocument/2006/relationships/tags" Target="../tags/tag880.xml"/><Relationship Id="rId5" Type="http://schemas.openxmlformats.org/officeDocument/2006/relationships/tags" Target="../tags/tag879.xml"/><Relationship Id="rId4" Type="http://schemas.openxmlformats.org/officeDocument/2006/relationships/tags" Target="../tags/tag878.xml"/><Relationship Id="rId3" Type="http://schemas.openxmlformats.org/officeDocument/2006/relationships/tags" Target="../tags/tag877.xml"/><Relationship Id="rId2" Type="http://schemas.openxmlformats.org/officeDocument/2006/relationships/tags" Target="../tags/tag87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91.xml"/><Relationship Id="rId17" Type="http://schemas.openxmlformats.org/officeDocument/2006/relationships/tags" Target="../tags/tag890.xml"/><Relationship Id="rId16" Type="http://schemas.openxmlformats.org/officeDocument/2006/relationships/tags" Target="../tags/tag889.xml"/><Relationship Id="rId15" Type="http://schemas.openxmlformats.org/officeDocument/2006/relationships/tags" Target="../tags/tag888.xml"/><Relationship Id="rId14" Type="http://schemas.openxmlformats.org/officeDocument/2006/relationships/tags" Target="../tags/tag887.xml"/><Relationship Id="rId13" Type="http://schemas.openxmlformats.org/officeDocument/2006/relationships/tags" Target="../tags/tag886.xml"/><Relationship Id="rId12" Type="http://schemas.openxmlformats.org/officeDocument/2006/relationships/tags" Target="../tags/tag885.xml"/><Relationship Id="rId11" Type="http://schemas.openxmlformats.org/officeDocument/2006/relationships/tags" Target="../tags/tag884.xml"/><Relationship Id="rId10" Type="http://schemas.openxmlformats.org/officeDocument/2006/relationships/tags" Target="../tags/tag883.xml"/><Relationship Id="rId1" Type="http://schemas.openxmlformats.org/officeDocument/2006/relationships/tags" Target="../tags/tag875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900.xml"/><Relationship Id="rId8" Type="http://schemas.openxmlformats.org/officeDocument/2006/relationships/tags" Target="../tags/tag899.xml"/><Relationship Id="rId7" Type="http://schemas.openxmlformats.org/officeDocument/2006/relationships/tags" Target="../tags/tag898.xml"/><Relationship Id="rId6" Type="http://schemas.openxmlformats.org/officeDocument/2006/relationships/tags" Target="../tags/tag897.xml"/><Relationship Id="rId5" Type="http://schemas.openxmlformats.org/officeDocument/2006/relationships/tags" Target="../tags/tag896.xml"/><Relationship Id="rId4" Type="http://schemas.openxmlformats.org/officeDocument/2006/relationships/tags" Target="../tags/tag895.xml"/><Relationship Id="rId3" Type="http://schemas.openxmlformats.org/officeDocument/2006/relationships/tags" Target="../tags/tag894.xml"/><Relationship Id="rId2" Type="http://schemas.openxmlformats.org/officeDocument/2006/relationships/tags" Target="../tags/tag89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908.xml"/><Relationship Id="rId17" Type="http://schemas.openxmlformats.org/officeDocument/2006/relationships/image" Target="../media/image1.png"/><Relationship Id="rId16" Type="http://schemas.openxmlformats.org/officeDocument/2006/relationships/tags" Target="../tags/tag907.xml"/><Relationship Id="rId15" Type="http://schemas.openxmlformats.org/officeDocument/2006/relationships/tags" Target="../tags/tag906.xml"/><Relationship Id="rId14" Type="http://schemas.openxmlformats.org/officeDocument/2006/relationships/tags" Target="../tags/tag905.xml"/><Relationship Id="rId13" Type="http://schemas.openxmlformats.org/officeDocument/2006/relationships/tags" Target="../tags/tag904.xml"/><Relationship Id="rId12" Type="http://schemas.openxmlformats.org/officeDocument/2006/relationships/tags" Target="../tags/tag903.xml"/><Relationship Id="rId11" Type="http://schemas.openxmlformats.org/officeDocument/2006/relationships/tags" Target="../tags/tag902.xml"/><Relationship Id="rId10" Type="http://schemas.openxmlformats.org/officeDocument/2006/relationships/tags" Target="../tags/tag901.xml"/><Relationship Id="rId1" Type="http://schemas.openxmlformats.org/officeDocument/2006/relationships/tags" Target="../tags/tag892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917.xml"/><Relationship Id="rId8" Type="http://schemas.openxmlformats.org/officeDocument/2006/relationships/tags" Target="../tags/tag916.xml"/><Relationship Id="rId7" Type="http://schemas.openxmlformats.org/officeDocument/2006/relationships/tags" Target="../tags/tag915.xml"/><Relationship Id="rId6" Type="http://schemas.openxmlformats.org/officeDocument/2006/relationships/tags" Target="../tags/tag914.xml"/><Relationship Id="rId5" Type="http://schemas.openxmlformats.org/officeDocument/2006/relationships/tags" Target="../tags/tag913.xml"/><Relationship Id="rId4" Type="http://schemas.openxmlformats.org/officeDocument/2006/relationships/tags" Target="../tags/tag912.xml"/><Relationship Id="rId3" Type="http://schemas.openxmlformats.org/officeDocument/2006/relationships/tags" Target="../tags/tag9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933.xml"/><Relationship Id="rId25" Type="http://schemas.openxmlformats.org/officeDocument/2006/relationships/tags" Target="../tags/tag932.xml"/><Relationship Id="rId24" Type="http://schemas.openxmlformats.org/officeDocument/2006/relationships/tags" Target="../tags/tag931.xml"/><Relationship Id="rId23" Type="http://schemas.openxmlformats.org/officeDocument/2006/relationships/tags" Target="../tags/tag930.xml"/><Relationship Id="rId22" Type="http://schemas.openxmlformats.org/officeDocument/2006/relationships/tags" Target="../tags/tag929.xml"/><Relationship Id="rId21" Type="http://schemas.openxmlformats.org/officeDocument/2006/relationships/image" Target="../media/image1.png"/><Relationship Id="rId20" Type="http://schemas.openxmlformats.org/officeDocument/2006/relationships/tags" Target="../tags/tag928.xml"/><Relationship Id="rId2" Type="http://schemas.openxmlformats.org/officeDocument/2006/relationships/tags" Target="../tags/tag910.xml"/><Relationship Id="rId19" Type="http://schemas.openxmlformats.org/officeDocument/2006/relationships/tags" Target="../tags/tag927.xml"/><Relationship Id="rId18" Type="http://schemas.openxmlformats.org/officeDocument/2006/relationships/tags" Target="../tags/tag926.xml"/><Relationship Id="rId17" Type="http://schemas.openxmlformats.org/officeDocument/2006/relationships/tags" Target="../tags/tag925.xml"/><Relationship Id="rId16" Type="http://schemas.openxmlformats.org/officeDocument/2006/relationships/tags" Target="../tags/tag924.xml"/><Relationship Id="rId15" Type="http://schemas.openxmlformats.org/officeDocument/2006/relationships/tags" Target="../tags/tag923.xml"/><Relationship Id="rId14" Type="http://schemas.openxmlformats.org/officeDocument/2006/relationships/tags" Target="../tags/tag922.xml"/><Relationship Id="rId13" Type="http://schemas.openxmlformats.org/officeDocument/2006/relationships/tags" Target="../tags/tag921.xml"/><Relationship Id="rId12" Type="http://schemas.openxmlformats.org/officeDocument/2006/relationships/tags" Target="../tags/tag920.xml"/><Relationship Id="rId11" Type="http://schemas.openxmlformats.org/officeDocument/2006/relationships/tags" Target="../tags/tag919.xml"/><Relationship Id="rId10" Type="http://schemas.openxmlformats.org/officeDocument/2006/relationships/tags" Target="../tags/tag918.xml"/><Relationship Id="rId1" Type="http://schemas.openxmlformats.org/officeDocument/2006/relationships/tags" Target="../tags/tag909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942.xml"/><Relationship Id="rId8" Type="http://schemas.openxmlformats.org/officeDocument/2006/relationships/tags" Target="../tags/tag941.xml"/><Relationship Id="rId7" Type="http://schemas.openxmlformats.org/officeDocument/2006/relationships/tags" Target="../tags/tag940.xml"/><Relationship Id="rId6" Type="http://schemas.openxmlformats.org/officeDocument/2006/relationships/tags" Target="../tags/tag939.xml"/><Relationship Id="rId5" Type="http://schemas.openxmlformats.org/officeDocument/2006/relationships/tags" Target="../tags/tag938.xml"/><Relationship Id="rId4" Type="http://schemas.openxmlformats.org/officeDocument/2006/relationships/tags" Target="../tags/tag937.xml"/><Relationship Id="rId3" Type="http://schemas.openxmlformats.org/officeDocument/2006/relationships/tags" Target="../tags/tag9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958.xml"/><Relationship Id="rId25" Type="http://schemas.openxmlformats.org/officeDocument/2006/relationships/tags" Target="../tags/tag957.xml"/><Relationship Id="rId24" Type="http://schemas.openxmlformats.org/officeDocument/2006/relationships/tags" Target="../tags/tag956.xml"/><Relationship Id="rId23" Type="http://schemas.openxmlformats.org/officeDocument/2006/relationships/tags" Target="../tags/tag955.xml"/><Relationship Id="rId22" Type="http://schemas.openxmlformats.org/officeDocument/2006/relationships/tags" Target="../tags/tag954.xml"/><Relationship Id="rId21" Type="http://schemas.openxmlformats.org/officeDocument/2006/relationships/image" Target="../media/image1.png"/><Relationship Id="rId20" Type="http://schemas.openxmlformats.org/officeDocument/2006/relationships/tags" Target="../tags/tag953.xml"/><Relationship Id="rId2" Type="http://schemas.openxmlformats.org/officeDocument/2006/relationships/tags" Target="../tags/tag935.xml"/><Relationship Id="rId19" Type="http://schemas.openxmlformats.org/officeDocument/2006/relationships/tags" Target="../tags/tag952.xml"/><Relationship Id="rId18" Type="http://schemas.openxmlformats.org/officeDocument/2006/relationships/tags" Target="../tags/tag951.xml"/><Relationship Id="rId17" Type="http://schemas.openxmlformats.org/officeDocument/2006/relationships/tags" Target="../tags/tag950.xml"/><Relationship Id="rId16" Type="http://schemas.openxmlformats.org/officeDocument/2006/relationships/tags" Target="../tags/tag949.xml"/><Relationship Id="rId15" Type="http://schemas.openxmlformats.org/officeDocument/2006/relationships/tags" Target="../tags/tag948.xml"/><Relationship Id="rId14" Type="http://schemas.openxmlformats.org/officeDocument/2006/relationships/tags" Target="../tags/tag947.xml"/><Relationship Id="rId13" Type="http://schemas.openxmlformats.org/officeDocument/2006/relationships/tags" Target="../tags/tag946.xml"/><Relationship Id="rId12" Type="http://schemas.openxmlformats.org/officeDocument/2006/relationships/tags" Target="../tags/tag945.xml"/><Relationship Id="rId11" Type="http://schemas.openxmlformats.org/officeDocument/2006/relationships/tags" Target="../tags/tag944.xml"/><Relationship Id="rId10" Type="http://schemas.openxmlformats.org/officeDocument/2006/relationships/tags" Target="../tags/tag943.xml"/><Relationship Id="rId1" Type="http://schemas.openxmlformats.org/officeDocument/2006/relationships/tags" Target="../tags/tag934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967.xml"/><Relationship Id="rId8" Type="http://schemas.openxmlformats.org/officeDocument/2006/relationships/tags" Target="../tags/tag966.xml"/><Relationship Id="rId7" Type="http://schemas.openxmlformats.org/officeDocument/2006/relationships/tags" Target="../tags/tag965.xml"/><Relationship Id="rId6" Type="http://schemas.openxmlformats.org/officeDocument/2006/relationships/tags" Target="../tags/tag964.xml"/><Relationship Id="rId5" Type="http://schemas.openxmlformats.org/officeDocument/2006/relationships/tags" Target="../tags/tag963.xml"/><Relationship Id="rId4" Type="http://schemas.openxmlformats.org/officeDocument/2006/relationships/tags" Target="../tags/tag962.xml"/><Relationship Id="rId3" Type="http://schemas.openxmlformats.org/officeDocument/2006/relationships/tags" Target="../tags/tag9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983.xml"/><Relationship Id="rId25" Type="http://schemas.openxmlformats.org/officeDocument/2006/relationships/tags" Target="../tags/tag982.xml"/><Relationship Id="rId24" Type="http://schemas.openxmlformats.org/officeDocument/2006/relationships/tags" Target="../tags/tag981.xml"/><Relationship Id="rId23" Type="http://schemas.openxmlformats.org/officeDocument/2006/relationships/tags" Target="../tags/tag980.xml"/><Relationship Id="rId22" Type="http://schemas.openxmlformats.org/officeDocument/2006/relationships/tags" Target="../tags/tag979.xml"/><Relationship Id="rId21" Type="http://schemas.openxmlformats.org/officeDocument/2006/relationships/image" Target="../media/image1.png"/><Relationship Id="rId20" Type="http://schemas.openxmlformats.org/officeDocument/2006/relationships/tags" Target="../tags/tag978.xml"/><Relationship Id="rId2" Type="http://schemas.openxmlformats.org/officeDocument/2006/relationships/tags" Target="../tags/tag960.xml"/><Relationship Id="rId19" Type="http://schemas.openxmlformats.org/officeDocument/2006/relationships/tags" Target="../tags/tag977.xml"/><Relationship Id="rId18" Type="http://schemas.openxmlformats.org/officeDocument/2006/relationships/tags" Target="../tags/tag976.xml"/><Relationship Id="rId17" Type="http://schemas.openxmlformats.org/officeDocument/2006/relationships/tags" Target="../tags/tag975.xml"/><Relationship Id="rId16" Type="http://schemas.openxmlformats.org/officeDocument/2006/relationships/tags" Target="../tags/tag974.xml"/><Relationship Id="rId15" Type="http://schemas.openxmlformats.org/officeDocument/2006/relationships/tags" Target="../tags/tag973.xml"/><Relationship Id="rId14" Type="http://schemas.openxmlformats.org/officeDocument/2006/relationships/tags" Target="../tags/tag972.xml"/><Relationship Id="rId13" Type="http://schemas.openxmlformats.org/officeDocument/2006/relationships/tags" Target="../tags/tag971.xml"/><Relationship Id="rId12" Type="http://schemas.openxmlformats.org/officeDocument/2006/relationships/tags" Target="../tags/tag970.xml"/><Relationship Id="rId11" Type="http://schemas.openxmlformats.org/officeDocument/2006/relationships/tags" Target="../tags/tag969.xml"/><Relationship Id="rId10" Type="http://schemas.openxmlformats.org/officeDocument/2006/relationships/tags" Target="../tags/tag968.xml"/><Relationship Id="rId1" Type="http://schemas.openxmlformats.org/officeDocument/2006/relationships/tags" Target="../tags/tag959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992.xml"/><Relationship Id="rId8" Type="http://schemas.openxmlformats.org/officeDocument/2006/relationships/tags" Target="../tags/tag991.xml"/><Relationship Id="rId7" Type="http://schemas.openxmlformats.org/officeDocument/2006/relationships/tags" Target="../tags/tag990.xml"/><Relationship Id="rId6" Type="http://schemas.openxmlformats.org/officeDocument/2006/relationships/tags" Target="../tags/tag989.xml"/><Relationship Id="rId5" Type="http://schemas.openxmlformats.org/officeDocument/2006/relationships/tags" Target="../tags/tag988.xml"/><Relationship Id="rId4" Type="http://schemas.openxmlformats.org/officeDocument/2006/relationships/tags" Target="../tags/tag987.xml"/><Relationship Id="rId3" Type="http://schemas.openxmlformats.org/officeDocument/2006/relationships/tags" Target="../tags/tag9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008.xml"/><Relationship Id="rId25" Type="http://schemas.openxmlformats.org/officeDocument/2006/relationships/tags" Target="../tags/tag1007.xml"/><Relationship Id="rId24" Type="http://schemas.openxmlformats.org/officeDocument/2006/relationships/tags" Target="../tags/tag1006.xml"/><Relationship Id="rId23" Type="http://schemas.openxmlformats.org/officeDocument/2006/relationships/tags" Target="../tags/tag1005.xml"/><Relationship Id="rId22" Type="http://schemas.openxmlformats.org/officeDocument/2006/relationships/tags" Target="../tags/tag1004.xml"/><Relationship Id="rId21" Type="http://schemas.openxmlformats.org/officeDocument/2006/relationships/image" Target="../media/image1.png"/><Relationship Id="rId20" Type="http://schemas.openxmlformats.org/officeDocument/2006/relationships/tags" Target="../tags/tag1003.xml"/><Relationship Id="rId2" Type="http://schemas.openxmlformats.org/officeDocument/2006/relationships/tags" Target="../tags/tag985.xml"/><Relationship Id="rId19" Type="http://schemas.openxmlformats.org/officeDocument/2006/relationships/tags" Target="../tags/tag1002.xml"/><Relationship Id="rId18" Type="http://schemas.openxmlformats.org/officeDocument/2006/relationships/tags" Target="../tags/tag1001.xml"/><Relationship Id="rId17" Type="http://schemas.openxmlformats.org/officeDocument/2006/relationships/tags" Target="../tags/tag1000.xml"/><Relationship Id="rId16" Type="http://schemas.openxmlformats.org/officeDocument/2006/relationships/tags" Target="../tags/tag999.xml"/><Relationship Id="rId15" Type="http://schemas.openxmlformats.org/officeDocument/2006/relationships/tags" Target="../tags/tag998.xml"/><Relationship Id="rId14" Type="http://schemas.openxmlformats.org/officeDocument/2006/relationships/tags" Target="../tags/tag997.xml"/><Relationship Id="rId13" Type="http://schemas.openxmlformats.org/officeDocument/2006/relationships/tags" Target="../tags/tag996.xml"/><Relationship Id="rId12" Type="http://schemas.openxmlformats.org/officeDocument/2006/relationships/tags" Target="../tags/tag995.xml"/><Relationship Id="rId11" Type="http://schemas.openxmlformats.org/officeDocument/2006/relationships/tags" Target="../tags/tag994.xml"/><Relationship Id="rId10" Type="http://schemas.openxmlformats.org/officeDocument/2006/relationships/tags" Target="../tags/tag993.xml"/><Relationship Id="rId1" Type="http://schemas.openxmlformats.org/officeDocument/2006/relationships/tags" Target="../tags/tag984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1017.xml"/><Relationship Id="rId8" Type="http://schemas.openxmlformats.org/officeDocument/2006/relationships/tags" Target="../tags/tag1016.xml"/><Relationship Id="rId7" Type="http://schemas.openxmlformats.org/officeDocument/2006/relationships/tags" Target="../tags/tag1015.xml"/><Relationship Id="rId6" Type="http://schemas.openxmlformats.org/officeDocument/2006/relationships/tags" Target="../tags/tag1014.xml"/><Relationship Id="rId5" Type="http://schemas.openxmlformats.org/officeDocument/2006/relationships/tags" Target="../tags/tag1013.xml"/><Relationship Id="rId4" Type="http://schemas.openxmlformats.org/officeDocument/2006/relationships/tags" Target="../tags/tag1012.xml"/><Relationship Id="rId3" Type="http://schemas.openxmlformats.org/officeDocument/2006/relationships/tags" Target="../tags/tag10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033.xml"/><Relationship Id="rId25" Type="http://schemas.openxmlformats.org/officeDocument/2006/relationships/tags" Target="../tags/tag1032.xml"/><Relationship Id="rId24" Type="http://schemas.openxmlformats.org/officeDocument/2006/relationships/tags" Target="../tags/tag1031.xml"/><Relationship Id="rId23" Type="http://schemas.openxmlformats.org/officeDocument/2006/relationships/tags" Target="../tags/tag1030.xml"/><Relationship Id="rId22" Type="http://schemas.openxmlformats.org/officeDocument/2006/relationships/tags" Target="../tags/tag1029.xml"/><Relationship Id="rId21" Type="http://schemas.openxmlformats.org/officeDocument/2006/relationships/image" Target="../media/image1.png"/><Relationship Id="rId20" Type="http://schemas.openxmlformats.org/officeDocument/2006/relationships/tags" Target="../tags/tag1028.xml"/><Relationship Id="rId2" Type="http://schemas.openxmlformats.org/officeDocument/2006/relationships/tags" Target="../tags/tag1010.xml"/><Relationship Id="rId19" Type="http://schemas.openxmlformats.org/officeDocument/2006/relationships/tags" Target="../tags/tag1027.xml"/><Relationship Id="rId18" Type="http://schemas.openxmlformats.org/officeDocument/2006/relationships/tags" Target="../tags/tag1026.xml"/><Relationship Id="rId17" Type="http://schemas.openxmlformats.org/officeDocument/2006/relationships/tags" Target="../tags/tag1025.xml"/><Relationship Id="rId16" Type="http://schemas.openxmlformats.org/officeDocument/2006/relationships/tags" Target="../tags/tag1024.xml"/><Relationship Id="rId15" Type="http://schemas.openxmlformats.org/officeDocument/2006/relationships/tags" Target="../tags/tag1023.xml"/><Relationship Id="rId14" Type="http://schemas.openxmlformats.org/officeDocument/2006/relationships/tags" Target="../tags/tag1022.xml"/><Relationship Id="rId13" Type="http://schemas.openxmlformats.org/officeDocument/2006/relationships/tags" Target="../tags/tag1021.xml"/><Relationship Id="rId12" Type="http://schemas.openxmlformats.org/officeDocument/2006/relationships/tags" Target="../tags/tag1020.xml"/><Relationship Id="rId11" Type="http://schemas.openxmlformats.org/officeDocument/2006/relationships/tags" Target="../tags/tag1019.xml"/><Relationship Id="rId10" Type="http://schemas.openxmlformats.org/officeDocument/2006/relationships/tags" Target="../tags/tag1018.xml"/><Relationship Id="rId1" Type="http://schemas.openxmlformats.org/officeDocument/2006/relationships/tags" Target="../tags/tag1009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1042.xml"/><Relationship Id="rId8" Type="http://schemas.openxmlformats.org/officeDocument/2006/relationships/tags" Target="../tags/tag1041.xml"/><Relationship Id="rId7" Type="http://schemas.openxmlformats.org/officeDocument/2006/relationships/tags" Target="../tags/tag1040.xml"/><Relationship Id="rId6" Type="http://schemas.openxmlformats.org/officeDocument/2006/relationships/tags" Target="../tags/tag1039.xml"/><Relationship Id="rId5" Type="http://schemas.openxmlformats.org/officeDocument/2006/relationships/tags" Target="../tags/tag1038.xml"/><Relationship Id="rId4" Type="http://schemas.openxmlformats.org/officeDocument/2006/relationships/tags" Target="../tags/tag1037.xml"/><Relationship Id="rId3" Type="http://schemas.openxmlformats.org/officeDocument/2006/relationships/tags" Target="../tags/tag10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058.xml"/><Relationship Id="rId25" Type="http://schemas.openxmlformats.org/officeDocument/2006/relationships/tags" Target="../tags/tag1057.xml"/><Relationship Id="rId24" Type="http://schemas.openxmlformats.org/officeDocument/2006/relationships/tags" Target="../tags/tag1056.xml"/><Relationship Id="rId23" Type="http://schemas.openxmlformats.org/officeDocument/2006/relationships/tags" Target="../tags/tag1055.xml"/><Relationship Id="rId22" Type="http://schemas.openxmlformats.org/officeDocument/2006/relationships/tags" Target="../tags/tag1054.xml"/><Relationship Id="rId21" Type="http://schemas.openxmlformats.org/officeDocument/2006/relationships/image" Target="../media/image1.png"/><Relationship Id="rId20" Type="http://schemas.openxmlformats.org/officeDocument/2006/relationships/tags" Target="../tags/tag1053.xml"/><Relationship Id="rId2" Type="http://schemas.openxmlformats.org/officeDocument/2006/relationships/tags" Target="../tags/tag1035.xml"/><Relationship Id="rId19" Type="http://schemas.openxmlformats.org/officeDocument/2006/relationships/tags" Target="../tags/tag1052.xml"/><Relationship Id="rId18" Type="http://schemas.openxmlformats.org/officeDocument/2006/relationships/tags" Target="../tags/tag1051.xml"/><Relationship Id="rId17" Type="http://schemas.openxmlformats.org/officeDocument/2006/relationships/tags" Target="../tags/tag1050.xml"/><Relationship Id="rId16" Type="http://schemas.openxmlformats.org/officeDocument/2006/relationships/tags" Target="../tags/tag1049.xml"/><Relationship Id="rId15" Type="http://schemas.openxmlformats.org/officeDocument/2006/relationships/tags" Target="../tags/tag1048.xml"/><Relationship Id="rId14" Type="http://schemas.openxmlformats.org/officeDocument/2006/relationships/tags" Target="../tags/tag1047.xml"/><Relationship Id="rId13" Type="http://schemas.openxmlformats.org/officeDocument/2006/relationships/tags" Target="../tags/tag1046.xml"/><Relationship Id="rId12" Type="http://schemas.openxmlformats.org/officeDocument/2006/relationships/tags" Target="../tags/tag1045.xml"/><Relationship Id="rId11" Type="http://schemas.openxmlformats.org/officeDocument/2006/relationships/tags" Target="../tags/tag1044.xml"/><Relationship Id="rId10" Type="http://schemas.openxmlformats.org/officeDocument/2006/relationships/tags" Target="../tags/tag1043.xml"/><Relationship Id="rId1" Type="http://schemas.openxmlformats.org/officeDocument/2006/relationships/tags" Target="../tags/tag1034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1067.xml"/><Relationship Id="rId8" Type="http://schemas.openxmlformats.org/officeDocument/2006/relationships/tags" Target="../tags/tag1066.xml"/><Relationship Id="rId7" Type="http://schemas.openxmlformats.org/officeDocument/2006/relationships/tags" Target="../tags/tag1065.xml"/><Relationship Id="rId6" Type="http://schemas.openxmlformats.org/officeDocument/2006/relationships/tags" Target="../tags/tag1064.xml"/><Relationship Id="rId5" Type="http://schemas.openxmlformats.org/officeDocument/2006/relationships/tags" Target="../tags/tag1063.xml"/><Relationship Id="rId4" Type="http://schemas.openxmlformats.org/officeDocument/2006/relationships/tags" Target="../tags/tag1062.xml"/><Relationship Id="rId3" Type="http://schemas.openxmlformats.org/officeDocument/2006/relationships/tags" Target="../tags/tag10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083.xml"/><Relationship Id="rId25" Type="http://schemas.openxmlformats.org/officeDocument/2006/relationships/tags" Target="../tags/tag1082.xml"/><Relationship Id="rId24" Type="http://schemas.openxmlformats.org/officeDocument/2006/relationships/tags" Target="../tags/tag1081.xml"/><Relationship Id="rId23" Type="http://schemas.openxmlformats.org/officeDocument/2006/relationships/tags" Target="../tags/tag1080.xml"/><Relationship Id="rId22" Type="http://schemas.openxmlformats.org/officeDocument/2006/relationships/tags" Target="../tags/tag1079.xml"/><Relationship Id="rId21" Type="http://schemas.openxmlformats.org/officeDocument/2006/relationships/image" Target="../media/image1.png"/><Relationship Id="rId20" Type="http://schemas.openxmlformats.org/officeDocument/2006/relationships/tags" Target="../tags/tag1078.xml"/><Relationship Id="rId2" Type="http://schemas.openxmlformats.org/officeDocument/2006/relationships/tags" Target="../tags/tag1060.xml"/><Relationship Id="rId19" Type="http://schemas.openxmlformats.org/officeDocument/2006/relationships/tags" Target="../tags/tag1077.xml"/><Relationship Id="rId18" Type="http://schemas.openxmlformats.org/officeDocument/2006/relationships/tags" Target="../tags/tag1076.xml"/><Relationship Id="rId17" Type="http://schemas.openxmlformats.org/officeDocument/2006/relationships/tags" Target="../tags/tag1075.xml"/><Relationship Id="rId16" Type="http://schemas.openxmlformats.org/officeDocument/2006/relationships/tags" Target="../tags/tag1074.xml"/><Relationship Id="rId15" Type="http://schemas.openxmlformats.org/officeDocument/2006/relationships/tags" Target="../tags/tag1073.xml"/><Relationship Id="rId14" Type="http://schemas.openxmlformats.org/officeDocument/2006/relationships/tags" Target="../tags/tag1072.xml"/><Relationship Id="rId13" Type="http://schemas.openxmlformats.org/officeDocument/2006/relationships/tags" Target="../tags/tag1071.xml"/><Relationship Id="rId12" Type="http://schemas.openxmlformats.org/officeDocument/2006/relationships/tags" Target="../tags/tag1070.xml"/><Relationship Id="rId11" Type="http://schemas.openxmlformats.org/officeDocument/2006/relationships/tags" Target="../tags/tag1069.xml"/><Relationship Id="rId10" Type="http://schemas.openxmlformats.org/officeDocument/2006/relationships/tags" Target="../tags/tag1068.xml"/><Relationship Id="rId1" Type="http://schemas.openxmlformats.org/officeDocument/2006/relationships/tags" Target="../tags/tag1059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1092.xml"/><Relationship Id="rId8" Type="http://schemas.openxmlformats.org/officeDocument/2006/relationships/tags" Target="../tags/tag1091.xml"/><Relationship Id="rId7" Type="http://schemas.openxmlformats.org/officeDocument/2006/relationships/tags" Target="../tags/tag1090.xml"/><Relationship Id="rId6" Type="http://schemas.openxmlformats.org/officeDocument/2006/relationships/tags" Target="../tags/tag1089.xml"/><Relationship Id="rId5" Type="http://schemas.openxmlformats.org/officeDocument/2006/relationships/tags" Target="../tags/tag1088.xml"/><Relationship Id="rId4" Type="http://schemas.openxmlformats.org/officeDocument/2006/relationships/tags" Target="../tags/tag1087.xml"/><Relationship Id="rId3" Type="http://schemas.openxmlformats.org/officeDocument/2006/relationships/tags" Target="../tags/tag10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108.xml"/><Relationship Id="rId25" Type="http://schemas.openxmlformats.org/officeDocument/2006/relationships/tags" Target="../tags/tag1107.xml"/><Relationship Id="rId24" Type="http://schemas.openxmlformats.org/officeDocument/2006/relationships/tags" Target="../tags/tag1106.xml"/><Relationship Id="rId23" Type="http://schemas.openxmlformats.org/officeDocument/2006/relationships/tags" Target="../tags/tag1105.xml"/><Relationship Id="rId22" Type="http://schemas.openxmlformats.org/officeDocument/2006/relationships/tags" Target="../tags/tag1104.xml"/><Relationship Id="rId21" Type="http://schemas.openxmlformats.org/officeDocument/2006/relationships/image" Target="../media/image1.png"/><Relationship Id="rId20" Type="http://schemas.openxmlformats.org/officeDocument/2006/relationships/tags" Target="../tags/tag1103.xml"/><Relationship Id="rId2" Type="http://schemas.openxmlformats.org/officeDocument/2006/relationships/tags" Target="../tags/tag1085.xml"/><Relationship Id="rId19" Type="http://schemas.openxmlformats.org/officeDocument/2006/relationships/tags" Target="../tags/tag1102.xml"/><Relationship Id="rId18" Type="http://schemas.openxmlformats.org/officeDocument/2006/relationships/tags" Target="../tags/tag1101.xml"/><Relationship Id="rId17" Type="http://schemas.openxmlformats.org/officeDocument/2006/relationships/tags" Target="../tags/tag1100.xml"/><Relationship Id="rId16" Type="http://schemas.openxmlformats.org/officeDocument/2006/relationships/tags" Target="../tags/tag1099.xml"/><Relationship Id="rId15" Type="http://schemas.openxmlformats.org/officeDocument/2006/relationships/tags" Target="../tags/tag1098.xml"/><Relationship Id="rId14" Type="http://schemas.openxmlformats.org/officeDocument/2006/relationships/tags" Target="../tags/tag1097.xml"/><Relationship Id="rId13" Type="http://schemas.openxmlformats.org/officeDocument/2006/relationships/tags" Target="../tags/tag1096.xml"/><Relationship Id="rId12" Type="http://schemas.openxmlformats.org/officeDocument/2006/relationships/tags" Target="../tags/tag1095.xml"/><Relationship Id="rId11" Type="http://schemas.openxmlformats.org/officeDocument/2006/relationships/tags" Target="../tags/tag1094.xml"/><Relationship Id="rId10" Type="http://schemas.openxmlformats.org/officeDocument/2006/relationships/tags" Target="../tags/tag1093.xml"/><Relationship Id="rId1" Type="http://schemas.openxmlformats.org/officeDocument/2006/relationships/tags" Target="../tags/tag1084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1117.xml"/><Relationship Id="rId8" Type="http://schemas.openxmlformats.org/officeDocument/2006/relationships/tags" Target="../tags/tag1116.xml"/><Relationship Id="rId7" Type="http://schemas.openxmlformats.org/officeDocument/2006/relationships/tags" Target="../tags/tag1115.xml"/><Relationship Id="rId6" Type="http://schemas.openxmlformats.org/officeDocument/2006/relationships/tags" Target="../tags/tag1114.xml"/><Relationship Id="rId5" Type="http://schemas.openxmlformats.org/officeDocument/2006/relationships/tags" Target="../tags/tag1113.xml"/><Relationship Id="rId4" Type="http://schemas.openxmlformats.org/officeDocument/2006/relationships/tags" Target="../tags/tag1112.xml"/><Relationship Id="rId3" Type="http://schemas.openxmlformats.org/officeDocument/2006/relationships/tags" Target="../tags/tag11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133.xml"/><Relationship Id="rId25" Type="http://schemas.openxmlformats.org/officeDocument/2006/relationships/tags" Target="../tags/tag1132.xml"/><Relationship Id="rId24" Type="http://schemas.openxmlformats.org/officeDocument/2006/relationships/tags" Target="../tags/tag1131.xml"/><Relationship Id="rId23" Type="http://schemas.openxmlformats.org/officeDocument/2006/relationships/tags" Target="../tags/tag1130.xml"/><Relationship Id="rId22" Type="http://schemas.openxmlformats.org/officeDocument/2006/relationships/tags" Target="../tags/tag1129.xml"/><Relationship Id="rId21" Type="http://schemas.openxmlformats.org/officeDocument/2006/relationships/image" Target="../media/image1.png"/><Relationship Id="rId20" Type="http://schemas.openxmlformats.org/officeDocument/2006/relationships/tags" Target="../tags/tag1128.xml"/><Relationship Id="rId2" Type="http://schemas.openxmlformats.org/officeDocument/2006/relationships/tags" Target="../tags/tag1110.xml"/><Relationship Id="rId19" Type="http://schemas.openxmlformats.org/officeDocument/2006/relationships/tags" Target="../tags/tag1127.xml"/><Relationship Id="rId18" Type="http://schemas.openxmlformats.org/officeDocument/2006/relationships/tags" Target="../tags/tag1126.xml"/><Relationship Id="rId17" Type="http://schemas.openxmlformats.org/officeDocument/2006/relationships/tags" Target="../tags/tag1125.xml"/><Relationship Id="rId16" Type="http://schemas.openxmlformats.org/officeDocument/2006/relationships/tags" Target="../tags/tag1124.xml"/><Relationship Id="rId15" Type="http://schemas.openxmlformats.org/officeDocument/2006/relationships/tags" Target="../tags/tag1123.xml"/><Relationship Id="rId14" Type="http://schemas.openxmlformats.org/officeDocument/2006/relationships/tags" Target="../tags/tag1122.xml"/><Relationship Id="rId13" Type="http://schemas.openxmlformats.org/officeDocument/2006/relationships/tags" Target="../tags/tag1121.xml"/><Relationship Id="rId12" Type="http://schemas.openxmlformats.org/officeDocument/2006/relationships/tags" Target="../tags/tag1120.xml"/><Relationship Id="rId11" Type="http://schemas.openxmlformats.org/officeDocument/2006/relationships/tags" Target="../tags/tag1119.xml"/><Relationship Id="rId10" Type="http://schemas.openxmlformats.org/officeDocument/2006/relationships/tags" Target="../tags/tag1118.xml"/><Relationship Id="rId1" Type="http://schemas.openxmlformats.org/officeDocument/2006/relationships/tags" Target="../tags/tag1109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1142.xml"/><Relationship Id="rId8" Type="http://schemas.openxmlformats.org/officeDocument/2006/relationships/tags" Target="../tags/tag1141.xml"/><Relationship Id="rId7" Type="http://schemas.openxmlformats.org/officeDocument/2006/relationships/tags" Target="../tags/tag1140.xml"/><Relationship Id="rId6" Type="http://schemas.openxmlformats.org/officeDocument/2006/relationships/tags" Target="../tags/tag1139.xml"/><Relationship Id="rId5" Type="http://schemas.openxmlformats.org/officeDocument/2006/relationships/tags" Target="../tags/tag1138.xml"/><Relationship Id="rId4" Type="http://schemas.openxmlformats.org/officeDocument/2006/relationships/tags" Target="../tags/tag1137.xml"/><Relationship Id="rId3" Type="http://schemas.openxmlformats.org/officeDocument/2006/relationships/tags" Target="../tags/tag11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158.xml"/><Relationship Id="rId25" Type="http://schemas.openxmlformats.org/officeDocument/2006/relationships/tags" Target="../tags/tag1157.xml"/><Relationship Id="rId24" Type="http://schemas.openxmlformats.org/officeDocument/2006/relationships/tags" Target="../tags/tag1156.xml"/><Relationship Id="rId23" Type="http://schemas.openxmlformats.org/officeDocument/2006/relationships/tags" Target="../tags/tag1155.xml"/><Relationship Id="rId22" Type="http://schemas.openxmlformats.org/officeDocument/2006/relationships/tags" Target="../tags/tag1154.xml"/><Relationship Id="rId21" Type="http://schemas.openxmlformats.org/officeDocument/2006/relationships/image" Target="../media/image1.png"/><Relationship Id="rId20" Type="http://schemas.openxmlformats.org/officeDocument/2006/relationships/tags" Target="../tags/tag1153.xml"/><Relationship Id="rId2" Type="http://schemas.openxmlformats.org/officeDocument/2006/relationships/tags" Target="../tags/tag1135.xml"/><Relationship Id="rId19" Type="http://schemas.openxmlformats.org/officeDocument/2006/relationships/tags" Target="../tags/tag1152.xml"/><Relationship Id="rId18" Type="http://schemas.openxmlformats.org/officeDocument/2006/relationships/tags" Target="../tags/tag1151.xml"/><Relationship Id="rId17" Type="http://schemas.openxmlformats.org/officeDocument/2006/relationships/tags" Target="../tags/tag1150.xml"/><Relationship Id="rId16" Type="http://schemas.openxmlformats.org/officeDocument/2006/relationships/tags" Target="../tags/tag1149.xml"/><Relationship Id="rId15" Type="http://schemas.openxmlformats.org/officeDocument/2006/relationships/tags" Target="../tags/tag1148.xml"/><Relationship Id="rId14" Type="http://schemas.openxmlformats.org/officeDocument/2006/relationships/tags" Target="../tags/tag1147.xml"/><Relationship Id="rId13" Type="http://schemas.openxmlformats.org/officeDocument/2006/relationships/tags" Target="../tags/tag1146.xml"/><Relationship Id="rId12" Type="http://schemas.openxmlformats.org/officeDocument/2006/relationships/tags" Target="../tags/tag1145.xml"/><Relationship Id="rId11" Type="http://schemas.openxmlformats.org/officeDocument/2006/relationships/tags" Target="../tags/tag1144.xml"/><Relationship Id="rId10" Type="http://schemas.openxmlformats.org/officeDocument/2006/relationships/tags" Target="../tags/tag1143.xml"/><Relationship Id="rId1" Type="http://schemas.openxmlformats.org/officeDocument/2006/relationships/tags" Target="../tags/tag1134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1167.xml"/><Relationship Id="rId8" Type="http://schemas.openxmlformats.org/officeDocument/2006/relationships/tags" Target="../tags/tag1166.xml"/><Relationship Id="rId7" Type="http://schemas.openxmlformats.org/officeDocument/2006/relationships/tags" Target="../tags/tag1165.xml"/><Relationship Id="rId6" Type="http://schemas.openxmlformats.org/officeDocument/2006/relationships/tags" Target="../tags/tag1164.xml"/><Relationship Id="rId5" Type="http://schemas.openxmlformats.org/officeDocument/2006/relationships/tags" Target="../tags/tag1163.xml"/><Relationship Id="rId4" Type="http://schemas.openxmlformats.org/officeDocument/2006/relationships/tags" Target="../tags/tag1162.xml"/><Relationship Id="rId3" Type="http://schemas.openxmlformats.org/officeDocument/2006/relationships/tags" Target="../tags/tag11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183.xml"/><Relationship Id="rId25" Type="http://schemas.openxmlformats.org/officeDocument/2006/relationships/tags" Target="../tags/tag1182.xml"/><Relationship Id="rId24" Type="http://schemas.openxmlformats.org/officeDocument/2006/relationships/tags" Target="../tags/tag1181.xml"/><Relationship Id="rId23" Type="http://schemas.openxmlformats.org/officeDocument/2006/relationships/tags" Target="../tags/tag1180.xml"/><Relationship Id="rId22" Type="http://schemas.openxmlformats.org/officeDocument/2006/relationships/tags" Target="../tags/tag1179.xml"/><Relationship Id="rId21" Type="http://schemas.openxmlformats.org/officeDocument/2006/relationships/image" Target="../media/image1.png"/><Relationship Id="rId20" Type="http://schemas.openxmlformats.org/officeDocument/2006/relationships/tags" Target="../tags/tag1178.xml"/><Relationship Id="rId2" Type="http://schemas.openxmlformats.org/officeDocument/2006/relationships/tags" Target="../tags/tag1160.xml"/><Relationship Id="rId19" Type="http://schemas.openxmlformats.org/officeDocument/2006/relationships/tags" Target="../tags/tag1177.xml"/><Relationship Id="rId18" Type="http://schemas.openxmlformats.org/officeDocument/2006/relationships/tags" Target="../tags/tag1176.xml"/><Relationship Id="rId17" Type="http://schemas.openxmlformats.org/officeDocument/2006/relationships/tags" Target="../tags/tag1175.xml"/><Relationship Id="rId16" Type="http://schemas.openxmlformats.org/officeDocument/2006/relationships/tags" Target="../tags/tag1174.xml"/><Relationship Id="rId15" Type="http://schemas.openxmlformats.org/officeDocument/2006/relationships/tags" Target="../tags/tag1173.xml"/><Relationship Id="rId14" Type="http://schemas.openxmlformats.org/officeDocument/2006/relationships/tags" Target="../tags/tag1172.xml"/><Relationship Id="rId13" Type="http://schemas.openxmlformats.org/officeDocument/2006/relationships/tags" Target="../tags/tag1171.xml"/><Relationship Id="rId12" Type="http://schemas.openxmlformats.org/officeDocument/2006/relationships/tags" Target="../tags/tag1170.xml"/><Relationship Id="rId11" Type="http://schemas.openxmlformats.org/officeDocument/2006/relationships/tags" Target="../tags/tag1169.xml"/><Relationship Id="rId10" Type="http://schemas.openxmlformats.org/officeDocument/2006/relationships/tags" Target="../tags/tag1168.xml"/><Relationship Id="rId1" Type="http://schemas.openxmlformats.org/officeDocument/2006/relationships/tags" Target="../tags/tag1159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tags" Target="../tags/tag1192.xml"/><Relationship Id="rId8" Type="http://schemas.openxmlformats.org/officeDocument/2006/relationships/tags" Target="../tags/tag1191.xml"/><Relationship Id="rId7" Type="http://schemas.openxmlformats.org/officeDocument/2006/relationships/tags" Target="../tags/tag1190.xml"/><Relationship Id="rId6" Type="http://schemas.openxmlformats.org/officeDocument/2006/relationships/tags" Target="../tags/tag1189.xml"/><Relationship Id="rId5" Type="http://schemas.openxmlformats.org/officeDocument/2006/relationships/tags" Target="../tags/tag1188.xml"/><Relationship Id="rId4" Type="http://schemas.openxmlformats.org/officeDocument/2006/relationships/tags" Target="../tags/tag1187.xml"/><Relationship Id="rId3" Type="http://schemas.openxmlformats.org/officeDocument/2006/relationships/tags" Target="../tags/tag11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208.xml"/><Relationship Id="rId25" Type="http://schemas.openxmlformats.org/officeDocument/2006/relationships/tags" Target="../tags/tag1207.xml"/><Relationship Id="rId24" Type="http://schemas.openxmlformats.org/officeDocument/2006/relationships/tags" Target="../tags/tag1206.xml"/><Relationship Id="rId23" Type="http://schemas.openxmlformats.org/officeDocument/2006/relationships/tags" Target="../tags/tag1205.xml"/><Relationship Id="rId22" Type="http://schemas.openxmlformats.org/officeDocument/2006/relationships/tags" Target="../tags/tag1204.xml"/><Relationship Id="rId21" Type="http://schemas.openxmlformats.org/officeDocument/2006/relationships/image" Target="../media/image1.png"/><Relationship Id="rId20" Type="http://schemas.openxmlformats.org/officeDocument/2006/relationships/tags" Target="../tags/tag1203.xml"/><Relationship Id="rId2" Type="http://schemas.openxmlformats.org/officeDocument/2006/relationships/tags" Target="../tags/tag1185.xml"/><Relationship Id="rId19" Type="http://schemas.openxmlformats.org/officeDocument/2006/relationships/tags" Target="../tags/tag1202.xml"/><Relationship Id="rId18" Type="http://schemas.openxmlformats.org/officeDocument/2006/relationships/tags" Target="../tags/tag1201.xml"/><Relationship Id="rId17" Type="http://schemas.openxmlformats.org/officeDocument/2006/relationships/tags" Target="../tags/tag1200.xml"/><Relationship Id="rId16" Type="http://schemas.openxmlformats.org/officeDocument/2006/relationships/tags" Target="../tags/tag1199.xml"/><Relationship Id="rId15" Type="http://schemas.openxmlformats.org/officeDocument/2006/relationships/tags" Target="../tags/tag1198.xml"/><Relationship Id="rId14" Type="http://schemas.openxmlformats.org/officeDocument/2006/relationships/tags" Target="../tags/tag1197.xml"/><Relationship Id="rId13" Type="http://schemas.openxmlformats.org/officeDocument/2006/relationships/tags" Target="../tags/tag1196.xml"/><Relationship Id="rId12" Type="http://schemas.openxmlformats.org/officeDocument/2006/relationships/tags" Target="../tags/tag1195.xml"/><Relationship Id="rId11" Type="http://schemas.openxmlformats.org/officeDocument/2006/relationships/tags" Target="../tags/tag1194.xml"/><Relationship Id="rId10" Type="http://schemas.openxmlformats.org/officeDocument/2006/relationships/tags" Target="../tags/tag1193.xml"/><Relationship Id="rId1" Type="http://schemas.openxmlformats.org/officeDocument/2006/relationships/tags" Target="../tags/tag1184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1217.xml"/><Relationship Id="rId8" Type="http://schemas.openxmlformats.org/officeDocument/2006/relationships/tags" Target="../tags/tag1216.xml"/><Relationship Id="rId7" Type="http://schemas.openxmlformats.org/officeDocument/2006/relationships/tags" Target="../tags/tag1215.xml"/><Relationship Id="rId6" Type="http://schemas.openxmlformats.org/officeDocument/2006/relationships/tags" Target="../tags/tag1214.xml"/><Relationship Id="rId5" Type="http://schemas.openxmlformats.org/officeDocument/2006/relationships/tags" Target="../tags/tag1213.xml"/><Relationship Id="rId4" Type="http://schemas.openxmlformats.org/officeDocument/2006/relationships/tags" Target="../tags/tag1212.xml"/><Relationship Id="rId3" Type="http://schemas.openxmlformats.org/officeDocument/2006/relationships/tags" Target="../tags/tag12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233.xml"/><Relationship Id="rId25" Type="http://schemas.openxmlformats.org/officeDocument/2006/relationships/tags" Target="../tags/tag1232.xml"/><Relationship Id="rId24" Type="http://schemas.openxmlformats.org/officeDocument/2006/relationships/tags" Target="../tags/tag1231.xml"/><Relationship Id="rId23" Type="http://schemas.openxmlformats.org/officeDocument/2006/relationships/tags" Target="../tags/tag1230.xml"/><Relationship Id="rId22" Type="http://schemas.openxmlformats.org/officeDocument/2006/relationships/tags" Target="../tags/tag1229.xml"/><Relationship Id="rId21" Type="http://schemas.openxmlformats.org/officeDocument/2006/relationships/image" Target="../media/image1.png"/><Relationship Id="rId20" Type="http://schemas.openxmlformats.org/officeDocument/2006/relationships/tags" Target="../tags/tag1228.xml"/><Relationship Id="rId2" Type="http://schemas.openxmlformats.org/officeDocument/2006/relationships/tags" Target="../tags/tag1210.xml"/><Relationship Id="rId19" Type="http://schemas.openxmlformats.org/officeDocument/2006/relationships/tags" Target="../tags/tag1227.xml"/><Relationship Id="rId18" Type="http://schemas.openxmlformats.org/officeDocument/2006/relationships/tags" Target="../tags/tag1226.xml"/><Relationship Id="rId17" Type="http://schemas.openxmlformats.org/officeDocument/2006/relationships/tags" Target="../tags/tag1225.xml"/><Relationship Id="rId16" Type="http://schemas.openxmlformats.org/officeDocument/2006/relationships/tags" Target="../tags/tag1224.xml"/><Relationship Id="rId15" Type="http://schemas.openxmlformats.org/officeDocument/2006/relationships/tags" Target="../tags/tag1223.xml"/><Relationship Id="rId14" Type="http://schemas.openxmlformats.org/officeDocument/2006/relationships/tags" Target="../tags/tag1222.xml"/><Relationship Id="rId13" Type="http://schemas.openxmlformats.org/officeDocument/2006/relationships/tags" Target="../tags/tag1221.xml"/><Relationship Id="rId12" Type="http://schemas.openxmlformats.org/officeDocument/2006/relationships/tags" Target="../tags/tag1220.xml"/><Relationship Id="rId11" Type="http://schemas.openxmlformats.org/officeDocument/2006/relationships/tags" Target="../tags/tag1219.xml"/><Relationship Id="rId10" Type="http://schemas.openxmlformats.org/officeDocument/2006/relationships/tags" Target="../tags/tag1218.xml"/><Relationship Id="rId1" Type="http://schemas.openxmlformats.org/officeDocument/2006/relationships/tags" Target="../tags/tag1209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1242.xml"/><Relationship Id="rId8" Type="http://schemas.openxmlformats.org/officeDocument/2006/relationships/tags" Target="../tags/tag1241.xml"/><Relationship Id="rId7" Type="http://schemas.openxmlformats.org/officeDocument/2006/relationships/tags" Target="../tags/tag1240.xml"/><Relationship Id="rId6" Type="http://schemas.openxmlformats.org/officeDocument/2006/relationships/tags" Target="../tags/tag1239.xml"/><Relationship Id="rId5" Type="http://schemas.openxmlformats.org/officeDocument/2006/relationships/tags" Target="../tags/tag1238.xml"/><Relationship Id="rId4" Type="http://schemas.openxmlformats.org/officeDocument/2006/relationships/tags" Target="../tags/tag1237.xml"/><Relationship Id="rId3" Type="http://schemas.openxmlformats.org/officeDocument/2006/relationships/tags" Target="../tags/tag12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258.xml"/><Relationship Id="rId25" Type="http://schemas.openxmlformats.org/officeDocument/2006/relationships/tags" Target="../tags/tag1257.xml"/><Relationship Id="rId24" Type="http://schemas.openxmlformats.org/officeDocument/2006/relationships/tags" Target="../tags/tag1256.xml"/><Relationship Id="rId23" Type="http://schemas.openxmlformats.org/officeDocument/2006/relationships/tags" Target="../tags/tag1255.xml"/><Relationship Id="rId22" Type="http://schemas.openxmlformats.org/officeDocument/2006/relationships/tags" Target="../tags/tag1254.xml"/><Relationship Id="rId21" Type="http://schemas.openxmlformats.org/officeDocument/2006/relationships/image" Target="../media/image1.png"/><Relationship Id="rId20" Type="http://schemas.openxmlformats.org/officeDocument/2006/relationships/tags" Target="../tags/tag1253.xml"/><Relationship Id="rId2" Type="http://schemas.openxmlformats.org/officeDocument/2006/relationships/tags" Target="../tags/tag1235.xml"/><Relationship Id="rId19" Type="http://schemas.openxmlformats.org/officeDocument/2006/relationships/tags" Target="../tags/tag1252.xml"/><Relationship Id="rId18" Type="http://schemas.openxmlformats.org/officeDocument/2006/relationships/tags" Target="../tags/tag1251.xml"/><Relationship Id="rId17" Type="http://schemas.openxmlformats.org/officeDocument/2006/relationships/tags" Target="../tags/tag1250.xml"/><Relationship Id="rId16" Type="http://schemas.openxmlformats.org/officeDocument/2006/relationships/tags" Target="../tags/tag1249.xml"/><Relationship Id="rId15" Type="http://schemas.openxmlformats.org/officeDocument/2006/relationships/tags" Target="../tags/tag1248.xml"/><Relationship Id="rId14" Type="http://schemas.openxmlformats.org/officeDocument/2006/relationships/tags" Target="../tags/tag1247.xml"/><Relationship Id="rId13" Type="http://schemas.openxmlformats.org/officeDocument/2006/relationships/tags" Target="../tags/tag1246.xml"/><Relationship Id="rId12" Type="http://schemas.openxmlformats.org/officeDocument/2006/relationships/tags" Target="../tags/tag1245.xml"/><Relationship Id="rId11" Type="http://schemas.openxmlformats.org/officeDocument/2006/relationships/tags" Target="../tags/tag1244.xml"/><Relationship Id="rId10" Type="http://schemas.openxmlformats.org/officeDocument/2006/relationships/tags" Target="../tags/tag1243.xml"/><Relationship Id="rId1" Type="http://schemas.openxmlformats.org/officeDocument/2006/relationships/tags" Target="../tags/tag1234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1267.xml"/><Relationship Id="rId8" Type="http://schemas.openxmlformats.org/officeDocument/2006/relationships/tags" Target="../tags/tag1266.xml"/><Relationship Id="rId7" Type="http://schemas.openxmlformats.org/officeDocument/2006/relationships/tags" Target="../tags/tag1265.xml"/><Relationship Id="rId6" Type="http://schemas.openxmlformats.org/officeDocument/2006/relationships/tags" Target="../tags/tag1264.xml"/><Relationship Id="rId5" Type="http://schemas.openxmlformats.org/officeDocument/2006/relationships/tags" Target="../tags/tag1263.xml"/><Relationship Id="rId4" Type="http://schemas.openxmlformats.org/officeDocument/2006/relationships/tags" Target="../tags/tag1262.xml"/><Relationship Id="rId3" Type="http://schemas.openxmlformats.org/officeDocument/2006/relationships/tags" Target="../tags/tag12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283.xml"/><Relationship Id="rId25" Type="http://schemas.openxmlformats.org/officeDocument/2006/relationships/tags" Target="../tags/tag1282.xml"/><Relationship Id="rId24" Type="http://schemas.openxmlformats.org/officeDocument/2006/relationships/tags" Target="../tags/tag1281.xml"/><Relationship Id="rId23" Type="http://schemas.openxmlformats.org/officeDocument/2006/relationships/tags" Target="../tags/tag1280.xml"/><Relationship Id="rId22" Type="http://schemas.openxmlformats.org/officeDocument/2006/relationships/tags" Target="../tags/tag1279.xml"/><Relationship Id="rId21" Type="http://schemas.openxmlformats.org/officeDocument/2006/relationships/image" Target="../media/image1.png"/><Relationship Id="rId20" Type="http://schemas.openxmlformats.org/officeDocument/2006/relationships/tags" Target="../tags/tag1278.xml"/><Relationship Id="rId2" Type="http://schemas.openxmlformats.org/officeDocument/2006/relationships/tags" Target="../tags/tag1260.xml"/><Relationship Id="rId19" Type="http://schemas.openxmlformats.org/officeDocument/2006/relationships/tags" Target="../tags/tag1277.xml"/><Relationship Id="rId18" Type="http://schemas.openxmlformats.org/officeDocument/2006/relationships/tags" Target="../tags/tag1276.xml"/><Relationship Id="rId17" Type="http://schemas.openxmlformats.org/officeDocument/2006/relationships/tags" Target="../tags/tag1275.xml"/><Relationship Id="rId16" Type="http://schemas.openxmlformats.org/officeDocument/2006/relationships/tags" Target="../tags/tag1274.xml"/><Relationship Id="rId15" Type="http://schemas.openxmlformats.org/officeDocument/2006/relationships/tags" Target="../tags/tag1273.xml"/><Relationship Id="rId14" Type="http://schemas.openxmlformats.org/officeDocument/2006/relationships/tags" Target="../tags/tag1272.xml"/><Relationship Id="rId13" Type="http://schemas.openxmlformats.org/officeDocument/2006/relationships/tags" Target="../tags/tag1271.xml"/><Relationship Id="rId12" Type="http://schemas.openxmlformats.org/officeDocument/2006/relationships/tags" Target="../tags/tag1270.xml"/><Relationship Id="rId11" Type="http://schemas.openxmlformats.org/officeDocument/2006/relationships/tags" Target="../tags/tag1269.xml"/><Relationship Id="rId10" Type="http://schemas.openxmlformats.org/officeDocument/2006/relationships/tags" Target="../tags/tag1268.xml"/><Relationship Id="rId1" Type="http://schemas.openxmlformats.org/officeDocument/2006/relationships/tags" Target="../tags/tag1259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1292.xml"/><Relationship Id="rId8" Type="http://schemas.openxmlformats.org/officeDocument/2006/relationships/tags" Target="../tags/tag1291.xml"/><Relationship Id="rId7" Type="http://schemas.openxmlformats.org/officeDocument/2006/relationships/tags" Target="../tags/tag1290.xml"/><Relationship Id="rId6" Type="http://schemas.openxmlformats.org/officeDocument/2006/relationships/tags" Target="../tags/tag1289.xml"/><Relationship Id="rId5" Type="http://schemas.openxmlformats.org/officeDocument/2006/relationships/tags" Target="../tags/tag1288.xml"/><Relationship Id="rId4" Type="http://schemas.openxmlformats.org/officeDocument/2006/relationships/tags" Target="../tags/tag1287.xml"/><Relationship Id="rId3" Type="http://schemas.openxmlformats.org/officeDocument/2006/relationships/tags" Target="../tags/tag12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308.xml"/><Relationship Id="rId25" Type="http://schemas.openxmlformats.org/officeDocument/2006/relationships/tags" Target="../tags/tag1307.xml"/><Relationship Id="rId24" Type="http://schemas.openxmlformats.org/officeDocument/2006/relationships/tags" Target="../tags/tag1306.xml"/><Relationship Id="rId23" Type="http://schemas.openxmlformats.org/officeDocument/2006/relationships/tags" Target="../tags/tag1305.xml"/><Relationship Id="rId22" Type="http://schemas.openxmlformats.org/officeDocument/2006/relationships/tags" Target="../tags/tag1304.xml"/><Relationship Id="rId21" Type="http://schemas.openxmlformats.org/officeDocument/2006/relationships/image" Target="../media/image1.png"/><Relationship Id="rId20" Type="http://schemas.openxmlformats.org/officeDocument/2006/relationships/tags" Target="../tags/tag1303.xml"/><Relationship Id="rId2" Type="http://schemas.openxmlformats.org/officeDocument/2006/relationships/tags" Target="../tags/tag1285.xml"/><Relationship Id="rId19" Type="http://schemas.openxmlformats.org/officeDocument/2006/relationships/tags" Target="../tags/tag1302.xml"/><Relationship Id="rId18" Type="http://schemas.openxmlformats.org/officeDocument/2006/relationships/tags" Target="../tags/tag1301.xml"/><Relationship Id="rId17" Type="http://schemas.openxmlformats.org/officeDocument/2006/relationships/tags" Target="../tags/tag1300.xml"/><Relationship Id="rId16" Type="http://schemas.openxmlformats.org/officeDocument/2006/relationships/tags" Target="../tags/tag1299.xml"/><Relationship Id="rId15" Type="http://schemas.openxmlformats.org/officeDocument/2006/relationships/tags" Target="../tags/tag1298.xml"/><Relationship Id="rId14" Type="http://schemas.openxmlformats.org/officeDocument/2006/relationships/tags" Target="../tags/tag1297.xml"/><Relationship Id="rId13" Type="http://schemas.openxmlformats.org/officeDocument/2006/relationships/tags" Target="../tags/tag1296.xml"/><Relationship Id="rId12" Type="http://schemas.openxmlformats.org/officeDocument/2006/relationships/tags" Target="../tags/tag1295.xml"/><Relationship Id="rId11" Type="http://schemas.openxmlformats.org/officeDocument/2006/relationships/tags" Target="../tags/tag1294.xml"/><Relationship Id="rId10" Type="http://schemas.openxmlformats.org/officeDocument/2006/relationships/tags" Target="../tags/tag1293.xml"/><Relationship Id="rId1" Type="http://schemas.openxmlformats.org/officeDocument/2006/relationships/tags" Target="../tags/tag1284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1317.xml"/><Relationship Id="rId8" Type="http://schemas.openxmlformats.org/officeDocument/2006/relationships/tags" Target="../tags/tag1316.xml"/><Relationship Id="rId7" Type="http://schemas.openxmlformats.org/officeDocument/2006/relationships/tags" Target="../tags/tag1315.xml"/><Relationship Id="rId6" Type="http://schemas.openxmlformats.org/officeDocument/2006/relationships/tags" Target="../tags/tag1314.xml"/><Relationship Id="rId5" Type="http://schemas.openxmlformats.org/officeDocument/2006/relationships/tags" Target="../tags/tag1313.xml"/><Relationship Id="rId4" Type="http://schemas.openxmlformats.org/officeDocument/2006/relationships/tags" Target="../tags/tag1312.xml"/><Relationship Id="rId3" Type="http://schemas.openxmlformats.org/officeDocument/2006/relationships/tags" Target="../tags/tag13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333.xml"/><Relationship Id="rId25" Type="http://schemas.openxmlformats.org/officeDocument/2006/relationships/tags" Target="../tags/tag1332.xml"/><Relationship Id="rId24" Type="http://schemas.openxmlformats.org/officeDocument/2006/relationships/tags" Target="../tags/tag1331.xml"/><Relationship Id="rId23" Type="http://schemas.openxmlformats.org/officeDocument/2006/relationships/tags" Target="../tags/tag1330.xml"/><Relationship Id="rId22" Type="http://schemas.openxmlformats.org/officeDocument/2006/relationships/tags" Target="../tags/tag1329.xml"/><Relationship Id="rId21" Type="http://schemas.openxmlformats.org/officeDocument/2006/relationships/image" Target="../media/image1.png"/><Relationship Id="rId20" Type="http://schemas.openxmlformats.org/officeDocument/2006/relationships/tags" Target="../tags/tag1328.xml"/><Relationship Id="rId2" Type="http://schemas.openxmlformats.org/officeDocument/2006/relationships/tags" Target="../tags/tag1310.xml"/><Relationship Id="rId19" Type="http://schemas.openxmlformats.org/officeDocument/2006/relationships/tags" Target="../tags/tag1327.xml"/><Relationship Id="rId18" Type="http://schemas.openxmlformats.org/officeDocument/2006/relationships/tags" Target="../tags/tag1326.xml"/><Relationship Id="rId17" Type="http://schemas.openxmlformats.org/officeDocument/2006/relationships/tags" Target="../tags/tag1325.xml"/><Relationship Id="rId16" Type="http://schemas.openxmlformats.org/officeDocument/2006/relationships/tags" Target="../tags/tag1324.xml"/><Relationship Id="rId15" Type="http://schemas.openxmlformats.org/officeDocument/2006/relationships/tags" Target="../tags/tag1323.xml"/><Relationship Id="rId14" Type="http://schemas.openxmlformats.org/officeDocument/2006/relationships/tags" Target="../tags/tag1322.xml"/><Relationship Id="rId13" Type="http://schemas.openxmlformats.org/officeDocument/2006/relationships/tags" Target="../tags/tag1321.xml"/><Relationship Id="rId12" Type="http://schemas.openxmlformats.org/officeDocument/2006/relationships/tags" Target="../tags/tag1320.xml"/><Relationship Id="rId11" Type="http://schemas.openxmlformats.org/officeDocument/2006/relationships/tags" Target="../tags/tag1319.xml"/><Relationship Id="rId10" Type="http://schemas.openxmlformats.org/officeDocument/2006/relationships/tags" Target="../tags/tag1318.xml"/><Relationship Id="rId1" Type="http://schemas.openxmlformats.org/officeDocument/2006/relationships/tags" Target="../tags/tag1309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tags" Target="../tags/tag1342.xml"/><Relationship Id="rId8" Type="http://schemas.openxmlformats.org/officeDocument/2006/relationships/tags" Target="../tags/tag1341.xml"/><Relationship Id="rId7" Type="http://schemas.openxmlformats.org/officeDocument/2006/relationships/tags" Target="../tags/tag1340.xml"/><Relationship Id="rId6" Type="http://schemas.openxmlformats.org/officeDocument/2006/relationships/tags" Target="../tags/tag1339.xml"/><Relationship Id="rId5" Type="http://schemas.openxmlformats.org/officeDocument/2006/relationships/tags" Target="../tags/tag1338.xml"/><Relationship Id="rId4" Type="http://schemas.openxmlformats.org/officeDocument/2006/relationships/tags" Target="../tags/tag1337.xml"/><Relationship Id="rId3" Type="http://schemas.openxmlformats.org/officeDocument/2006/relationships/tags" Target="../tags/tag13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358.xml"/><Relationship Id="rId25" Type="http://schemas.openxmlformats.org/officeDocument/2006/relationships/tags" Target="../tags/tag1357.xml"/><Relationship Id="rId24" Type="http://schemas.openxmlformats.org/officeDocument/2006/relationships/tags" Target="../tags/tag1356.xml"/><Relationship Id="rId23" Type="http://schemas.openxmlformats.org/officeDocument/2006/relationships/tags" Target="../tags/tag1355.xml"/><Relationship Id="rId22" Type="http://schemas.openxmlformats.org/officeDocument/2006/relationships/tags" Target="../tags/tag1354.xml"/><Relationship Id="rId21" Type="http://schemas.openxmlformats.org/officeDocument/2006/relationships/image" Target="../media/image1.png"/><Relationship Id="rId20" Type="http://schemas.openxmlformats.org/officeDocument/2006/relationships/tags" Target="../tags/tag1353.xml"/><Relationship Id="rId2" Type="http://schemas.openxmlformats.org/officeDocument/2006/relationships/tags" Target="../tags/tag1335.xml"/><Relationship Id="rId19" Type="http://schemas.openxmlformats.org/officeDocument/2006/relationships/tags" Target="../tags/tag1352.xml"/><Relationship Id="rId18" Type="http://schemas.openxmlformats.org/officeDocument/2006/relationships/tags" Target="../tags/tag1351.xml"/><Relationship Id="rId17" Type="http://schemas.openxmlformats.org/officeDocument/2006/relationships/tags" Target="../tags/tag1350.xml"/><Relationship Id="rId16" Type="http://schemas.openxmlformats.org/officeDocument/2006/relationships/tags" Target="../tags/tag1349.xml"/><Relationship Id="rId15" Type="http://schemas.openxmlformats.org/officeDocument/2006/relationships/tags" Target="../tags/tag1348.xml"/><Relationship Id="rId14" Type="http://schemas.openxmlformats.org/officeDocument/2006/relationships/tags" Target="../tags/tag1347.xml"/><Relationship Id="rId13" Type="http://schemas.openxmlformats.org/officeDocument/2006/relationships/tags" Target="../tags/tag1346.xml"/><Relationship Id="rId12" Type="http://schemas.openxmlformats.org/officeDocument/2006/relationships/tags" Target="../tags/tag1345.xml"/><Relationship Id="rId11" Type="http://schemas.openxmlformats.org/officeDocument/2006/relationships/tags" Target="../tags/tag1344.xml"/><Relationship Id="rId10" Type="http://schemas.openxmlformats.org/officeDocument/2006/relationships/tags" Target="../tags/tag1343.xml"/><Relationship Id="rId1" Type="http://schemas.openxmlformats.org/officeDocument/2006/relationships/tags" Target="../tags/tag1334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1367.xml"/><Relationship Id="rId8" Type="http://schemas.openxmlformats.org/officeDocument/2006/relationships/tags" Target="../tags/tag1366.xml"/><Relationship Id="rId7" Type="http://schemas.openxmlformats.org/officeDocument/2006/relationships/tags" Target="../tags/tag1365.xml"/><Relationship Id="rId6" Type="http://schemas.openxmlformats.org/officeDocument/2006/relationships/tags" Target="../tags/tag1364.xml"/><Relationship Id="rId5" Type="http://schemas.openxmlformats.org/officeDocument/2006/relationships/tags" Target="../tags/tag1363.xml"/><Relationship Id="rId4" Type="http://schemas.openxmlformats.org/officeDocument/2006/relationships/tags" Target="../tags/tag1362.xml"/><Relationship Id="rId3" Type="http://schemas.openxmlformats.org/officeDocument/2006/relationships/tags" Target="../tags/tag13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383.xml"/><Relationship Id="rId25" Type="http://schemas.openxmlformats.org/officeDocument/2006/relationships/tags" Target="../tags/tag1382.xml"/><Relationship Id="rId24" Type="http://schemas.openxmlformats.org/officeDocument/2006/relationships/tags" Target="../tags/tag1381.xml"/><Relationship Id="rId23" Type="http://schemas.openxmlformats.org/officeDocument/2006/relationships/tags" Target="../tags/tag1380.xml"/><Relationship Id="rId22" Type="http://schemas.openxmlformats.org/officeDocument/2006/relationships/tags" Target="../tags/tag1379.xml"/><Relationship Id="rId21" Type="http://schemas.openxmlformats.org/officeDocument/2006/relationships/image" Target="../media/image1.png"/><Relationship Id="rId20" Type="http://schemas.openxmlformats.org/officeDocument/2006/relationships/tags" Target="../tags/tag1378.xml"/><Relationship Id="rId2" Type="http://schemas.openxmlformats.org/officeDocument/2006/relationships/tags" Target="../tags/tag1360.xml"/><Relationship Id="rId19" Type="http://schemas.openxmlformats.org/officeDocument/2006/relationships/tags" Target="../tags/tag1377.xml"/><Relationship Id="rId18" Type="http://schemas.openxmlformats.org/officeDocument/2006/relationships/tags" Target="../tags/tag1376.xml"/><Relationship Id="rId17" Type="http://schemas.openxmlformats.org/officeDocument/2006/relationships/tags" Target="../tags/tag1375.xml"/><Relationship Id="rId16" Type="http://schemas.openxmlformats.org/officeDocument/2006/relationships/tags" Target="../tags/tag1374.xml"/><Relationship Id="rId15" Type="http://schemas.openxmlformats.org/officeDocument/2006/relationships/tags" Target="../tags/tag1373.xml"/><Relationship Id="rId14" Type="http://schemas.openxmlformats.org/officeDocument/2006/relationships/tags" Target="../tags/tag1372.xml"/><Relationship Id="rId13" Type="http://schemas.openxmlformats.org/officeDocument/2006/relationships/tags" Target="../tags/tag1371.xml"/><Relationship Id="rId12" Type="http://schemas.openxmlformats.org/officeDocument/2006/relationships/tags" Target="../tags/tag1370.xml"/><Relationship Id="rId11" Type="http://schemas.openxmlformats.org/officeDocument/2006/relationships/tags" Target="../tags/tag1369.xml"/><Relationship Id="rId10" Type="http://schemas.openxmlformats.org/officeDocument/2006/relationships/tags" Target="../tags/tag1368.xml"/><Relationship Id="rId1" Type="http://schemas.openxmlformats.org/officeDocument/2006/relationships/tags" Target="../tags/tag1359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1392.xml"/><Relationship Id="rId8" Type="http://schemas.openxmlformats.org/officeDocument/2006/relationships/tags" Target="../tags/tag1391.xml"/><Relationship Id="rId7" Type="http://schemas.openxmlformats.org/officeDocument/2006/relationships/tags" Target="../tags/tag1390.xml"/><Relationship Id="rId6" Type="http://schemas.openxmlformats.org/officeDocument/2006/relationships/tags" Target="../tags/tag1389.xml"/><Relationship Id="rId5" Type="http://schemas.openxmlformats.org/officeDocument/2006/relationships/tags" Target="../tags/tag1388.xml"/><Relationship Id="rId4" Type="http://schemas.openxmlformats.org/officeDocument/2006/relationships/tags" Target="../tags/tag1387.xml"/><Relationship Id="rId3" Type="http://schemas.openxmlformats.org/officeDocument/2006/relationships/tags" Target="../tags/tag13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408.xml"/><Relationship Id="rId25" Type="http://schemas.openxmlformats.org/officeDocument/2006/relationships/tags" Target="../tags/tag1407.xml"/><Relationship Id="rId24" Type="http://schemas.openxmlformats.org/officeDocument/2006/relationships/tags" Target="../tags/tag1406.xml"/><Relationship Id="rId23" Type="http://schemas.openxmlformats.org/officeDocument/2006/relationships/tags" Target="../tags/tag1405.xml"/><Relationship Id="rId22" Type="http://schemas.openxmlformats.org/officeDocument/2006/relationships/tags" Target="../tags/tag1404.xml"/><Relationship Id="rId21" Type="http://schemas.openxmlformats.org/officeDocument/2006/relationships/image" Target="../media/image1.png"/><Relationship Id="rId20" Type="http://schemas.openxmlformats.org/officeDocument/2006/relationships/tags" Target="../tags/tag1403.xml"/><Relationship Id="rId2" Type="http://schemas.openxmlformats.org/officeDocument/2006/relationships/tags" Target="../tags/tag1385.xml"/><Relationship Id="rId19" Type="http://schemas.openxmlformats.org/officeDocument/2006/relationships/tags" Target="../tags/tag1402.xml"/><Relationship Id="rId18" Type="http://schemas.openxmlformats.org/officeDocument/2006/relationships/tags" Target="../tags/tag1401.xml"/><Relationship Id="rId17" Type="http://schemas.openxmlformats.org/officeDocument/2006/relationships/tags" Target="../tags/tag1400.xml"/><Relationship Id="rId16" Type="http://schemas.openxmlformats.org/officeDocument/2006/relationships/tags" Target="../tags/tag1399.xml"/><Relationship Id="rId15" Type="http://schemas.openxmlformats.org/officeDocument/2006/relationships/tags" Target="../tags/tag1398.xml"/><Relationship Id="rId14" Type="http://schemas.openxmlformats.org/officeDocument/2006/relationships/tags" Target="../tags/tag1397.xml"/><Relationship Id="rId13" Type="http://schemas.openxmlformats.org/officeDocument/2006/relationships/tags" Target="../tags/tag1396.xml"/><Relationship Id="rId12" Type="http://schemas.openxmlformats.org/officeDocument/2006/relationships/tags" Target="../tags/tag1395.xml"/><Relationship Id="rId11" Type="http://schemas.openxmlformats.org/officeDocument/2006/relationships/tags" Target="../tags/tag1394.xml"/><Relationship Id="rId10" Type="http://schemas.openxmlformats.org/officeDocument/2006/relationships/tags" Target="../tags/tag1393.xml"/><Relationship Id="rId1" Type="http://schemas.openxmlformats.org/officeDocument/2006/relationships/tags" Target="../tags/tag1384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tags" Target="../tags/tag1417.xml"/><Relationship Id="rId8" Type="http://schemas.openxmlformats.org/officeDocument/2006/relationships/tags" Target="../tags/tag1416.xml"/><Relationship Id="rId7" Type="http://schemas.openxmlformats.org/officeDocument/2006/relationships/tags" Target="../tags/tag1415.xml"/><Relationship Id="rId6" Type="http://schemas.openxmlformats.org/officeDocument/2006/relationships/tags" Target="../tags/tag1414.xml"/><Relationship Id="rId5" Type="http://schemas.openxmlformats.org/officeDocument/2006/relationships/tags" Target="../tags/tag1413.xml"/><Relationship Id="rId4" Type="http://schemas.openxmlformats.org/officeDocument/2006/relationships/tags" Target="../tags/tag1412.xml"/><Relationship Id="rId3" Type="http://schemas.openxmlformats.org/officeDocument/2006/relationships/tags" Target="../tags/tag14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433.xml"/><Relationship Id="rId25" Type="http://schemas.openxmlformats.org/officeDocument/2006/relationships/tags" Target="../tags/tag1432.xml"/><Relationship Id="rId24" Type="http://schemas.openxmlformats.org/officeDocument/2006/relationships/tags" Target="../tags/tag1431.xml"/><Relationship Id="rId23" Type="http://schemas.openxmlformats.org/officeDocument/2006/relationships/tags" Target="../tags/tag1430.xml"/><Relationship Id="rId22" Type="http://schemas.openxmlformats.org/officeDocument/2006/relationships/tags" Target="../tags/tag1429.xml"/><Relationship Id="rId21" Type="http://schemas.openxmlformats.org/officeDocument/2006/relationships/image" Target="../media/image1.png"/><Relationship Id="rId20" Type="http://schemas.openxmlformats.org/officeDocument/2006/relationships/tags" Target="../tags/tag1428.xml"/><Relationship Id="rId2" Type="http://schemas.openxmlformats.org/officeDocument/2006/relationships/tags" Target="../tags/tag1410.xml"/><Relationship Id="rId19" Type="http://schemas.openxmlformats.org/officeDocument/2006/relationships/tags" Target="../tags/tag1427.xml"/><Relationship Id="rId18" Type="http://schemas.openxmlformats.org/officeDocument/2006/relationships/tags" Target="../tags/tag1426.xml"/><Relationship Id="rId17" Type="http://schemas.openxmlformats.org/officeDocument/2006/relationships/tags" Target="../tags/tag1425.xml"/><Relationship Id="rId16" Type="http://schemas.openxmlformats.org/officeDocument/2006/relationships/tags" Target="../tags/tag1424.xml"/><Relationship Id="rId15" Type="http://schemas.openxmlformats.org/officeDocument/2006/relationships/tags" Target="../tags/tag1423.xml"/><Relationship Id="rId14" Type="http://schemas.openxmlformats.org/officeDocument/2006/relationships/tags" Target="../tags/tag1422.xml"/><Relationship Id="rId13" Type="http://schemas.openxmlformats.org/officeDocument/2006/relationships/tags" Target="../tags/tag1421.xml"/><Relationship Id="rId12" Type="http://schemas.openxmlformats.org/officeDocument/2006/relationships/tags" Target="../tags/tag1420.xml"/><Relationship Id="rId11" Type="http://schemas.openxmlformats.org/officeDocument/2006/relationships/tags" Target="../tags/tag1419.xml"/><Relationship Id="rId10" Type="http://schemas.openxmlformats.org/officeDocument/2006/relationships/tags" Target="../tags/tag1418.xml"/><Relationship Id="rId1" Type="http://schemas.openxmlformats.org/officeDocument/2006/relationships/tags" Target="../tags/tag1409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tags" Target="../tags/tag1442.xml"/><Relationship Id="rId8" Type="http://schemas.openxmlformats.org/officeDocument/2006/relationships/tags" Target="../tags/tag1441.xml"/><Relationship Id="rId7" Type="http://schemas.openxmlformats.org/officeDocument/2006/relationships/tags" Target="../tags/tag1440.xml"/><Relationship Id="rId6" Type="http://schemas.openxmlformats.org/officeDocument/2006/relationships/tags" Target="../tags/tag1439.xml"/><Relationship Id="rId5" Type="http://schemas.openxmlformats.org/officeDocument/2006/relationships/tags" Target="../tags/tag1438.xml"/><Relationship Id="rId4" Type="http://schemas.openxmlformats.org/officeDocument/2006/relationships/tags" Target="../tags/tag1437.xml"/><Relationship Id="rId3" Type="http://schemas.openxmlformats.org/officeDocument/2006/relationships/tags" Target="../tags/tag14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458.xml"/><Relationship Id="rId25" Type="http://schemas.openxmlformats.org/officeDocument/2006/relationships/tags" Target="../tags/tag1457.xml"/><Relationship Id="rId24" Type="http://schemas.openxmlformats.org/officeDocument/2006/relationships/tags" Target="../tags/tag1456.xml"/><Relationship Id="rId23" Type="http://schemas.openxmlformats.org/officeDocument/2006/relationships/tags" Target="../tags/tag1455.xml"/><Relationship Id="rId22" Type="http://schemas.openxmlformats.org/officeDocument/2006/relationships/tags" Target="../tags/tag1454.xml"/><Relationship Id="rId21" Type="http://schemas.openxmlformats.org/officeDocument/2006/relationships/image" Target="../media/image1.png"/><Relationship Id="rId20" Type="http://schemas.openxmlformats.org/officeDocument/2006/relationships/tags" Target="../tags/tag1453.xml"/><Relationship Id="rId2" Type="http://schemas.openxmlformats.org/officeDocument/2006/relationships/tags" Target="../tags/tag1435.xml"/><Relationship Id="rId19" Type="http://schemas.openxmlformats.org/officeDocument/2006/relationships/tags" Target="../tags/tag1452.xml"/><Relationship Id="rId18" Type="http://schemas.openxmlformats.org/officeDocument/2006/relationships/tags" Target="../tags/tag1451.xml"/><Relationship Id="rId17" Type="http://schemas.openxmlformats.org/officeDocument/2006/relationships/tags" Target="../tags/tag1450.xml"/><Relationship Id="rId16" Type="http://schemas.openxmlformats.org/officeDocument/2006/relationships/tags" Target="../tags/tag1449.xml"/><Relationship Id="rId15" Type="http://schemas.openxmlformats.org/officeDocument/2006/relationships/tags" Target="../tags/tag1448.xml"/><Relationship Id="rId14" Type="http://schemas.openxmlformats.org/officeDocument/2006/relationships/tags" Target="../tags/tag1447.xml"/><Relationship Id="rId13" Type="http://schemas.openxmlformats.org/officeDocument/2006/relationships/tags" Target="../tags/tag1446.xml"/><Relationship Id="rId12" Type="http://schemas.openxmlformats.org/officeDocument/2006/relationships/tags" Target="../tags/tag1445.xml"/><Relationship Id="rId11" Type="http://schemas.openxmlformats.org/officeDocument/2006/relationships/tags" Target="../tags/tag1444.xml"/><Relationship Id="rId10" Type="http://schemas.openxmlformats.org/officeDocument/2006/relationships/tags" Target="../tags/tag1443.xml"/><Relationship Id="rId1" Type="http://schemas.openxmlformats.org/officeDocument/2006/relationships/tags" Target="../tags/tag1434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1467.xml"/><Relationship Id="rId8" Type="http://schemas.openxmlformats.org/officeDocument/2006/relationships/tags" Target="../tags/tag1466.xml"/><Relationship Id="rId7" Type="http://schemas.openxmlformats.org/officeDocument/2006/relationships/tags" Target="../tags/tag1465.xml"/><Relationship Id="rId6" Type="http://schemas.openxmlformats.org/officeDocument/2006/relationships/tags" Target="../tags/tag1464.xml"/><Relationship Id="rId5" Type="http://schemas.openxmlformats.org/officeDocument/2006/relationships/tags" Target="../tags/tag1463.xml"/><Relationship Id="rId4" Type="http://schemas.openxmlformats.org/officeDocument/2006/relationships/tags" Target="../tags/tag1462.xml"/><Relationship Id="rId3" Type="http://schemas.openxmlformats.org/officeDocument/2006/relationships/tags" Target="../tags/tag14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483.xml"/><Relationship Id="rId25" Type="http://schemas.openxmlformats.org/officeDocument/2006/relationships/tags" Target="../tags/tag1482.xml"/><Relationship Id="rId24" Type="http://schemas.openxmlformats.org/officeDocument/2006/relationships/tags" Target="../tags/tag1481.xml"/><Relationship Id="rId23" Type="http://schemas.openxmlformats.org/officeDocument/2006/relationships/tags" Target="../tags/tag1480.xml"/><Relationship Id="rId22" Type="http://schemas.openxmlformats.org/officeDocument/2006/relationships/tags" Target="../tags/tag1479.xml"/><Relationship Id="rId21" Type="http://schemas.openxmlformats.org/officeDocument/2006/relationships/image" Target="../media/image1.png"/><Relationship Id="rId20" Type="http://schemas.openxmlformats.org/officeDocument/2006/relationships/tags" Target="../tags/tag1478.xml"/><Relationship Id="rId2" Type="http://schemas.openxmlformats.org/officeDocument/2006/relationships/tags" Target="../tags/tag1460.xml"/><Relationship Id="rId19" Type="http://schemas.openxmlformats.org/officeDocument/2006/relationships/tags" Target="../tags/tag1477.xml"/><Relationship Id="rId18" Type="http://schemas.openxmlformats.org/officeDocument/2006/relationships/tags" Target="../tags/tag1476.xml"/><Relationship Id="rId17" Type="http://schemas.openxmlformats.org/officeDocument/2006/relationships/tags" Target="../tags/tag1475.xml"/><Relationship Id="rId16" Type="http://schemas.openxmlformats.org/officeDocument/2006/relationships/tags" Target="../tags/tag1474.xml"/><Relationship Id="rId15" Type="http://schemas.openxmlformats.org/officeDocument/2006/relationships/tags" Target="../tags/tag1473.xml"/><Relationship Id="rId14" Type="http://schemas.openxmlformats.org/officeDocument/2006/relationships/tags" Target="../tags/tag1472.xml"/><Relationship Id="rId13" Type="http://schemas.openxmlformats.org/officeDocument/2006/relationships/tags" Target="../tags/tag1471.xml"/><Relationship Id="rId12" Type="http://schemas.openxmlformats.org/officeDocument/2006/relationships/tags" Target="../tags/tag1470.xml"/><Relationship Id="rId11" Type="http://schemas.openxmlformats.org/officeDocument/2006/relationships/tags" Target="../tags/tag1469.xml"/><Relationship Id="rId10" Type="http://schemas.openxmlformats.org/officeDocument/2006/relationships/tags" Target="../tags/tag1468.xml"/><Relationship Id="rId1" Type="http://schemas.openxmlformats.org/officeDocument/2006/relationships/tags" Target="../tags/tag1459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tags" Target="../tags/tag1492.xml"/><Relationship Id="rId8" Type="http://schemas.openxmlformats.org/officeDocument/2006/relationships/tags" Target="../tags/tag1491.xml"/><Relationship Id="rId7" Type="http://schemas.openxmlformats.org/officeDocument/2006/relationships/tags" Target="../tags/tag1490.xml"/><Relationship Id="rId6" Type="http://schemas.openxmlformats.org/officeDocument/2006/relationships/tags" Target="../tags/tag1489.xml"/><Relationship Id="rId5" Type="http://schemas.openxmlformats.org/officeDocument/2006/relationships/tags" Target="../tags/tag1488.xml"/><Relationship Id="rId4" Type="http://schemas.openxmlformats.org/officeDocument/2006/relationships/tags" Target="../tags/tag1487.xml"/><Relationship Id="rId3" Type="http://schemas.openxmlformats.org/officeDocument/2006/relationships/tags" Target="../tags/tag14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508.xml"/><Relationship Id="rId25" Type="http://schemas.openxmlformats.org/officeDocument/2006/relationships/tags" Target="../tags/tag1507.xml"/><Relationship Id="rId24" Type="http://schemas.openxmlformats.org/officeDocument/2006/relationships/tags" Target="../tags/tag1506.xml"/><Relationship Id="rId23" Type="http://schemas.openxmlformats.org/officeDocument/2006/relationships/tags" Target="../tags/tag1505.xml"/><Relationship Id="rId22" Type="http://schemas.openxmlformats.org/officeDocument/2006/relationships/tags" Target="../tags/tag1504.xml"/><Relationship Id="rId21" Type="http://schemas.openxmlformats.org/officeDocument/2006/relationships/image" Target="../media/image1.png"/><Relationship Id="rId20" Type="http://schemas.openxmlformats.org/officeDocument/2006/relationships/tags" Target="../tags/tag1503.xml"/><Relationship Id="rId2" Type="http://schemas.openxmlformats.org/officeDocument/2006/relationships/tags" Target="../tags/tag1485.xml"/><Relationship Id="rId19" Type="http://schemas.openxmlformats.org/officeDocument/2006/relationships/tags" Target="../tags/tag1502.xml"/><Relationship Id="rId18" Type="http://schemas.openxmlformats.org/officeDocument/2006/relationships/tags" Target="../tags/tag1501.xml"/><Relationship Id="rId17" Type="http://schemas.openxmlformats.org/officeDocument/2006/relationships/tags" Target="../tags/tag1500.xml"/><Relationship Id="rId16" Type="http://schemas.openxmlformats.org/officeDocument/2006/relationships/tags" Target="../tags/tag1499.xml"/><Relationship Id="rId15" Type="http://schemas.openxmlformats.org/officeDocument/2006/relationships/tags" Target="../tags/tag1498.xml"/><Relationship Id="rId14" Type="http://schemas.openxmlformats.org/officeDocument/2006/relationships/tags" Target="../tags/tag1497.xml"/><Relationship Id="rId13" Type="http://schemas.openxmlformats.org/officeDocument/2006/relationships/tags" Target="../tags/tag1496.xml"/><Relationship Id="rId12" Type="http://schemas.openxmlformats.org/officeDocument/2006/relationships/tags" Target="../tags/tag1495.xml"/><Relationship Id="rId11" Type="http://schemas.openxmlformats.org/officeDocument/2006/relationships/tags" Target="../tags/tag1494.xml"/><Relationship Id="rId10" Type="http://schemas.openxmlformats.org/officeDocument/2006/relationships/tags" Target="../tags/tag1493.xml"/><Relationship Id="rId1" Type="http://schemas.openxmlformats.org/officeDocument/2006/relationships/tags" Target="../tags/tag1484.xml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tags" Target="../tags/tag1517.xml"/><Relationship Id="rId8" Type="http://schemas.openxmlformats.org/officeDocument/2006/relationships/tags" Target="../tags/tag1516.xml"/><Relationship Id="rId7" Type="http://schemas.openxmlformats.org/officeDocument/2006/relationships/tags" Target="../tags/tag1515.xml"/><Relationship Id="rId6" Type="http://schemas.openxmlformats.org/officeDocument/2006/relationships/tags" Target="../tags/tag1514.xml"/><Relationship Id="rId5" Type="http://schemas.openxmlformats.org/officeDocument/2006/relationships/tags" Target="../tags/tag1513.xml"/><Relationship Id="rId4" Type="http://schemas.openxmlformats.org/officeDocument/2006/relationships/tags" Target="../tags/tag1512.xml"/><Relationship Id="rId3" Type="http://schemas.openxmlformats.org/officeDocument/2006/relationships/tags" Target="../tags/tag15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533.xml"/><Relationship Id="rId25" Type="http://schemas.openxmlformats.org/officeDocument/2006/relationships/tags" Target="../tags/tag1532.xml"/><Relationship Id="rId24" Type="http://schemas.openxmlformats.org/officeDocument/2006/relationships/tags" Target="../tags/tag1531.xml"/><Relationship Id="rId23" Type="http://schemas.openxmlformats.org/officeDocument/2006/relationships/tags" Target="../tags/tag1530.xml"/><Relationship Id="rId22" Type="http://schemas.openxmlformats.org/officeDocument/2006/relationships/tags" Target="../tags/tag1529.xml"/><Relationship Id="rId21" Type="http://schemas.openxmlformats.org/officeDocument/2006/relationships/image" Target="../media/image1.png"/><Relationship Id="rId20" Type="http://schemas.openxmlformats.org/officeDocument/2006/relationships/tags" Target="../tags/tag1528.xml"/><Relationship Id="rId2" Type="http://schemas.openxmlformats.org/officeDocument/2006/relationships/tags" Target="../tags/tag1510.xml"/><Relationship Id="rId19" Type="http://schemas.openxmlformats.org/officeDocument/2006/relationships/tags" Target="../tags/tag1527.xml"/><Relationship Id="rId18" Type="http://schemas.openxmlformats.org/officeDocument/2006/relationships/tags" Target="../tags/tag1526.xml"/><Relationship Id="rId17" Type="http://schemas.openxmlformats.org/officeDocument/2006/relationships/tags" Target="../tags/tag1525.xml"/><Relationship Id="rId16" Type="http://schemas.openxmlformats.org/officeDocument/2006/relationships/tags" Target="../tags/tag1524.xml"/><Relationship Id="rId15" Type="http://schemas.openxmlformats.org/officeDocument/2006/relationships/tags" Target="../tags/tag1523.xml"/><Relationship Id="rId14" Type="http://schemas.openxmlformats.org/officeDocument/2006/relationships/tags" Target="../tags/tag1522.xml"/><Relationship Id="rId13" Type="http://schemas.openxmlformats.org/officeDocument/2006/relationships/tags" Target="../tags/tag1521.xml"/><Relationship Id="rId12" Type="http://schemas.openxmlformats.org/officeDocument/2006/relationships/tags" Target="../tags/tag1520.xml"/><Relationship Id="rId11" Type="http://schemas.openxmlformats.org/officeDocument/2006/relationships/tags" Target="../tags/tag1519.xml"/><Relationship Id="rId10" Type="http://schemas.openxmlformats.org/officeDocument/2006/relationships/tags" Target="../tags/tag1518.xml"/><Relationship Id="rId1" Type="http://schemas.openxmlformats.org/officeDocument/2006/relationships/tags" Target="../tags/tag1509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tags" Target="../tags/tag1542.xml"/><Relationship Id="rId8" Type="http://schemas.openxmlformats.org/officeDocument/2006/relationships/tags" Target="../tags/tag1541.xml"/><Relationship Id="rId7" Type="http://schemas.openxmlformats.org/officeDocument/2006/relationships/tags" Target="../tags/tag1540.xml"/><Relationship Id="rId6" Type="http://schemas.openxmlformats.org/officeDocument/2006/relationships/tags" Target="../tags/tag1539.xml"/><Relationship Id="rId5" Type="http://schemas.openxmlformats.org/officeDocument/2006/relationships/tags" Target="../tags/tag1538.xml"/><Relationship Id="rId4" Type="http://schemas.openxmlformats.org/officeDocument/2006/relationships/tags" Target="../tags/tag1537.xml"/><Relationship Id="rId3" Type="http://schemas.openxmlformats.org/officeDocument/2006/relationships/tags" Target="../tags/tag15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558.xml"/><Relationship Id="rId25" Type="http://schemas.openxmlformats.org/officeDocument/2006/relationships/tags" Target="../tags/tag1557.xml"/><Relationship Id="rId24" Type="http://schemas.openxmlformats.org/officeDocument/2006/relationships/tags" Target="../tags/tag1556.xml"/><Relationship Id="rId23" Type="http://schemas.openxmlformats.org/officeDocument/2006/relationships/tags" Target="../tags/tag1555.xml"/><Relationship Id="rId22" Type="http://schemas.openxmlformats.org/officeDocument/2006/relationships/tags" Target="../tags/tag1554.xml"/><Relationship Id="rId21" Type="http://schemas.openxmlformats.org/officeDocument/2006/relationships/image" Target="../media/image1.png"/><Relationship Id="rId20" Type="http://schemas.openxmlformats.org/officeDocument/2006/relationships/tags" Target="../tags/tag1553.xml"/><Relationship Id="rId2" Type="http://schemas.openxmlformats.org/officeDocument/2006/relationships/tags" Target="../tags/tag1535.xml"/><Relationship Id="rId19" Type="http://schemas.openxmlformats.org/officeDocument/2006/relationships/tags" Target="../tags/tag1552.xml"/><Relationship Id="rId18" Type="http://schemas.openxmlformats.org/officeDocument/2006/relationships/tags" Target="../tags/tag1551.xml"/><Relationship Id="rId17" Type="http://schemas.openxmlformats.org/officeDocument/2006/relationships/tags" Target="../tags/tag1550.xml"/><Relationship Id="rId16" Type="http://schemas.openxmlformats.org/officeDocument/2006/relationships/tags" Target="../tags/tag1549.xml"/><Relationship Id="rId15" Type="http://schemas.openxmlformats.org/officeDocument/2006/relationships/tags" Target="../tags/tag1548.xml"/><Relationship Id="rId14" Type="http://schemas.openxmlformats.org/officeDocument/2006/relationships/tags" Target="../tags/tag1547.xml"/><Relationship Id="rId13" Type="http://schemas.openxmlformats.org/officeDocument/2006/relationships/tags" Target="../tags/tag1546.xml"/><Relationship Id="rId12" Type="http://schemas.openxmlformats.org/officeDocument/2006/relationships/tags" Target="../tags/tag1545.xml"/><Relationship Id="rId11" Type="http://schemas.openxmlformats.org/officeDocument/2006/relationships/tags" Target="../tags/tag1544.xml"/><Relationship Id="rId10" Type="http://schemas.openxmlformats.org/officeDocument/2006/relationships/tags" Target="../tags/tag1543.xml"/><Relationship Id="rId1" Type="http://schemas.openxmlformats.org/officeDocument/2006/relationships/tags" Target="../tags/tag1534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tags" Target="../tags/tag1567.xml"/><Relationship Id="rId8" Type="http://schemas.openxmlformats.org/officeDocument/2006/relationships/tags" Target="../tags/tag1566.xml"/><Relationship Id="rId7" Type="http://schemas.openxmlformats.org/officeDocument/2006/relationships/tags" Target="../tags/tag1565.xml"/><Relationship Id="rId6" Type="http://schemas.openxmlformats.org/officeDocument/2006/relationships/tags" Target="../tags/tag1564.xml"/><Relationship Id="rId5" Type="http://schemas.openxmlformats.org/officeDocument/2006/relationships/tags" Target="../tags/tag1563.xml"/><Relationship Id="rId4" Type="http://schemas.openxmlformats.org/officeDocument/2006/relationships/tags" Target="../tags/tag1562.xml"/><Relationship Id="rId3" Type="http://schemas.openxmlformats.org/officeDocument/2006/relationships/tags" Target="../tags/tag15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583.xml"/><Relationship Id="rId25" Type="http://schemas.openxmlformats.org/officeDocument/2006/relationships/tags" Target="../tags/tag1582.xml"/><Relationship Id="rId24" Type="http://schemas.openxmlformats.org/officeDocument/2006/relationships/tags" Target="../tags/tag1581.xml"/><Relationship Id="rId23" Type="http://schemas.openxmlformats.org/officeDocument/2006/relationships/tags" Target="../tags/tag1580.xml"/><Relationship Id="rId22" Type="http://schemas.openxmlformats.org/officeDocument/2006/relationships/tags" Target="../tags/tag1579.xml"/><Relationship Id="rId21" Type="http://schemas.openxmlformats.org/officeDocument/2006/relationships/image" Target="../media/image1.png"/><Relationship Id="rId20" Type="http://schemas.openxmlformats.org/officeDocument/2006/relationships/tags" Target="../tags/tag1578.xml"/><Relationship Id="rId2" Type="http://schemas.openxmlformats.org/officeDocument/2006/relationships/tags" Target="../tags/tag1560.xml"/><Relationship Id="rId19" Type="http://schemas.openxmlformats.org/officeDocument/2006/relationships/tags" Target="../tags/tag1577.xml"/><Relationship Id="rId18" Type="http://schemas.openxmlformats.org/officeDocument/2006/relationships/tags" Target="../tags/tag1576.xml"/><Relationship Id="rId17" Type="http://schemas.openxmlformats.org/officeDocument/2006/relationships/tags" Target="../tags/tag1575.xml"/><Relationship Id="rId16" Type="http://schemas.openxmlformats.org/officeDocument/2006/relationships/tags" Target="../tags/tag1574.xml"/><Relationship Id="rId15" Type="http://schemas.openxmlformats.org/officeDocument/2006/relationships/tags" Target="../tags/tag1573.xml"/><Relationship Id="rId14" Type="http://schemas.openxmlformats.org/officeDocument/2006/relationships/tags" Target="../tags/tag1572.xml"/><Relationship Id="rId13" Type="http://schemas.openxmlformats.org/officeDocument/2006/relationships/tags" Target="../tags/tag1571.xml"/><Relationship Id="rId12" Type="http://schemas.openxmlformats.org/officeDocument/2006/relationships/tags" Target="../tags/tag1570.xml"/><Relationship Id="rId11" Type="http://schemas.openxmlformats.org/officeDocument/2006/relationships/tags" Target="../tags/tag1569.xml"/><Relationship Id="rId10" Type="http://schemas.openxmlformats.org/officeDocument/2006/relationships/tags" Target="../tags/tag1568.xml"/><Relationship Id="rId1" Type="http://schemas.openxmlformats.org/officeDocument/2006/relationships/tags" Target="../tags/tag1559.xml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tags" Target="../tags/tag1592.xml"/><Relationship Id="rId8" Type="http://schemas.openxmlformats.org/officeDocument/2006/relationships/tags" Target="../tags/tag1591.xml"/><Relationship Id="rId7" Type="http://schemas.openxmlformats.org/officeDocument/2006/relationships/tags" Target="../tags/tag1590.xml"/><Relationship Id="rId6" Type="http://schemas.openxmlformats.org/officeDocument/2006/relationships/tags" Target="../tags/tag1589.xml"/><Relationship Id="rId5" Type="http://schemas.openxmlformats.org/officeDocument/2006/relationships/tags" Target="../tags/tag1588.xml"/><Relationship Id="rId4" Type="http://schemas.openxmlformats.org/officeDocument/2006/relationships/tags" Target="../tags/tag1587.xml"/><Relationship Id="rId3" Type="http://schemas.openxmlformats.org/officeDocument/2006/relationships/tags" Target="../tags/tag15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608.xml"/><Relationship Id="rId25" Type="http://schemas.openxmlformats.org/officeDocument/2006/relationships/tags" Target="../tags/tag1607.xml"/><Relationship Id="rId24" Type="http://schemas.openxmlformats.org/officeDocument/2006/relationships/tags" Target="../tags/tag1606.xml"/><Relationship Id="rId23" Type="http://schemas.openxmlformats.org/officeDocument/2006/relationships/tags" Target="../tags/tag1605.xml"/><Relationship Id="rId22" Type="http://schemas.openxmlformats.org/officeDocument/2006/relationships/tags" Target="../tags/tag1604.xml"/><Relationship Id="rId21" Type="http://schemas.openxmlformats.org/officeDocument/2006/relationships/image" Target="../media/image1.png"/><Relationship Id="rId20" Type="http://schemas.openxmlformats.org/officeDocument/2006/relationships/tags" Target="../tags/tag1603.xml"/><Relationship Id="rId2" Type="http://schemas.openxmlformats.org/officeDocument/2006/relationships/tags" Target="../tags/tag1585.xml"/><Relationship Id="rId19" Type="http://schemas.openxmlformats.org/officeDocument/2006/relationships/tags" Target="../tags/tag1602.xml"/><Relationship Id="rId18" Type="http://schemas.openxmlformats.org/officeDocument/2006/relationships/tags" Target="../tags/tag1601.xml"/><Relationship Id="rId17" Type="http://schemas.openxmlformats.org/officeDocument/2006/relationships/tags" Target="../tags/tag1600.xml"/><Relationship Id="rId16" Type="http://schemas.openxmlformats.org/officeDocument/2006/relationships/tags" Target="../tags/tag1599.xml"/><Relationship Id="rId15" Type="http://schemas.openxmlformats.org/officeDocument/2006/relationships/tags" Target="../tags/tag1598.xml"/><Relationship Id="rId14" Type="http://schemas.openxmlformats.org/officeDocument/2006/relationships/tags" Target="../tags/tag1597.xml"/><Relationship Id="rId13" Type="http://schemas.openxmlformats.org/officeDocument/2006/relationships/tags" Target="../tags/tag1596.xml"/><Relationship Id="rId12" Type="http://schemas.openxmlformats.org/officeDocument/2006/relationships/tags" Target="../tags/tag1595.xml"/><Relationship Id="rId11" Type="http://schemas.openxmlformats.org/officeDocument/2006/relationships/tags" Target="../tags/tag1594.xml"/><Relationship Id="rId10" Type="http://schemas.openxmlformats.org/officeDocument/2006/relationships/tags" Target="../tags/tag1593.xml"/><Relationship Id="rId1" Type="http://schemas.openxmlformats.org/officeDocument/2006/relationships/tags" Target="../tags/tag1584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1617.xml"/><Relationship Id="rId8" Type="http://schemas.openxmlformats.org/officeDocument/2006/relationships/tags" Target="../tags/tag1616.xml"/><Relationship Id="rId7" Type="http://schemas.openxmlformats.org/officeDocument/2006/relationships/tags" Target="../tags/tag1615.xml"/><Relationship Id="rId6" Type="http://schemas.openxmlformats.org/officeDocument/2006/relationships/tags" Target="../tags/tag1614.xml"/><Relationship Id="rId5" Type="http://schemas.openxmlformats.org/officeDocument/2006/relationships/tags" Target="../tags/tag1613.xml"/><Relationship Id="rId4" Type="http://schemas.openxmlformats.org/officeDocument/2006/relationships/tags" Target="../tags/tag1612.xml"/><Relationship Id="rId3" Type="http://schemas.openxmlformats.org/officeDocument/2006/relationships/tags" Target="../tags/tag16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633.xml"/><Relationship Id="rId25" Type="http://schemas.openxmlformats.org/officeDocument/2006/relationships/tags" Target="../tags/tag1632.xml"/><Relationship Id="rId24" Type="http://schemas.openxmlformats.org/officeDocument/2006/relationships/tags" Target="../tags/tag1631.xml"/><Relationship Id="rId23" Type="http://schemas.openxmlformats.org/officeDocument/2006/relationships/tags" Target="../tags/tag1630.xml"/><Relationship Id="rId22" Type="http://schemas.openxmlformats.org/officeDocument/2006/relationships/tags" Target="../tags/tag1629.xml"/><Relationship Id="rId21" Type="http://schemas.openxmlformats.org/officeDocument/2006/relationships/image" Target="../media/image1.png"/><Relationship Id="rId20" Type="http://schemas.openxmlformats.org/officeDocument/2006/relationships/tags" Target="../tags/tag1628.xml"/><Relationship Id="rId2" Type="http://schemas.openxmlformats.org/officeDocument/2006/relationships/tags" Target="../tags/tag1610.xml"/><Relationship Id="rId19" Type="http://schemas.openxmlformats.org/officeDocument/2006/relationships/tags" Target="../tags/tag1627.xml"/><Relationship Id="rId18" Type="http://schemas.openxmlformats.org/officeDocument/2006/relationships/tags" Target="../tags/tag1626.xml"/><Relationship Id="rId17" Type="http://schemas.openxmlformats.org/officeDocument/2006/relationships/tags" Target="../tags/tag1625.xml"/><Relationship Id="rId16" Type="http://schemas.openxmlformats.org/officeDocument/2006/relationships/tags" Target="../tags/tag1624.xml"/><Relationship Id="rId15" Type="http://schemas.openxmlformats.org/officeDocument/2006/relationships/tags" Target="../tags/tag1623.xml"/><Relationship Id="rId14" Type="http://schemas.openxmlformats.org/officeDocument/2006/relationships/tags" Target="../tags/tag1622.xml"/><Relationship Id="rId13" Type="http://schemas.openxmlformats.org/officeDocument/2006/relationships/tags" Target="../tags/tag1621.xml"/><Relationship Id="rId12" Type="http://schemas.openxmlformats.org/officeDocument/2006/relationships/tags" Target="../tags/tag1620.xml"/><Relationship Id="rId11" Type="http://schemas.openxmlformats.org/officeDocument/2006/relationships/tags" Target="../tags/tag1619.xml"/><Relationship Id="rId10" Type="http://schemas.openxmlformats.org/officeDocument/2006/relationships/tags" Target="../tags/tag1618.xml"/><Relationship Id="rId1" Type="http://schemas.openxmlformats.org/officeDocument/2006/relationships/tags" Target="../tags/tag1609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tags" Target="../tags/tag1642.xml"/><Relationship Id="rId8" Type="http://schemas.openxmlformats.org/officeDocument/2006/relationships/tags" Target="../tags/tag1641.xml"/><Relationship Id="rId7" Type="http://schemas.openxmlformats.org/officeDocument/2006/relationships/tags" Target="../tags/tag1640.xml"/><Relationship Id="rId6" Type="http://schemas.openxmlformats.org/officeDocument/2006/relationships/tags" Target="../tags/tag1639.xml"/><Relationship Id="rId5" Type="http://schemas.openxmlformats.org/officeDocument/2006/relationships/tags" Target="../tags/tag1638.xml"/><Relationship Id="rId4" Type="http://schemas.openxmlformats.org/officeDocument/2006/relationships/tags" Target="../tags/tag1637.xml"/><Relationship Id="rId3" Type="http://schemas.openxmlformats.org/officeDocument/2006/relationships/tags" Target="../tags/tag16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658.xml"/><Relationship Id="rId25" Type="http://schemas.openxmlformats.org/officeDocument/2006/relationships/tags" Target="../tags/tag1657.xml"/><Relationship Id="rId24" Type="http://schemas.openxmlformats.org/officeDocument/2006/relationships/tags" Target="../tags/tag1656.xml"/><Relationship Id="rId23" Type="http://schemas.openxmlformats.org/officeDocument/2006/relationships/tags" Target="../tags/tag1655.xml"/><Relationship Id="rId22" Type="http://schemas.openxmlformats.org/officeDocument/2006/relationships/tags" Target="../tags/tag1654.xml"/><Relationship Id="rId21" Type="http://schemas.openxmlformats.org/officeDocument/2006/relationships/image" Target="../media/image1.png"/><Relationship Id="rId20" Type="http://schemas.openxmlformats.org/officeDocument/2006/relationships/tags" Target="../tags/tag1653.xml"/><Relationship Id="rId2" Type="http://schemas.openxmlformats.org/officeDocument/2006/relationships/tags" Target="../tags/tag1635.xml"/><Relationship Id="rId19" Type="http://schemas.openxmlformats.org/officeDocument/2006/relationships/tags" Target="../tags/tag1652.xml"/><Relationship Id="rId18" Type="http://schemas.openxmlformats.org/officeDocument/2006/relationships/tags" Target="../tags/tag1651.xml"/><Relationship Id="rId17" Type="http://schemas.openxmlformats.org/officeDocument/2006/relationships/tags" Target="../tags/tag1650.xml"/><Relationship Id="rId16" Type="http://schemas.openxmlformats.org/officeDocument/2006/relationships/tags" Target="../tags/tag1649.xml"/><Relationship Id="rId15" Type="http://schemas.openxmlformats.org/officeDocument/2006/relationships/tags" Target="../tags/tag1648.xml"/><Relationship Id="rId14" Type="http://schemas.openxmlformats.org/officeDocument/2006/relationships/tags" Target="../tags/tag1647.xml"/><Relationship Id="rId13" Type="http://schemas.openxmlformats.org/officeDocument/2006/relationships/tags" Target="../tags/tag1646.xml"/><Relationship Id="rId12" Type="http://schemas.openxmlformats.org/officeDocument/2006/relationships/tags" Target="../tags/tag1645.xml"/><Relationship Id="rId11" Type="http://schemas.openxmlformats.org/officeDocument/2006/relationships/tags" Target="../tags/tag1644.xml"/><Relationship Id="rId10" Type="http://schemas.openxmlformats.org/officeDocument/2006/relationships/tags" Target="../tags/tag1643.xml"/><Relationship Id="rId1" Type="http://schemas.openxmlformats.org/officeDocument/2006/relationships/tags" Target="../tags/tag1634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tags" Target="../tags/tag1667.xml"/><Relationship Id="rId8" Type="http://schemas.openxmlformats.org/officeDocument/2006/relationships/tags" Target="../tags/tag1666.xml"/><Relationship Id="rId7" Type="http://schemas.openxmlformats.org/officeDocument/2006/relationships/tags" Target="../tags/tag1665.xml"/><Relationship Id="rId6" Type="http://schemas.openxmlformats.org/officeDocument/2006/relationships/tags" Target="../tags/tag1664.xml"/><Relationship Id="rId5" Type="http://schemas.openxmlformats.org/officeDocument/2006/relationships/tags" Target="../tags/tag1663.xml"/><Relationship Id="rId4" Type="http://schemas.openxmlformats.org/officeDocument/2006/relationships/tags" Target="../tags/tag1662.xml"/><Relationship Id="rId3" Type="http://schemas.openxmlformats.org/officeDocument/2006/relationships/tags" Target="../tags/tag16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683.xml"/><Relationship Id="rId25" Type="http://schemas.openxmlformats.org/officeDocument/2006/relationships/tags" Target="../tags/tag1682.xml"/><Relationship Id="rId24" Type="http://schemas.openxmlformats.org/officeDocument/2006/relationships/tags" Target="../tags/tag1681.xml"/><Relationship Id="rId23" Type="http://schemas.openxmlformats.org/officeDocument/2006/relationships/tags" Target="../tags/tag1680.xml"/><Relationship Id="rId22" Type="http://schemas.openxmlformats.org/officeDocument/2006/relationships/tags" Target="../tags/tag1679.xml"/><Relationship Id="rId21" Type="http://schemas.openxmlformats.org/officeDocument/2006/relationships/image" Target="../media/image1.png"/><Relationship Id="rId20" Type="http://schemas.openxmlformats.org/officeDocument/2006/relationships/tags" Target="../tags/tag1678.xml"/><Relationship Id="rId2" Type="http://schemas.openxmlformats.org/officeDocument/2006/relationships/tags" Target="../tags/tag1660.xml"/><Relationship Id="rId19" Type="http://schemas.openxmlformats.org/officeDocument/2006/relationships/tags" Target="../tags/tag1677.xml"/><Relationship Id="rId18" Type="http://schemas.openxmlformats.org/officeDocument/2006/relationships/tags" Target="../tags/tag1676.xml"/><Relationship Id="rId17" Type="http://schemas.openxmlformats.org/officeDocument/2006/relationships/tags" Target="../tags/tag1675.xml"/><Relationship Id="rId16" Type="http://schemas.openxmlformats.org/officeDocument/2006/relationships/tags" Target="../tags/tag1674.xml"/><Relationship Id="rId15" Type="http://schemas.openxmlformats.org/officeDocument/2006/relationships/tags" Target="../tags/tag1673.xml"/><Relationship Id="rId14" Type="http://schemas.openxmlformats.org/officeDocument/2006/relationships/tags" Target="../tags/tag1672.xml"/><Relationship Id="rId13" Type="http://schemas.openxmlformats.org/officeDocument/2006/relationships/tags" Target="../tags/tag1671.xml"/><Relationship Id="rId12" Type="http://schemas.openxmlformats.org/officeDocument/2006/relationships/tags" Target="../tags/tag1670.xml"/><Relationship Id="rId11" Type="http://schemas.openxmlformats.org/officeDocument/2006/relationships/tags" Target="../tags/tag1669.xml"/><Relationship Id="rId10" Type="http://schemas.openxmlformats.org/officeDocument/2006/relationships/tags" Target="../tags/tag1668.xml"/><Relationship Id="rId1" Type="http://schemas.openxmlformats.org/officeDocument/2006/relationships/tags" Target="../tags/tag1659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1692.xml"/><Relationship Id="rId8" Type="http://schemas.openxmlformats.org/officeDocument/2006/relationships/tags" Target="../tags/tag1691.xml"/><Relationship Id="rId7" Type="http://schemas.openxmlformats.org/officeDocument/2006/relationships/tags" Target="../tags/tag1690.xml"/><Relationship Id="rId6" Type="http://schemas.openxmlformats.org/officeDocument/2006/relationships/tags" Target="../tags/tag1689.xml"/><Relationship Id="rId5" Type="http://schemas.openxmlformats.org/officeDocument/2006/relationships/tags" Target="../tags/tag1688.xml"/><Relationship Id="rId4" Type="http://schemas.openxmlformats.org/officeDocument/2006/relationships/tags" Target="../tags/tag1687.xml"/><Relationship Id="rId3" Type="http://schemas.openxmlformats.org/officeDocument/2006/relationships/tags" Target="../tags/tag16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708.xml"/><Relationship Id="rId25" Type="http://schemas.openxmlformats.org/officeDocument/2006/relationships/tags" Target="../tags/tag1707.xml"/><Relationship Id="rId24" Type="http://schemas.openxmlformats.org/officeDocument/2006/relationships/tags" Target="../tags/tag1706.xml"/><Relationship Id="rId23" Type="http://schemas.openxmlformats.org/officeDocument/2006/relationships/tags" Target="../tags/tag1705.xml"/><Relationship Id="rId22" Type="http://schemas.openxmlformats.org/officeDocument/2006/relationships/tags" Target="../tags/tag1704.xml"/><Relationship Id="rId21" Type="http://schemas.openxmlformats.org/officeDocument/2006/relationships/image" Target="../media/image1.png"/><Relationship Id="rId20" Type="http://schemas.openxmlformats.org/officeDocument/2006/relationships/tags" Target="../tags/tag1703.xml"/><Relationship Id="rId2" Type="http://schemas.openxmlformats.org/officeDocument/2006/relationships/tags" Target="../tags/tag1685.xml"/><Relationship Id="rId19" Type="http://schemas.openxmlformats.org/officeDocument/2006/relationships/tags" Target="../tags/tag1702.xml"/><Relationship Id="rId18" Type="http://schemas.openxmlformats.org/officeDocument/2006/relationships/tags" Target="../tags/tag1701.xml"/><Relationship Id="rId17" Type="http://schemas.openxmlformats.org/officeDocument/2006/relationships/tags" Target="../tags/tag1700.xml"/><Relationship Id="rId16" Type="http://schemas.openxmlformats.org/officeDocument/2006/relationships/tags" Target="../tags/tag1699.xml"/><Relationship Id="rId15" Type="http://schemas.openxmlformats.org/officeDocument/2006/relationships/tags" Target="../tags/tag1698.xml"/><Relationship Id="rId14" Type="http://schemas.openxmlformats.org/officeDocument/2006/relationships/tags" Target="../tags/tag1697.xml"/><Relationship Id="rId13" Type="http://schemas.openxmlformats.org/officeDocument/2006/relationships/tags" Target="../tags/tag1696.xml"/><Relationship Id="rId12" Type="http://schemas.openxmlformats.org/officeDocument/2006/relationships/tags" Target="../tags/tag1695.xml"/><Relationship Id="rId11" Type="http://schemas.openxmlformats.org/officeDocument/2006/relationships/tags" Target="../tags/tag1694.xml"/><Relationship Id="rId10" Type="http://schemas.openxmlformats.org/officeDocument/2006/relationships/tags" Target="../tags/tag1693.xml"/><Relationship Id="rId1" Type="http://schemas.openxmlformats.org/officeDocument/2006/relationships/tags" Target="../tags/tag1684.xm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tags" Target="../tags/tag1717.xml"/><Relationship Id="rId8" Type="http://schemas.openxmlformats.org/officeDocument/2006/relationships/tags" Target="../tags/tag1716.xml"/><Relationship Id="rId7" Type="http://schemas.openxmlformats.org/officeDocument/2006/relationships/tags" Target="../tags/tag1715.xml"/><Relationship Id="rId6" Type="http://schemas.openxmlformats.org/officeDocument/2006/relationships/tags" Target="../tags/tag1714.xml"/><Relationship Id="rId5" Type="http://schemas.openxmlformats.org/officeDocument/2006/relationships/tags" Target="../tags/tag1713.xml"/><Relationship Id="rId4" Type="http://schemas.openxmlformats.org/officeDocument/2006/relationships/tags" Target="../tags/tag1712.xml"/><Relationship Id="rId3" Type="http://schemas.openxmlformats.org/officeDocument/2006/relationships/tags" Target="../tags/tag17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733.xml"/><Relationship Id="rId25" Type="http://schemas.openxmlformats.org/officeDocument/2006/relationships/tags" Target="../tags/tag1732.xml"/><Relationship Id="rId24" Type="http://schemas.openxmlformats.org/officeDocument/2006/relationships/tags" Target="../tags/tag1731.xml"/><Relationship Id="rId23" Type="http://schemas.openxmlformats.org/officeDocument/2006/relationships/tags" Target="../tags/tag1730.xml"/><Relationship Id="rId22" Type="http://schemas.openxmlformats.org/officeDocument/2006/relationships/tags" Target="../tags/tag1729.xml"/><Relationship Id="rId21" Type="http://schemas.openxmlformats.org/officeDocument/2006/relationships/image" Target="../media/image1.png"/><Relationship Id="rId20" Type="http://schemas.openxmlformats.org/officeDocument/2006/relationships/tags" Target="../tags/tag1728.xml"/><Relationship Id="rId2" Type="http://schemas.openxmlformats.org/officeDocument/2006/relationships/tags" Target="../tags/tag1710.xml"/><Relationship Id="rId19" Type="http://schemas.openxmlformats.org/officeDocument/2006/relationships/tags" Target="../tags/tag1727.xml"/><Relationship Id="rId18" Type="http://schemas.openxmlformats.org/officeDocument/2006/relationships/tags" Target="../tags/tag1726.xml"/><Relationship Id="rId17" Type="http://schemas.openxmlformats.org/officeDocument/2006/relationships/tags" Target="../tags/tag1725.xml"/><Relationship Id="rId16" Type="http://schemas.openxmlformats.org/officeDocument/2006/relationships/tags" Target="../tags/tag1724.xml"/><Relationship Id="rId15" Type="http://schemas.openxmlformats.org/officeDocument/2006/relationships/tags" Target="../tags/tag1723.xml"/><Relationship Id="rId14" Type="http://schemas.openxmlformats.org/officeDocument/2006/relationships/tags" Target="../tags/tag1722.xml"/><Relationship Id="rId13" Type="http://schemas.openxmlformats.org/officeDocument/2006/relationships/tags" Target="../tags/tag1721.xml"/><Relationship Id="rId12" Type="http://schemas.openxmlformats.org/officeDocument/2006/relationships/tags" Target="../tags/tag1720.xml"/><Relationship Id="rId11" Type="http://schemas.openxmlformats.org/officeDocument/2006/relationships/tags" Target="../tags/tag1719.xml"/><Relationship Id="rId10" Type="http://schemas.openxmlformats.org/officeDocument/2006/relationships/tags" Target="../tags/tag1718.xml"/><Relationship Id="rId1" Type="http://schemas.openxmlformats.org/officeDocument/2006/relationships/tags" Target="../tags/tag1709.xml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tags" Target="../tags/tag1742.xml"/><Relationship Id="rId8" Type="http://schemas.openxmlformats.org/officeDocument/2006/relationships/tags" Target="../tags/tag1741.xml"/><Relationship Id="rId7" Type="http://schemas.openxmlformats.org/officeDocument/2006/relationships/tags" Target="../tags/tag1740.xml"/><Relationship Id="rId6" Type="http://schemas.openxmlformats.org/officeDocument/2006/relationships/tags" Target="../tags/tag1739.xml"/><Relationship Id="rId5" Type="http://schemas.openxmlformats.org/officeDocument/2006/relationships/tags" Target="../tags/tag1738.xml"/><Relationship Id="rId4" Type="http://schemas.openxmlformats.org/officeDocument/2006/relationships/tags" Target="../tags/tag1737.xml"/><Relationship Id="rId3" Type="http://schemas.openxmlformats.org/officeDocument/2006/relationships/tags" Target="../tags/tag17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758.xml"/><Relationship Id="rId25" Type="http://schemas.openxmlformats.org/officeDocument/2006/relationships/tags" Target="../tags/tag1757.xml"/><Relationship Id="rId24" Type="http://schemas.openxmlformats.org/officeDocument/2006/relationships/tags" Target="../tags/tag1756.xml"/><Relationship Id="rId23" Type="http://schemas.openxmlformats.org/officeDocument/2006/relationships/tags" Target="../tags/tag1755.xml"/><Relationship Id="rId22" Type="http://schemas.openxmlformats.org/officeDocument/2006/relationships/tags" Target="../tags/tag1754.xml"/><Relationship Id="rId21" Type="http://schemas.openxmlformats.org/officeDocument/2006/relationships/image" Target="../media/image1.png"/><Relationship Id="rId20" Type="http://schemas.openxmlformats.org/officeDocument/2006/relationships/tags" Target="../tags/tag1753.xml"/><Relationship Id="rId2" Type="http://schemas.openxmlformats.org/officeDocument/2006/relationships/tags" Target="../tags/tag1735.xml"/><Relationship Id="rId19" Type="http://schemas.openxmlformats.org/officeDocument/2006/relationships/tags" Target="../tags/tag1752.xml"/><Relationship Id="rId18" Type="http://schemas.openxmlformats.org/officeDocument/2006/relationships/tags" Target="../tags/tag1751.xml"/><Relationship Id="rId17" Type="http://schemas.openxmlformats.org/officeDocument/2006/relationships/tags" Target="../tags/tag1750.xml"/><Relationship Id="rId16" Type="http://schemas.openxmlformats.org/officeDocument/2006/relationships/tags" Target="../tags/tag1749.xml"/><Relationship Id="rId15" Type="http://schemas.openxmlformats.org/officeDocument/2006/relationships/tags" Target="../tags/tag1748.xml"/><Relationship Id="rId14" Type="http://schemas.openxmlformats.org/officeDocument/2006/relationships/tags" Target="../tags/tag1747.xml"/><Relationship Id="rId13" Type="http://schemas.openxmlformats.org/officeDocument/2006/relationships/tags" Target="../tags/tag1746.xml"/><Relationship Id="rId12" Type="http://schemas.openxmlformats.org/officeDocument/2006/relationships/tags" Target="../tags/tag1745.xml"/><Relationship Id="rId11" Type="http://schemas.openxmlformats.org/officeDocument/2006/relationships/tags" Target="../tags/tag1744.xml"/><Relationship Id="rId10" Type="http://schemas.openxmlformats.org/officeDocument/2006/relationships/tags" Target="../tags/tag1743.xml"/><Relationship Id="rId1" Type="http://schemas.openxmlformats.org/officeDocument/2006/relationships/tags" Target="../tags/tag1734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tags" Target="../tags/tag1767.xml"/><Relationship Id="rId8" Type="http://schemas.openxmlformats.org/officeDocument/2006/relationships/tags" Target="../tags/tag1766.xml"/><Relationship Id="rId7" Type="http://schemas.openxmlformats.org/officeDocument/2006/relationships/tags" Target="../tags/tag1765.xml"/><Relationship Id="rId6" Type="http://schemas.openxmlformats.org/officeDocument/2006/relationships/tags" Target="../tags/tag1764.xml"/><Relationship Id="rId5" Type="http://schemas.openxmlformats.org/officeDocument/2006/relationships/tags" Target="../tags/tag1763.xml"/><Relationship Id="rId4" Type="http://schemas.openxmlformats.org/officeDocument/2006/relationships/tags" Target="../tags/tag1762.xml"/><Relationship Id="rId3" Type="http://schemas.openxmlformats.org/officeDocument/2006/relationships/tags" Target="../tags/tag17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783.xml"/><Relationship Id="rId25" Type="http://schemas.openxmlformats.org/officeDocument/2006/relationships/tags" Target="../tags/tag1782.xml"/><Relationship Id="rId24" Type="http://schemas.openxmlformats.org/officeDocument/2006/relationships/tags" Target="../tags/tag1781.xml"/><Relationship Id="rId23" Type="http://schemas.openxmlformats.org/officeDocument/2006/relationships/tags" Target="../tags/tag1780.xml"/><Relationship Id="rId22" Type="http://schemas.openxmlformats.org/officeDocument/2006/relationships/tags" Target="../tags/tag1779.xml"/><Relationship Id="rId21" Type="http://schemas.openxmlformats.org/officeDocument/2006/relationships/image" Target="../media/image1.png"/><Relationship Id="rId20" Type="http://schemas.openxmlformats.org/officeDocument/2006/relationships/tags" Target="../tags/tag1778.xml"/><Relationship Id="rId2" Type="http://schemas.openxmlformats.org/officeDocument/2006/relationships/tags" Target="../tags/tag1760.xml"/><Relationship Id="rId19" Type="http://schemas.openxmlformats.org/officeDocument/2006/relationships/tags" Target="../tags/tag1777.xml"/><Relationship Id="rId18" Type="http://schemas.openxmlformats.org/officeDocument/2006/relationships/tags" Target="../tags/tag1776.xml"/><Relationship Id="rId17" Type="http://schemas.openxmlformats.org/officeDocument/2006/relationships/tags" Target="../tags/tag1775.xml"/><Relationship Id="rId16" Type="http://schemas.openxmlformats.org/officeDocument/2006/relationships/tags" Target="../tags/tag1774.xml"/><Relationship Id="rId15" Type="http://schemas.openxmlformats.org/officeDocument/2006/relationships/tags" Target="../tags/tag1773.xml"/><Relationship Id="rId14" Type="http://schemas.openxmlformats.org/officeDocument/2006/relationships/tags" Target="../tags/tag1772.xml"/><Relationship Id="rId13" Type="http://schemas.openxmlformats.org/officeDocument/2006/relationships/tags" Target="../tags/tag1771.xml"/><Relationship Id="rId12" Type="http://schemas.openxmlformats.org/officeDocument/2006/relationships/tags" Target="../tags/tag1770.xml"/><Relationship Id="rId11" Type="http://schemas.openxmlformats.org/officeDocument/2006/relationships/tags" Target="../tags/tag1769.xml"/><Relationship Id="rId10" Type="http://schemas.openxmlformats.org/officeDocument/2006/relationships/tags" Target="../tags/tag1768.xml"/><Relationship Id="rId1" Type="http://schemas.openxmlformats.org/officeDocument/2006/relationships/tags" Target="../tags/tag1759.xml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tags" Target="../tags/tag1792.xml"/><Relationship Id="rId8" Type="http://schemas.openxmlformats.org/officeDocument/2006/relationships/tags" Target="../tags/tag1791.xml"/><Relationship Id="rId7" Type="http://schemas.openxmlformats.org/officeDocument/2006/relationships/tags" Target="../tags/tag1790.xml"/><Relationship Id="rId6" Type="http://schemas.openxmlformats.org/officeDocument/2006/relationships/tags" Target="../tags/tag1789.xml"/><Relationship Id="rId5" Type="http://schemas.openxmlformats.org/officeDocument/2006/relationships/tags" Target="../tags/tag1788.xml"/><Relationship Id="rId4" Type="http://schemas.openxmlformats.org/officeDocument/2006/relationships/tags" Target="../tags/tag1787.xml"/><Relationship Id="rId3" Type="http://schemas.openxmlformats.org/officeDocument/2006/relationships/tags" Target="../tags/tag17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808.xml"/><Relationship Id="rId25" Type="http://schemas.openxmlformats.org/officeDocument/2006/relationships/tags" Target="../tags/tag1807.xml"/><Relationship Id="rId24" Type="http://schemas.openxmlformats.org/officeDocument/2006/relationships/tags" Target="../tags/tag1806.xml"/><Relationship Id="rId23" Type="http://schemas.openxmlformats.org/officeDocument/2006/relationships/tags" Target="../tags/tag1805.xml"/><Relationship Id="rId22" Type="http://schemas.openxmlformats.org/officeDocument/2006/relationships/tags" Target="../tags/tag1804.xml"/><Relationship Id="rId21" Type="http://schemas.openxmlformats.org/officeDocument/2006/relationships/image" Target="../media/image1.png"/><Relationship Id="rId20" Type="http://schemas.openxmlformats.org/officeDocument/2006/relationships/tags" Target="../tags/tag1803.xml"/><Relationship Id="rId2" Type="http://schemas.openxmlformats.org/officeDocument/2006/relationships/tags" Target="../tags/tag1785.xml"/><Relationship Id="rId19" Type="http://schemas.openxmlformats.org/officeDocument/2006/relationships/tags" Target="../tags/tag1802.xml"/><Relationship Id="rId18" Type="http://schemas.openxmlformats.org/officeDocument/2006/relationships/tags" Target="../tags/tag1801.xml"/><Relationship Id="rId17" Type="http://schemas.openxmlformats.org/officeDocument/2006/relationships/tags" Target="../tags/tag1800.xml"/><Relationship Id="rId16" Type="http://schemas.openxmlformats.org/officeDocument/2006/relationships/tags" Target="../tags/tag1799.xml"/><Relationship Id="rId15" Type="http://schemas.openxmlformats.org/officeDocument/2006/relationships/tags" Target="../tags/tag1798.xml"/><Relationship Id="rId14" Type="http://schemas.openxmlformats.org/officeDocument/2006/relationships/tags" Target="../tags/tag1797.xml"/><Relationship Id="rId13" Type="http://schemas.openxmlformats.org/officeDocument/2006/relationships/tags" Target="../tags/tag1796.xml"/><Relationship Id="rId12" Type="http://schemas.openxmlformats.org/officeDocument/2006/relationships/tags" Target="../tags/tag1795.xml"/><Relationship Id="rId11" Type="http://schemas.openxmlformats.org/officeDocument/2006/relationships/tags" Target="../tags/tag1794.xml"/><Relationship Id="rId10" Type="http://schemas.openxmlformats.org/officeDocument/2006/relationships/tags" Target="../tags/tag1793.xml"/><Relationship Id="rId1" Type="http://schemas.openxmlformats.org/officeDocument/2006/relationships/tags" Target="../tags/tag1784.xml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tags" Target="../tags/tag1817.xml"/><Relationship Id="rId8" Type="http://schemas.openxmlformats.org/officeDocument/2006/relationships/tags" Target="../tags/tag1816.xml"/><Relationship Id="rId7" Type="http://schemas.openxmlformats.org/officeDocument/2006/relationships/tags" Target="../tags/tag1815.xml"/><Relationship Id="rId6" Type="http://schemas.openxmlformats.org/officeDocument/2006/relationships/tags" Target="../tags/tag1814.xml"/><Relationship Id="rId5" Type="http://schemas.openxmlformats.org/officeDocument/2006/relationships/tags" Target="../tags/tag1813.xml"/><Relationship Id="rId4" Type="http://schemas.openxmlformats.org/officeDocument/2006/relationships/tags" Target="../tags/tag1812.xml"/><Relationship Id="rId3" Type="http://schemas.openxmlformats.org/officeDocument/2006/relationships/tags" Target="../tags/tag18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833.xml"/><Relationship Id="rId25" Type="http://schemas.openxmlformats.org/officeDocument/2006/relationships/tags" Target="../tags/tag1832.xml"/><Relationship Id="rId24" Type="http://schemas.openxmlformats.org/officeDocument/2006/relationships/tags" Target="../tags/tag1831.xml"/><Relationship Id="rId23" Type="http://schemas.openxmlformats.org/officeDocument/2006/relationships/tags" Target="../tags/tag1830.xml"/><Relationship Id="rId22" Type="http://schemas.openxmlformats.org/officeDocument/2006/relationships/tags" Target="../tags/tag1829.xml"/><Relationship Id="rId21" Type="http://schemas.openxmlformats.org/officeDocument/2006/relationships/image" Target="../media/image1.png"/><Relationship Id="rId20" Type="http://schemas.openxmlformats.org/officeDocument/2006/relationships/tags" Target="../tags/tag1828.xml"/><Relationship Id="rId2" Type="http://schemas.openxmlformats.org/officeDocument/2006/relationships/tags" Target="../tags/tag1810.xml"/><Relationship Id="rId19" Type="http://schemas.openxmlformats.org/officeDocument/2006/relationships/tags" Target="../tags/tag1827.xml"/><Relationship Id="rId18" Type="http://schemas.openxmlformats.org/officeDocument/2006/relationships/tags" Target="../tags/tag1826.xml"/><Relationship Id="rId17" Type="http://schemas.openxmlformats.org/officeDocument/2006/relationships/tags" Target="../tags/tag1825.xml"/><Relationship Id="rId16" Type="http://schemas.openxmlformats.org/officeDocument/2006/relationships/tags" Target="../tags/tag1824.xml"/><Relationship Id="rId15" Type="http://schemas.openxmlformats.org/officeDocument/2006/relationships/tags" Target="../tags/tag1823.xml"/><Relationship Id="rId14" Type="http://schemas.openxmlformats.org/officeDocument/2006/relationships/tags" Target="../tags/tag1822.xml"/><Relationship Id="rId13" Type="http://schemas.openxmlformats.org/officeDocument/2006/relationships/tags" Target="../tags/tag1821.xml"/><Relationship Id="rId12" Type="http://schemas.openxmlformats.org/officeDocument/2006/relationships/tags" Target="../tags/tag1820.xml"/><Relationship Id="rId11" Type="http://schemas.openxmlformats.org/officeDocument/2006/relationships/tags" Target="../tags/tag1819.xml"/><Relationship Id="rId10" Type="http://schemas.openxmlformats.org/officeDocument/2006/relationships/tags" Target="../tags/tag1818.xml"/><Relationship Id="rId1" Type="http://schemas.openxmlformats.org/officeDocument/2006/relationships/tags" Target="../tags/tag1809.xml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tags" Target="../tags/tag1842.xml"/><Relationship Id="rId8" Type="http://schemas.openxmlformats.org/officeDocument/2006/relationships/tags" Target="../tags/tag1841.xml"/><Relationship Id="rId7" Type="http://schemas.openxmlformats.org/officeDocument/2006/relationships/tags" Target="../tags/tag1840.xml"/><Relationship Id="rId6" Type="http://schemas.openxmlformats.org/officeDocument/2006/relationships/tags" Target="../tags/tag1839.xml"/><Relationship Id="rId5" Type="http://schemas.openxmlformats.org/officeDocument/2006/relationships/tags" Target="../tags/tag1838.xml"/><Relationship Id="rId4" Type="http://schemas.openxmlformats.org/officeDocument/2006/relationships/tags" Target="../tags/tag1837.xml"/><Relationship Id="rId3" Type="http://schemas.openxmlformats.org/officeDocument/2006/relationships/tags" Target="../tags/tag18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858.xml"/><Relationship Id="rId25" Type="http://schemas.openxmlformats.org/officeDocument/2006/relationships/tags" Target="../tags/tag1857.xml"/><Relationship Id="rId24" Type="http://schemas.openxmlformats.org/officeDocument/2006/relationships/tags" Target="../tags/tag1856.xml"/><Relationship Id="rId23" Type="http://schemas.openxmlformats.org/officeDocument/2006/relationships/tags" Target="../tags/tag1855.xml"/><Relationship Id="rId22" Type="http://schemas.openxmlformats.org/officeDocument/2006/relationships/tags" Target="../tags/tag1854.xml"/><Relationship Id="rId21" Type="http://schemas.openxmlformats.org/officeDocument/2006/relationships/image" Target="../media/image1.png"/><Relationship Id="rId20" Type="http://schemas.openxmlformats.org/officeDocument/2006/relationships/tags" Target="../tags/tag1853.xml"/><Relationship Id="rId2" Type="http://schemas.openxmlformats.org/officeDocument/2006/relationships/tags" Target="../tags/tag1835.xml"/><Relationship Id="rId19" Type="http://schemas.openxmlformats.org/officeDocument/2006/relationships/tags" Target="../tags/tag1852.xml"/><Relationship Id="rId18" Type="http://schemas.openxmlformats.org/officeDocument/2006/relationships/tags" Target="../tags/tag1851.xml"/><Relationship Id="rId17" Type="http://schemas.openxmlformats.org/officeDocument/2006/relationships/tags" Target="../tags/tag1850.xml"/><Relationship Id="rId16" Type="http://schemas.openxmlformats.org/officeDocument/2006/relationships/tags" Target="../tags/tag1849.xml"/><Relationship Id="rId15" Type="http://schemas.openxmlformats.org/officeDocument/2006/relationships/tags" Target="../tags/tag1848.xml"/><Relationship Id="rId14" Type="http://schemas.openxmlformats.org/officeDocument/2006/relationships/tags" Target="../tags/tag1847.xml"/><Relationship Id="rId13" Type="http://schemas.openxmlformats.org/officeDocument/2006/relationships/tags" Target="../tags/tag1846.xml"/><Relationship Id="rId12" Type="http://schemas.openxmlformats.org/officeDocument/2006/relationships/tags" Target="../tags/tag1845.xml"/><Relationship Id="rId11" Type="http://schemas.openxmlformats.org/officeDocument/2006/relationships/tags" Target="../tags/tag1844.xml"/><Relationship Id="rId10" Type="http://schemas.openxmlformats.org/officeDocument/2006/relationships/tags" Target="../tags/tag1843.xml"/><Relationship Id="rId1" Type="http://schemas.openxmlformats.org/officeDocument/2006/relationships/tags" Target="../tags/tag1834.xml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tags" Target="../tags/tag1867.xml"/><Relationship Id="rId8" Type="http://schemas.openxmlformats.org/officeDocument/2006/relationships/tags" Target="../tags/tag1866.xml"/><Relationship Id="rId7" Type="http://schemas.openxmlformats.org/officeDocument/2006/relationships/tags" Target="../tags/tag1865.xml"/><Relationship Id="rId6" Type="http://schemas.openxmlformats.org/officeDocument/2006/relationships/tags" Target="../tags/tag1864.xml"/><Relationship Id="rId5" Type="http://schemas.openxmlformats.org/officeDocument/2006/relationships/tags" Target="../tags/tag1863.xml"/><Relationship Id="rId4" Type="http://schemas.openxmlformats.org/officeDocument/2006/relationships/tags" Target="../tags/tag1862.xml"/><Relationship Id="rId3" Type="http://schemas.openxmlformats.org/officeDocument/2006/relationships/tags" Target="../tags/tag18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883.xml"/><Relationship Id="rId25" Type="http://schemas.openxmlformats.org/officeDocument/2006/relationships/tags" Target="../tags/tag1882.xml"/><Relationship Id="rId24" Type="http://schemas.openxmlformats.org/officeDocument/2006/relationships/tags" Target="../tags/tag1881.xml"/><Relationship Id="rId23" Type="http://schemas.openxmlformats.org/officeDocument/2006/relationships/tags" Target="../tags/tag1880.xml"/><Relationship Id="rId22" Type="http://schemas.openxmlformats.org/officeDocument/2006/relationships/tags" Target="../tags/tag1879.xml"/><Relationship Id="rId21" Type="http://schemas.openxmlformats.org/officeDocument/2006/relationships/image" Target="../media/image1.png"/><Relationship Id="rId20" Type="http://schemas.openxmlformats.org/officeDocument/2006/relationships/tags" Target="../tags/tag1878.xml"/><Relationship Id="rId2" Type="http://schemas.openxmlformats.org/officeDocument/2006/relationships/tags" Target="../tags/tag1860.xml"/><Relationship Id="rId19" Type="http://schemas.openxmlformats.org/officeDocument/2006/relationships/tags" Target="../tags/tag1877.xml"/><Relationship Id="rId18" Type="http://schemas.openxmlformats.org/officeDocument/2006/relationships/tags" Target="../tags/tag1876.xml"/><Relationship Id="rId17" Type="http://schemas.openxmlformats.org/officeDocument/2006/relationships/tags" Target="../tags/tag1875.xml"/><Relationship Id="rId16" Type="http://schemas.openxmlformats.org/officeDocument/2006/relationships/tags" Target="../tags/tag1874.xml"/><Relationship Id="rId15" Type="http://schemas.openxmlformats.org/officeDocument/2006/relationships/tags" Target="../tags/tag1873.xml"/><Relationship Id="rId14" Type="http://schemas.openxmlformats.org/officeDocument/2006/relationships/tags" Target="../tags/tag1872.xml"/><Relationship Id="rId13" Type="http://schemas.openxmlformats.org/officeDocument/2006/relationships/tags" Target="../tags/tag1871.xml"/><Relationship Id="rId12" Type="http://schemas.openxmlformats.org/officeDocument/2006/relationships/tags" Target="../tags/tag1870.xml"/><Relationship Id="rId11" Type="http://schemas.openxmlformats.org/officeDocument/2006/relationships/tags" Target="../tags/tag1869.xml"/><Relationship Id="rId10" Type="http://schemas.openxmlformats.org/officeDocument/2006/relationships/tags" Target="../tags/tag1868.xml"/><Relationship Id="rId1" Type="http://schemas.openxmlformats.org/officeDocument/2006/relationships/tags" Target="../tags/tag1859.xml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tags" Target="../tags/tag1892.xml"/><Relationship Id="rId8" Type="http://schemas.openxmlformats.org/officeDocument/2006/relationships/tags" Target="../tags/tag1891.xml"/><Relationship Id="rId7" Type="http://schemas.openxmlformats.org/officeDocument/2006/relationships/tags" Target="../tags/tag1890.xml"/><Relationship Id="rId6" Type="http://schemas.openxmlformats.org/officeDocument/2006/relationships/tags" Target="../tags/tag1889.xml"/><Relationship Id="rId5" Type="http://schemas.openxmlformats.org/officeDocument/2006/relationships/tags" Target="../tags/tag1888.xml"/><Relationship Id="rId4" Type="http://schemas.openxmlformats.org/officeDocument/2006/relationships/tags" Target="../tags/tag1887.xml"/><Relationship Id="rId3" Type="http://schemas.openxmlformats.org/officeDocument/2006/relationships/tags" Target="../tags/tag18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908.xml"/><Relationship Id="rId25" Type="http://schemas.openxmlformats.org/officeDocument/2006/relationships/tags" Target="../tags/tag1907.xml"/><Relationship Id="rId24" Type="http://schemas.openxmlformats.org/officeDocument/2006/relationships/tags" Target="../tags/tag1906.xml"/><Relationship Id="rId23" Type="http://schemas.openxmlformats.org/officeDocument/2006/relationships/tags" Target="../tags/tag1905.xml"/><Relationship Id="rId22" Type="http://schemas.openxmlformats.org/officeDocument/2006/relationships/tags" Target="../tags/tag1904.xml"/><Relationship Id="rId21" Type="http://schemas.openxmlformats.org/officeDocument/2006/relationships/image" Target="../media/image1.png"/><Relationship Id="rId20" Type="http://schemas.openxmlformats.org/officeDocument/2006/relationships/tags" Target="../tags/tag1903.xml"/><Relationship Id="rId2" Type="http://schemas.openxmlformats.org/officeDocument/2006/relationships/tags" Target="../tags/tag1885.xml"/><Relationship Id="rId19" Type="http://schemas.openxmlformats.org/officeDocument/2006/relationships/tags" Target="../tags/tag1902.xml"/><Relationship Id="rId18" Type="http://schemas.openxmlformats.org/officeDocument/2006/relationships/tags" Target="../tags/tag1901.xml"/><Relationship Id="rId17" Type="http://schemas.openxmlformats.org/officeDocument/2006/relationships/tags" Target="../tags/tag1900.xml"/><Relationship Id="rId16" Type="http://schemas.openxmlformats.org/officeDocument/2006/relationships/tags" Target="../tags/tag1899.xml"/><Relationship Id="rId15" Type="http://schemas.openxmlformats.org/officeDocument/2006/relationships/tags" Target="../tags/tag1898.xml"/><Relationship Id="rId14" Type="http://schemas.openxmlformats.org/officeDocument/2006/relationships/tags" Target="../tags/tag1897.xml"/><Relationship Id="rId13" Type="http://schemas.openxmlformats.org/officeDocument/2006/relationships/tags" Target="../tags/tag1896.xml"/><Relationship Id="rId12" Type="http://schemas.openxmlformats.org/officeDocument/2006/relationships/tags" Target="../tags/tag1895.xml"/><Relationship Id="rId11" Type="http://schemas.openxmlformats.org/officeDocument/2006/relationships/tags" Target="../tags/tag1894.xml"/><Relationship Id="rId10" Type="http://schemas.openxmlformats.org/officeDocument/2006/relationships/tags" Target="../tags/tag1893.xml"/><Relationship Id="rId1" Type="http://schemas.openxmlformats.org/officeDocument/2006/relationships/tags" Target="../tags/tag1884.xml"/></Relationships>
</file>

<file path=ppt/slides/_rels/slide93.xml.rels><?xml version="1.0" encoding="UTF-8" standalone="yes"?>
<Relationships xmlns="http://schemas.openxmlformats.org/package/2006/relationships"><Relationship Id="rId9" Type="http://schemas.openxmlformats.org/officeDocument/2006/relationships/tags" Target="../tags/tag1917.xml"/><Relationship Id="rId8" Type="http://schemas.openxmlformats.org/officeDocument/2006/relationships/tags" Target="../tags/tag1916.xml"/><Relationship Id="rId7" Type="http://schemas.openxmlformats.org/officeDocument/2006/relationships/tags" Target="../tags/tag1915.xml"/><Relationship Id="rId6" Type="http://schemas.openxmlformats.org/officeDocument/2006/relationships/tags" Target="../tags/tag1914.xml"/><Relationship Id="rId5" Type="http://schemas.openxmlformats.org/officeDocument/2006/relationships/tags" Target="../tags/tag1913.xml"/><Relationship Id="rId4" Type="http://schemas.openxmlformats.org/officeDocument/2006/relationships/tags" Target="../tags/tag1912.xml"/><Relationship Id="rId3" Type="http://schemas.openxmlformats.org/officeDocument/2006/relationships/tags" Target="../tags/tag19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933.xml"/><Relationship Id="rId25" Type="http://schemas.openxmlformats.org/officeDocument/2006/relationships/tags" Target="../tags/tag1932.xml"/><Relationship Id="rId24" Type="http://schemas.openxmlformats.org/officeDocument/2006/relationships/tags" Target="../tags/tag1931.xml"/><Relationship Id="rId23" Type="http://schemas.openxmlformats.org/officeDocument/2006/relationships/tags" Target="../tags/tag1930.xml"/><Relationship Id="rId22" Type="http://schemas.openxmlformats.org/officeDocument/2006/relationships/tags" Target="../tags/tag1929.xml"/><Relationship Id="rId21" Type="http://schemas.openxmlformats.org/officeDocument/2006/relationships/image" Target="../media/image1.png"/><Relationship Id="rId20" Type="http://schemas.openxmlformats.org/officeDocument/2006/relationships/tags" Target="../tags/tag1928.xml"/><Relationship Id="rId2" Type="http://schemas.openxmlformats.org/officeDocument/2006/relationships/tags" Target="../tags/tag1910.xml"/><Relationship Id="rId19" Type="http://schemas.openxmlformats.org/officeDocument/2006/relationships/tags" Target="../tags/tag1927.xml"/><Relationship Id="rId18" Type="http://schemas.openxmlformats.org/officeDocument/2006/relationships/tags" Target="../tags/tag1926.xml"/><Relationship Id="rId17" Type="http://schemas.openxmlformats.org/officeDocument/2006/relationships/tags" Target="../tags/tag1925.xml"/><Relationship Id="rId16" Type="http://schemas.openxmlformats.org/officeDocument/2006/relationships/tags" Target="../tags/tag1924.xml"/><Relationship Id="rId15" Type="http://schemas.openxmlformats.org/officeDocument/2006/relationships/tags" Target="../tags/tag1923.xml"/><Relationship Id="rId14" Type="http://schemas.openxmlformats.org/officeDocument/2006/relationships/tags" Target="../tags/tag1922.xml"/><Relationship Id="rId13" Type="http://schemas.openxmlformats.org/officeDocument/2006/relationships/tags" Target="../tags/tag1921.xml"/><Relationship Id="rId12" Type="http://schemas.openxmlformats.org/officeDocument/2006/relationships/tags" Target="../tags/tag1920.xml"/><Relationship Id="rId11" Type="http://schemas.openxmlformats.org/officeDocument/2006/relationships/tags" Target="../tags/tag1919.xml"/><Relationship Id="rId10" Type="http://schemas.openxmlformats.org/officeDocument/2006/relationships/tags" Target="../tags/tag1918.xml"/><Relationship Id="rId1" Type="http://schemas.openxmlformats.org/officeDocument/2006/relationships/tags" Target="../tags/tag1909.xml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tags" Target="../tags/tag1942.xml"/><Relationship Id="rId8" Type="http://schemas.openxmlformats.org/officeDocument/2006/relationships/tags" Target="../tags/tag1941.xml"/><Relationship Id="rId7" Type="http://schemas.openxmlformats.org/officeDocument/2006/relationships/tags" Target="../tags/tag1940.xml"/><Relationship Id="rId6" Type="http://schemas.openxmlformats.org/officeDocument/2006/relationships/tags" Target="../tags/tag1939.xml"/><Relationship Id="rId5" Type="http://schemas.openxmlformats.org/officeDocument/2006/relationships/tags" Target="../tags/tag1938.xml"/><Relationship Id="rId4" Type="http://schemas.openxmlformats.org/officeDocument/2006/relationships/tags" Target="../tags/tag1937.xml"/><Relationship Id="rId3" Type="http://schemas.openxmlformats.org/officeDocument/2006/relationships/tags" Target="../tags/tag19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958.xml"/><Relationship Id="rId25" Type="http://schemas.openxmlformats.org/officeDocument/2006/relationships/tags" Target="../tags/tag1957.xml"/><Relationship Id="rId24" Type="http://schemas.openxmlformats.org/officeDocument/2006/relationships/tags" Target="../tags/tag1956.xml"/><Relationship Id="rId23" Type="http://schemas.openxmlformats.org/officeDocument/2006/relationships/tags" Target="../tags/tag1955.xml"/><Relationship Id="rId22" Type="http://schemas.openxmlformats.org/officeDocument/2006/relationships/tags" Target="../tags/tag1954.xml"/><Relationship Id="rId21" Type="http://schemas.openxmlformats.org/officeDocument/2006/relationships/image" Target="../media/image1.png"/><Relationship Id="rId20" Type="http://schemas.openxmlformats.org/officeDocument/2006/relationships/tags" Target="../tags/tag1953.xml"/><Relationship Id="rId2" Type="http://schemas.openxmlformats.org/officeDocument/2006/relationships/tags" Target="../tags/tag1935.xml"/><Relationship Id="rId19" Type="http://schemas.openxmlformats.org/officeDocument/2006/relationships/tags" Target="../tags/tag1952.xml"/><Relationship Id="rId18" Type="http://schemas.openxmlformats.org/officeDocument/2006/relationships/tags" Target="../tags/tag1951.xml"/><Relationship Id="rId17" Type="http://schemas.openxmlformats.org/officeDocument/2006/relationships/tags" Target="../tags/tag1950.xml"/><Relationship Id="rId16" Type="http://schemas.openxmlformats.org/officeDocument/2006/relationships/tags" Target="../tags/tag1949.xml"/><Relationship Id="rId15" Type="http://schemas.openxmlformats.org/officeDocument/2006/relationships/tags" Target="../tags/tag1948.xml"/><Relationship Id="rId14" Type="http://schemas.openxmlformats.org/officeDocument/2006/relationships/tags" Target="../tags/tag1947.xml"/><Relationship Id="rId13" Type="http://schemas.openxmlformats.org/officeDocument/2006/relationships/tags" Target="../tags/tag1946.xml"/><Relationship Id="rId12" Type="http://schemas.openxmlformats.org/officeDocument/2006/relationships/tags" Target="../tags/tag1945.xml"/><Relationship Id="rId11" Type="http://schemas.openxmlformats.org/officeDocument/2006/relationships/tags" Target="../tags/tag1944.xml"/><Relationship Id="rId10" Type="http://schemas.openxmlformats.org/officeDocument/2006/relationships/tags" Target="../tags/tag1943.xml"/><Relationship Id="rId1" Type="http://schemas.openxmlformats.org/officeDocument/2006/relationships/tags" Target="../tags/tag1934.xml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tags" Target="../tags/tag1967.xml"/><Relationship Id="rId8" Type="http://schemas.openxmlformats.org/officeDocument/2006/relationships/tags" Target="../tags/tag1966.xml"/><Relationship Id="rId7" Type="http://schemas.openxmlformats.org/officeDocument/2006/relationships/tags" Target="../tags/tag1965.xml"/><Relationship Id="rId6" Type="http://schemas.openxmlformats.org/officeDocument/2006/relationships/tags" Target="../tags/tag1964.xml"/><Relationship Id="rId5" Type="http://schemas.openxmlformats.org/officeDocument/2006/relationships/tags" Target="../tags/tag1963.xml"/><Relationship Id="rId4" Type="http://schemas.openxmlformats.org/officeDocument/2006/relationships/tags" Target="../tags/tag1962.xml"/><Relationship Id="rId3" Type="http://schemas.openxmlformats.org/officeDocument/2006/relationships/tags" Target="../tags/tag19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983.xml"/><Relationship Id="rId25" Type="http://schemas.openxmlformats.org/officeDocument/2006/relationships/tags" Target="../tags/tag1982.xml"/><Relationship Id="rId24" Type="http://schemas.openxmlformats.org/officeDocument/2006/relationships/tags" Target="../tags/tag1981.xml"/><Relationship Id="rId23" Type="http://schemas.openxmlformats.org/officeDocument/2006/relationships/tags" Target="../tags/tag1980.xml"/><Relationship Id="rId22" Type="http://schemas.openxmlformats.org/officeDocument/2006/relationships/tags" Target="../tags/tag1979.xml"/><Relationship Id="rId21" Type="http://schemas.openxmlformats.org/officeDocument/2006/relationships/image" Target="../media/image1.png"/><Relationship Id="rId20" Type="http://schemas.openxmlformats.org/officeDocument/2006/relationships/tags" Target="../tags/tag1978.xml"/><Relationship Id="rId2" Type="http://schemas.openxmlformats.org/officeDocument/2006/relationships/tags" Target="../tags/tag1960.xml"/><Relationship Id="rId19" Type="http://schemas.openxmlformats.org/officeDocument/2006/relationships/tags" Target="../tags/tag1977.xml"/><Relationship Id="rId18" Type="http://schemas.openxmlformats.org/officeDocument/2006/relationships/tags" Target="../tags/tag1976.xml"/><Relationship Id="rId17" Type="http://schemas.openxmlformats.org/officeDocument/2006/relationships/tags" Target="../tags/tag1975.xml"/><Relationship Id="rId16" Type="http://schemas.openxmlformats.org/officeDocument/2006/relationships/tags" Target="../tags/tag1974.xml"/><Relationship Id="rId15" Type="http://schemas.openxmlformats.org/officeDocument/2006/relationships/tags" Target="../tags/tag1973.xml"/><Relationship Id="rId14" Type="http://schemas.openxmlformats.org/officeDocument/2006/relationships/tags" Target="../tags/tag1972.xml"/><Relationship Id="rId13" Type="http://schemas.openxmlformats.org/officeDocument/2006/relationships/tags" Target="../tags/tag1971.xml"/><Relationship Id="rId12" Type="http://schemas.openxmlformats.org/officeDocument/2006/relationships/tags" Target="../tags/tag1970.xml"/><Relationship Id="rId11" Type="http://schemas.openxmlformats.org/officeDocument/2006/relationships/tags" Target="../tags/tag1969.xml"/><Relationship Id="rId10" Type="http://schemas.openxmlformats.org/officeDocument/2006/relationships/tags" Target="../tags/tag1968.xml"/><Relationship Id="rId1" Type="http://schemas.openxmlformats.org/officeDocument/2006/relationships/tags" Target="../tags/tag1959.xml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tags" Target="../tags/tag1992.xml"/><Relationship Id="rId8" Type="http://schemas.openxmlformats.org/officeDocument/2006/relationships/tags" Target="../tags/tag1991.xml"/><Relationship Id="rId7" Type="http://schemas.openxmlformats.org/officeDocument/2006/relationships/tags" Target="../tags/tag1990.xml"/><Relationship Id="rId6" Type="http://schemas.openxmlformats.org/officeDocument/2006/relationships/tags" Target="../tags/tag1989.xml"/><Relationship Id="rId5" Type="http://schemas.openxmlformats.org/officeDocument/2006/relationships/tags" Target="../tags/tag1988.xml"/><Relationship Id="rId4" Type="http://schemas.openxmlformats.org/officeDocument/2006/relationships/tags" Target="../tags/tag1987.xml"/><Relationship Id="rId3" Type="http://schemas.openxmlformats.org/officeDocument/2006/relationships/tags" Target="../tags/tag19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008.xml"/><Relationship Id="rId25" Type="http://schemas.openxmlformats.org/officeDocument/2006/relationships/tags" Target="../tags/tag2007.xml"/><Relationship Id="rId24" Type="http://schemas.openxmlformats.org/officeDocument/2006/relationships/tags" Target="../tags/tag2006.xml"/><Relationship Id="rId23" Type="http://schemas.openxmlformats.org/officeDocument/2006/relationships/tags" Target="../tags/tag2005.xml"/><Relationship Id="rId22" Type="http://schemas.openxmlformats.org/officeDocument/2006/relationships/tags" Target="../tags/tag2004.xml"/><Relationship Id="rId21" Type="http://schemas.openxmlformats.org/officeDocument/2006/relationships/image" Target="../media/image1.png"/><Relationship Id="rId20" Type="http://schemas.openxmlformats.org/officeDocument/2006/relationships/tags" Target="../tags/tag2003.xml"/><Relationship Id="rId2" Type="http://schemas.openxmlformats.org/officeDocument/2006/relationships/tags" Target="../tags/tag1985.xml"/><Relationship Id="rId19" Type="http://schemas.openxmlformats.org/officeDocument/2006/relationships/tags" Target="../tags/tag2002.xml"/><Relationship Id="rId18" Type="http://schemas.openxmlformats.org/officeDocument/2006/relationships/tags" Target="../tags/tag2001.xml"/><Relationship Id="rId17" Type="http://schemas.openxmlformats.org/officeDocument/2006/relationships/tags" Target="../tags/tag2000.xml"/><Relationship Id="rId16" Type="http://schemas.openxmlformats.org/officeDocument/2006/relationships/tags" Target="../tags/tag1999.xml"/><Relationship Id="rId15" Type="http://schemas.openxmlformats.org/officeDocument/2006/relationships/tags" Target="../tags/tag1998.xml"/><Relationship Id="rId14" Type="http://schemas.openxmlformats.org/officeDocument/2006/relationships/tags" Target="../tags/tag1997.xml"/><Relationship Id="rId13" Type="http://schemas.openxmlformats.org/officeDocument/2006/relationships/tags" Target="../tags/tag1996.xml"/><Relationship Id="rId12" Type="http://schemas.openxmlformats.org/officeDocument/2006/relationships/tags" Target="../tags/tag1995.xml"/><Relationship Id="rId11" Type="http://schemas.openxmlformats.org/officeDocument/2006/relationships/tags" Target="../tags/tag1994.xml"/><Relationship Id="rId10" Type="http://schemas.openxmlformats.org/officeDocument/2006/relationships/tags" Target="../tags/tag1993.xml"/><Relationship Id="rId1" Type="http://schemas.openxmlformats.org/officeDocument/2006/relationships/tags" Target="../tags/tag1984.xml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tags" Target="../tags/tag2017.xml"/><Relationship Id="rId8" Type="http://schemas.openxmlformats.org/officeDocument/2006/relationships/tags" Target="../tags/tag2016.xml"/><Relationship Id="rId7" Type="http://schemas.openxmlformats.org/officeDocument/2006/relationships/tags" Target="../tags/tag2015.xml"/><Relationship Id="rId6" Type="http://schemas.openxmlformats.org/officeDocument/2006/relationships/tags" Target="../tags/tag2014.xml"/><Relationship Id="rId5" Type="http://schemas.openxmlformats.org/officeDocument/2006/relationships/tags" Target="../tags/tag2013.xml"/><Relationship Id="rId4" Type="http://schemas.openxmlformats.org/officeDocument/2006/relationships/tags" Target="../tags/tag2012.xml"/><Relationship Id="rId3" Type="http://schemas.openxmlformats.org/officeDocument/2006/relationships/tags" Target="../tags/tag20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033.xml"/><Relationship Id="rId25" Type="http://schemas.openxmlformats.org/officeDocument/2006/relationships/tags" Target="../tags/tag2032.xml"/><Relationship Id="rId24" Type="http://schemas.openxmlformats.org/officeDocument/2006/relationships/tags" Target="../tags/tag2031.xml"/><Relationship Id="rId23" Type="http://schemas.openxmlformats.org/officeDocument/2006/relationships/tags" Target="../tags/tag2030.xml"/><Relationship Id="rId22" Type="http://schemas.openxmlformats.org/officeDocument/2006/relationships/tags" Target="../tags/tag2029.xml"/><Relationship Id="rId21" Type="http://schemas.openxmlformats.org/officeDocument/2006/relationships/image" Target="../media/image1.png"/><Relationship Id="rId20" Type="http://schemas.openxmlformats.org/officeDocument/2006/relationships/tags" Target="../tags/tag2028.xml"/><Relationship Id="rId2" Type="http://schemas.openxmlformats.org/officeDocument/2006/relationships/tags" Target="../tags/tag2010.xml"/><Relationship Id="rId19" Type="http://schemas.openxmlformats.org/officeDocument/2006/relationships/tags" Target="../tags/tag2027.xml"/><Relationship Id="rId18" Type="http://schemas.openxmlformats.org/officeDocument/2006/relationships/tags" Target="../tags/tag2026.xml"/><Relationship Id="rId17" Type="http://schemas.openxmlformats.org/officeDocument/2006/relationships/tags" Target="../tags/tag2025.xml"/><Relationship Id="rId16" Type="http://schemas.openxmlformats.org/officeDocument/2006/relationships/tags" Target="../tags/tag2024.xml"/><Relationship Id="rId15" Type="http://schemas.openxmlformats.org/officeDocument/2006/relationships/tags" Target="../tags/tag2023.xml"/><Relationship Id="rId14" Type="http://schemas.openxmlformats.org/officeDocument/2006/relationships/tags" Target="../tags/tag2022.xml"/><Relationship Id="rId13" Type="http://schemas.openxmlformats.org/officeDocument/2006/relationships/tags" Target="../tags/tag2021.xml"/><Relationship Id="rId12" Type="http://schemas.openxmlformats.org/officeDocument/2006/relationships/tags" Target="../tags/tag2020.xml"/><Relationship Id="rId11" Type="http://schemas.openxmlformats.org/officeDocument/2006/relationships/tags" Target="../tags/tag2019.xml"/><Relationship Id="rId10" Type="http://schemas.openxmlformats.org/officeDocument/2006/relationships/tags" Target="../tags/tag2018.xml"/><Relationship Id="rId1" Type="http://schemas.openxmlformats.org/officeDocument/2006/relationships/tags" Target="../tags/tag2009.xml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tags" Target="../tags/tag2042.xml"/><Relationship Id="rId8" Type="http://schemas.openxmlformats.org/officeDocument/2006/relationships/tags" Target="../tags/tag2041.xml"/><Relationship Id="rId7" Type="http://schemas.openxmlformats.org/officeDocument/2006/relationships/tags" Target="../tags/tag2040.xml"/><Relationship Id="rId6" Type="http://schemas.openxmlformats.org/officeDocument/2006/relationships/tags" Target="../tags/tag2039.xml"/><Relationship Id="rId5" Type="http://schemas.openxmlformats.org/officeDocument/2006/relationships/tags" Target="../tags/tag2038.xml"/><Relationship Id="rId4" Type="http://schemas.openxmlformats.org/officeDocument/2006/relationships/tags" Target="../tags/tag2037.xml"/><Relationship Id="rId3" Type="http://schemas.openxmlformats.org/officeDocument/2006/relationships/tags" Target="../tags/tag20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058.xml"/><Relationship Id="rId25" Type="http://schemas.openxmlformats.org/officeDocument/2006/relationships/tags" Target="../tags/tag2057.xml"/><Relationship Id="rId24" Type="http://schemas.openxmlformats.org/officeDocument/2006/relationships/tags" Target="../tags/tag2056.xml"/><Relationship Id="rId23" Type="http://schemas.openxmlformats.org/officeDocument/2006/relationships/tags" Target="../tags/tag2055.xml"/><Relationship Id="rId22" Type="http://schemas.openxmlformats.org/officeDocument/2006/relationships/tags" Target="../tags/tag2054.xml"/><Relationship Id="rId21" Type="http://schemas.openxmlformats.org/officeDocument/2006/relationships/image" Target="../media/image1.png"/><Relationship Id="rId20" Type="http://schemas.openxmlformats.org/officeDocument/2006/relationships/tags" Target="../tags/tag2053.xml"/><Relationship Id="rId2" Type="http://schemas.openxmlformats.org/officeDocument/2006/relationships/tags" Target="../tags/tag2035.xml"/><Relationship Id="rId19" Type="http://schemas.openxmlformats.org/officeDocument/2006/relationships/tags" Target="../tags/tag2052.xml"/><Relationship Id="rId18" Type="http://schemas.openxmlformats.org/officeDocument/2006/relationships/tags" Target="../tags/tag2051.xml"/><Relationship Id="rId17" Type="http://schemas.openxmlformats.org/officeDocument/2006/relationships/tags" Target="../tags/tag2050.xml"/><Relationship Id="rId16" Type="http://schemas.openxmlformats.org/officeDocument/2006/relationships/tags" Target="../tags/tag2049.xml"/><Relationship Id="rId15" Type="http://schemas.openxmlformats.org/officeDocument/2006/relationships/tags" Target="../tags/tag2048.xml"/><Relationship Id="rId14" Type="http://schemas.openxmlformats.org/officeDocument/2006/relationships/tags" Target="../tags/tag2047.xml"/><Relationship Id="rId13" Type="http://schemas.openxmlformats.org/officeDocument/2006/relationships/tags" Target="../tags/tag2046.xml"/><Relationship Id="rId12" Type="http://schemas.openxmlformats.org/officeDocument/2006/relationships/tags" Target="../tags/tag2045.xml"/><Relationship Id="rId11" Type="http://schemas.openxmlformats.org/officeDocument/2006/relationships/tags" Target="../tags/tag2044.xml"/><Relationship Id="rId10" Type="http://schemas.openxmlformats.org/officeDocument/2006/relationships/tags" Target="../tags/tag2043.xml"/><Relationship Id="rId1" Type="http://schemas.openxmlformats.org/officeDocument/2006/relationships/tags" Target="../tags/tag2034.xml"/></Relationships>
</file>

<file path=ppt/slides/_rels/slide99.xml.rels><?xml version="1.0" encoding="UTF-8" standalone="yes"?>
<Relationships xmlns="http://schemas.openxmlformats.org/package/2006/relationships"><Relationship Id="rId9" Type="http://schemas.openxmlformats.org/officeDocument/2006/relationships/tags" Target="../tags/tag2067.xml"/><Relationship Id="rId8" Type="http://schemas.openxmlformats.org/officeDocument/2006/relationships/tags" Target="../tags/tag2066.xml"/><Relationship Id="rId7" Type="http://schemas.openxmlformats.org/officeDocument/2006/relationships/tags" Target="../tags/tag2065.xml"/><Relationship Id="rId6" Type="http://schemas.openxmlformats.org/officeDocument/2006/relationships/tags" Target="../tags/tag2064.xml"/><Relationship Id="rId5" Type="http://schemas.openxmlformats.org/officeDocument/2006/relationships/tags" Target="../tags/tag2063.xml"/><Relationship Id="rId4" Type="http://schemas.openxmlformats.org/officeDocument/2006/relationships/tags" Target="../tags/tag2062.xml"/><Relationship Id="rId3" Type="http://schemas.openxmlformats.org/officeDocument/2006/relationships/tags" Target="../tags/tag20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083.xml"/><Relationship Id="rId25" Type="http://schemas.openxmlformats.org/officeDocument/2006/relationships/tags" Target="../tags/tag2082.xml"/><Relationship Id="rId24" Type="http://schemas.openxmlformats.org/officeDocument/2006/relationships/tags" Target="../tags/tag2081.xml"/><Relationship Id="rId23" Type="http://schemas.openxmlformats.org/officeDocument/2006/relationships/tags" Target="../tags/tag2080.xml"/><Relationship Id="rId22" Type="http://schemas.openxmlformats.org/officeDocument/2006/relationships/tags" Target="../tags/tag2079.xml"/><Relationship Id="rId21" Type="http://schemas.openxmlformats.org/officeDocument/2006/relationships/image" Target="../media/image1.png"/><Relationship Id="rId20" Type="http://schemas.openxmlformats.org/officeDocument/2006/relationships/tags" Target="../tags/tag2078.xml"/><Relationship Id="rId2" Type="http://schemas.openxmlformats.org/officeDocument/2006/relationships/tags" Target="../tags/tag2060.xml"/><Relationship Id="rId19" Type="http://schemas.openxmlformats.org/officeDocument/2006/relationships/tags" Target="../tags/tag2077.xml"/><Relationship Id="rId18" Type="http://schemas.openxmlformats.org/officeDocument/2006/relationships/tags" Target="../tags/tag2076.xml"/><Relationship Id="rId17" Type="http://schemas.openxmlformats.org/officeDocument/2006/relationships/tags" Target="../tags/tag2075.xml"/><Relationship Id="rId16" Type="http://schemas.openxmlformats.org/officeDocument/2006/relationships/tags" Target="../tags/tag2074.xml"/><Relationship Id="rId15" Type="http://schemas.openxmlformats.org/officeDocument/2006/relationships/tags" Target="../tags/tag2073.xml"/><Relationship Id="rId14" Type="http://schemas.openxmlformats.org/officeDocument/2006/relationships/tags" Target="../tags/tag2072.xml"/><Relationship Id="rId13" Type="http://schemas.openxmlformats.org/officeDocument/2006/relationships/tags" Target="../tags/tag2071.xml"/><Relationship Id="rId12" Type="http://schemas.openxmlformats.org/officeDocument/2006/relationships/tags" Target="../tags/tag2070.xml"/><Relationship Id="rId11" Type="http://schemas.openxmlformats.org/officeDocument/2006/relationships/tags" Target="../tags/tag2069.xml"/><Relationship Id="rId10" Type="http://schemas.openxmlformats.org/officeDocument/2006/relationships/tags" Target="../tags/tag2068.xml"/><Relationship Id="rId1" Type="http://schemas.openxmlformats.org/officeDocument/2006/relationships/tags" Target="../tags/tag2059.xml"/></Relationships>
</file>

<file path=ppt/slides/_rels/slide100.xml.rels><?xml version="1.0" encoding="UTF-8" standalone="yes"?>
<Relationships xmlns="http://schemas.openxmlformats.org/package/2006/relationships"><Relationship Id="rId9" Type="http://schemas.openxmlformats.org/officeDocument/2006/relationships/tags" Target="../tags/tag2092.xml"/><Relationship Id="rId8" Type="http://schemas.openxmlformats.org/officeDocument/2006/relationships/tags" Target="../tags/tag2091.xml"/><Relationship Id="rId7" Type="http://schemas.openxmlformats.org/officeDocument/2006/relationships/tags" Target="../tags/tag2090.xml"/><Relationship Id="rId6" Type="http://schemas.openxmlformats.org/officeDocument/2006/relationships/tags" Target="../tags/tag2089.xml"/><Relationship Id="rId5" Type="http://schemas.openxmlformats.org/officeDocument/2006/relationships/tags" Target="../tags/tag2088.xml"/><Relationship Id="rId4" Type="http://schemas.openxmlformats.org/officeDocument/2006/relationships/tags" Target="../tags/tag2087.xml"/><Relationship Id="rId3" Type="http://schemas.openxmlformats.org/officeDocument/2006/relationships/tags" Target="../tags/tag20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108.xml"/><Relationship Id="rId25" Type="http://schemas.openxmlformats.org/officeDocument/2006/relationships/tags" Target="../tags/tag2107.xml"/><Relationship Id="rId24" Type="http://schemas.openxmlformats.org/officeDocument/2006/relationships/tags" Target="../tags/tag2106.xml"/><Relationship Id="rId23" Type="http://schemas.openxmlformats.org/officeDocument/2006/relationships/tags" Target="../tags/tag2105.xml"/><Relationship Id="rId22" Type="http://schemas.openxmlformats.org/officeDocument/2006/relationships/tags" Target="../tags/tag2104.xml"/><Relationship Id="rId21" Type="http://schemas.openxmlformats.org/officeDocument/2006/relationships/image" Target="../media/image1.png"/><Relationship Id="rId20" Type="http://schemas.openxmlformats.org/officeDocument/2006/relationships/tags" Target="../tags/tag2103.xml"/><Relationship Id="rId2" Type="http://schemas.openxmlformats.org/officeDocument/2006/relationships/tags" Target="../tags/tag2085.xml"/><Relationship Id="rId19" Type="http://schemas.openxmlformats.org/officeDocument/2006/relationships/tags" Target="../tags/tag2102.xml"/><Relationship Id="rId18" Type="http://schemas.openxmlformats.org/officeDocument/2006/relationships/tags" Target="../tags/tag2101.xml"/><Relationship Id="rId17" Type="http://schemas.openxmlformats.org/officeDocument/2006/relationships/tags" Target="../tags/tag2100.xml"/><Relationship Id="rId16" Type="http://schemas.openxmlformats.org/officeDocument/2006/relationships/tags" Target="../tags/tag2099.xml"/><Relationship Id="rId15" Type="http://schemas.openxmlformats.org/officeDocument/2006/relationships/tags" Target="../tags/tag2098.xml"/><Relationship Id="rId14" Type="http://schemas.openxmlformats.org/officeDocument/2006/relationships/tags" Target="../tags/tag2097.xml"/><Relationship Id="rId13" Type="http://schemas.openxmlformats.org/officeDocument/2006/relationships/tags" Target="../tags/tag2096.xml"/><Relationship Id="rId12" Type="http://schemas.openxmlformats.org/officeDocument/2006/relationships/tags" Target="../tags/tag2095.xml"/><Relationship Id="rId11" Type="http://schemas.openxmlformats.org/officeDocument/2006/relationships/tags" Target="../tags/tag2094.xml"/><Relationship Id="rId10" Type="http://schemas.openxmlformats.org/officeDocument/2006/relationships/tags" Target="../tags/tag2093.xml"/><Relationship Id="rId1" Type="http://schemas.openxmlformats.org/officeDocument/2006/relationships/tags" Target="../tags/tag2084.xml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tags" Target="../tags/tag2117.xml"/><Relationship Id="rId8" Type="http://schemas.openxmlformats.org/officeDocument/2006/relationships/tags" Target="../tags/tag2116.xml"/><Relationship Id="rId7" Type="http://schemas.openxmlformats.org/officeDocument/2006/relationships/tags" Target="../tags/tag2115.xml"/><Relationship Id="rId6" Type="http://schemas.openxmlformats.org/officeDocument/2006/relationships/tags" Target="../tags/tag2114.xml"/><Relationship Id="rId5" Type="http://schemas.openxmlformats.org/officeDocument/2006/relationships/tags" Target="../tags/tag2113.xml"/><Relationship Id="rId4" Type="http://schemas.openxmlformats.org/officeDocument/2006/relationships/tags" Target="../tags/tag2112.xml"/><Relationship Id="rId3" Type="http://schemas.openxmlformats.org/officeDocument/2006/relationships/tags" Target="../tags/tag21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133.xml"/><Relationship Id="rId25" Type="http://schemas.openxmlformats.org/officeDocument/2006/relationships/tags" Target="../tags/tag2132.xml"/><Relationship Id="rId24" Type="http://schemas.openxmlformats.org/officeDocument/2006/relationships/tags" Target="../tags/tag2131.xml"/><Relationship Id="rId23" Type="http://schemas.openxmlformats.org/officeDocument/2006/relationships/tags" Target="../tags/tag2130.xml"/><Relationship Id="rId22" Type="http://schemas.openxmlformats.org/officeDocument/2006/relationships/tags" Target="../tags/tag2129.xml"/><Relationship Id="rId21" Type="http://schemas.openxmlformats.org/officeDocument/2006/relationships/image" Target="../media/image1.png"/><Relationship Id="rId20" Type="http://schemas.openxmlformats.org/officeDocument/2006/relationships/tags" Target="../tags/tag2128.xml"/><Relationship Id="rId2" Type="http://schemas.openxmlformats.org/officeDocument/2006/relationships/tags" Target="../tags/tag2110.xml"/><Relationship Id="rId19" Type="http://schemas.openxmlformats.org/officeDocument/2006/relationships/tags" Target="../tags/tag2127.xml"/><Relationship Id="rId18" Type="http://schemas.openxmlformats.org/officeDocument/2006/relationships/tags" Target="../tags/tag2126.xml"/><Relationship Id="rId17" Type="http://schemas.openxmlformats.org/officeDocument/2006/relationships/tags" Target="../tags/tag2125.xml"/><Relationship Id="rId16" Type="http://schemas.openxmlformats.org/officeDocument/2006/relationships/tags" Target="../tags/tag2124.xml"/><Relationship Id="rId15" Type="http://schemas.openxmlformats.org/officeDocument/2006/relationships/tags" Target="../tags/tag2123.xml"/><Relationship Id="rId14" Type="http://schemas.openxmlformats.org/officeDocument/2006/relationships/tags" Target="../tags/tag2122.xml"/><Relationship Id="rId13" Type="http://schemas.openxmlformats.org/officeDocument/2006/relationships/tags" Target="../tags/tag2121.xml"/><Relationship Id="rId12" Type="http://schemas.openxmlformats.org/officeDocument/2006/relationships/tags" Target="../tags/tag2120.xml"/><Relationship Id="rId11" Type="http://schemas.openxmlformats.org/officeDocument/2006/relationships/tags" Target="../tags/tag2119.xml"/><Relationship Id="rId10" Type="http://schemas.openxmlformats.org/officeDocument/2006/relationships/tags" Target="../tags/tag2118.xml"/><Relationship Id="rId1" Type="http://schemas.openxmlformats.org/officeDocument/2006/relationships/tags" Target="../tags/tag2109.xml"/></Relationships>
</file>

<file path=ppt/slides/_rels/slide102.xml.rels><?xml version="1.0" encoding="UTF-8" standalone="yes"?>
<Relationships xmlns="http://schemas.openxmlformats.org/package/2006/relationships"><Relationship Id="rId9" Type="http://schemas.openxmlformats.org/officeDocument/2006/relationships/tags" Target="../tags/tag2142.xml"/><Relationship Id="rId8" Type="http://schemas.openxmlformats.org/officeDocument/2006/relationships/tags" Target="../tags/tag2141.xml"/><Relationship Id="rId7" Type="http://schemas.openxmlformats.org/officeDocument/2006/relationships/tags" Target="../tags/tag2140.xml"/><Relationship Id="rId6" Type="http://schemas.openxmlformats.org/officeDocument/2006/relationships/tags" Target="../tags/tag2139.xml"/><Relationship Id="rId5" Type="http://schemas.openxmlformats.org/officeDocument/2006/relationships/tags" Target="../tags/tag2138.xml"/><Relationship Id="rId4" Type="http://schemas.openxmlformats.org/officeDocument/2006/relationships/tags" Target="../tags/tag2137.xml"/><Relationship Id="rId3" Type="http://schemas.openxmlformats.org/officeDocument/2006/relationships/tags" Target="../tags/tag21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158.xml"/><Relationship Id="rId25" Type="http://schemas.openxmlformats.org/officeDocument/2006/relationships/tags" Target="../tags/tag2157.xml"/><Relationship Id="rId24" Type="http://schemas.openxmlformats.org/officeDocument/2006/relationships/tags" Target="../tags/tag2156.xml"/><Relationship Id="rId23" Type="http://schemas.openxmlformats.org/officeDocument/2006/relationships/tags" Target="../tags/tag2155.xml"/><Relationship Id="rId22" Type="http://schemas.openxmlformats.org/officeDocument/2006/relationships/tags" Target="../tags/tag2154.xml"/><Relationship Id="rId21" Type="http://schemas.openxmlformats.org/officeDocument/2006/relationships/image" Target="../media/image1.png"/><Relationship Id="rId20" Type="http://schemas.openxmlformats.org/officeDocument/2006/relationships/tags" Target="../tags/tag2153.xml"/><Relationship Id="rId2" Type="http://schemas.openxmlformats.org/officeDocument/2006/relationships/tags" Target="../tags/tag2135.xml"/><Relationship Id="rId19" Type="http://schemas.openxmlformats.org/officeDocument/2006/relationships/tags" Target="../tags/tag2152.xml"/><Relationship Id="rId18" Type="http://schemas.openxmlformats.org/officeDocument/2006/relationships/tags" Target="../tags/tag2151.xml"/><Relationship Id="rId17" Type="http://schemas.openxmlformats.org/officeDocument/2006/relationships/tags" Target="../tags/tag2150.xml"/><Relationship Id="rId16" Type="http://schemas.openxmlformats.org/officeDocument/2006/relationships/tags" Target="../tags/tag2149.xml"/><Relationship Id="rId15" Type="http://schemas.openxmlformats.org/officeDocument/2006/relationships/tags" Target="../tags/tag2148.xml"/><Relationship Id="rId14" Type="http://schemas.openxmlformats.org/officeDocument/2006/relationships/tags" Target="../tags/tag2147.xml"/><Relationship Id="rId13" Type="http://schemas.openxmlformats.org/officeDocument/2006/relationships/tags" Target="../tags/tag2146.xml"/><Relationship Id="rId12" Type="http://schemas.openxmlformats.org/officeDocument/2006/relationships/tags" Target="../tags/tag2145.xml"/><Relationship Id="rId11" Type="http://schemas.openxmlformats.org/officeDocument/2006/relationships/tags" Target="../tags/tag2144.xml"/><Relationship Id="rId10" Type="http://schemas.openxmlformats.org/officeDocument/2006/relationships/tags" Target="../tags/tag2143.xml"/><Relationship Id="rId1" Type="http://schemas.openxmlformats.org/officeDocument/2006/relationships/tags" Target="../tags/tag2134.xml"/></Relationships>
</file>

<file path=ppt/slides/_rels/slide103.xml.rels><?xml version="1.0" encoding="UTF-8" standalone="yes"?>
<Relationships xmlns="http://schemas.openxmlformats.org/package/2006/relationships"><Relationship Id="rId9" Type="http://schemas.openxmlformats.org/officeDocument/2006/relationships/tags" Target="../tags/tag2167.xml"/><Relationship Id="rId8" Type="http://schemas.openxmlformats.org/officeDocument/2006/relationships/tags" Target="../tags/tag2166.xml"/><Relationship Id="rId7" Type="http://schemas.openxmlformats.org/officeDocument/2006/relationships/tags" Target="../tags/tag2165.xml"/><Relationship Id="rId6" Type="http://schemas.openxmlformats.org/officeDocument/2006/relationships/tags" Target="../tags/tag2164.xml"/><Relationship Id="rId5" Type="http://schemas.openxmlformats.org/officeDocument/2006/relationships/tags" Target="../tags/tag2163.xml"/><Relationship Id="rId4" Type="http://schemas.openxmlformats.org/officeDocument/2006/relationships/tags" Target="../tags/tag2162.xml"/><Relationship Id="rId3" Type="http://schemas.openxmlformats.org/officeDocument/2006/relationships/tags" Target="../tags/tag21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183.xml"/><Relationship Id="rId25" Type="http://schemas.openxmlformats.org/officeDocument/2006/relationships/tags" Target="../tags/tag2182.xml"/><Relationship Id="rId24" Type="http://schemas.openxmlformats.org/officeDocument/2006/relationships/tags" Target="../tags/tag2181.xml"/><Relationship Id="rId23" Type="http://schemas.openxmlformats.org/officeDocument/2006/relationships/tags" Target="../tags/tag2180.xml"/><Relationship Id="rId22" Type="http://schemas.openxmlformats.org/officeDocument/2006/relationships/tags" Target="../tags/tag2179.xml"/><Relationship Id="rId21" Type="http://schemas.openxmlformats.org/officeDocument/2006/relationships/image" Target="../media/image1.png"/><Relationship Id="rId20" Type="http://schemas.openxmlformats.org/officeDocument/2006/relationships/tags" Target="../tags/tag2178.xml"/><Relationship Id="rId2" Type="http://schemas.openxmlformats.org/officeDocument/2006/relationships/tags" Target="../tags/tag2160.xml"/><Relationship Id="rId19" Type="http://schemas.openxmlformats.org/officeDocument/2006/relationships/tags" Target="../tags/tag2177.xml"/><Relationship Id="rId18" Type="http://schemas.openxmlformats.org/officeDocument/2006/relationships/tags" Target="../tags/tag2176.xml"/><Relationship Id="rId17" Type="http://schemas.openxmlformats.org/officeDocument/2006/relationships/tags" Target="../tags/tag2175.xml"/><Relationship Id="rId16" Type="http://schemas.openxmlformats.org/officeDocument/2006/relationships/tags" Target="../tags/tag2174.xml"/><Relationship Id="rId15" Type="http://schemas.openxmlformats.org/officeDocument/2006/relationships/tags" Target="../tags/tag2173.xml"/><Relationship Id="rId14" Type="http://schemas.openxmlformats.org/officeDocument/2006/relationships/tags" Target="../tags/tag2172.xml"/><Relationship Id="rId13" Type="http://schemas.openxmlformats.org/officeDocument/2006/relationships/tags" Target="../tags/tag2171.xml"/><Relationship Id="rId12" Type="http://schemas.openxmlformats.org/officeDocument/2006/relationships/tags" Target="../tags/tag2170.xml"/><Relationship Id="rId11" Type="http://schemas.openxmlformats.org/officeDocument/2006/relationships/tags" Target="../tags/tag2169.xml"/><Relationship Id="rId10" Type="http://schemas.openxmlformats.org/officeDocument/2006/relationships/tags" Target="../tags/tag2168.xml"/><Relationship Id="rId1" Type="http://schemas.openxmlformats.org/officeDocument/2006/relationships/tags" Target="../tags/tag2159.xml"/></Relationships>
</file>

<file path=ppt/slides/_rels/slide104.xml.rels><?xml version="1.0" encoding="UTF-8" standalone="yes"?>
<Relationships xmlns="http://schemas.openxmlformats.org/package/2006/relationships"><Relationship Id="rId9" Type="http://schemas.openxmlformats.org/officeDocument/2006/relationships/tags" Target="../tags/tag2192.xml"/><Relationship Id="rId8" Type="http://schemas.openxmlformats.org/officeDocument/2006/relationships/tags" Target="../tags/tag2191.xml"/><Relationship Id="rId7" Type="http://schemas.openxmlformats.org/officeDocument/2006/relationships/tags" Target="../tags/tag2190.xml"/><Relationship Id="rId6" Type="http://schemas.openxmlformats.org/officeDocument/2006/relationships/tags" Target="../tags/tag2189.xml"/><Relationship Id="rId5" Type="http://schemas.openxmlformats.org/officeDocument/2006/relationships/tags" Target="../tags/tag2188.xml"/><Relationship Id="rId4" Type="http://schemas.openxmlformats.org/officeDocument/2006/relationships/tags" Target="../tags/tag2187.xml"/><Relationship Id="rId3" Type="http://schemas.openxmlformats.org/officeDocument/2006/relationships/tags" Target="../tags/tag21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208.xml"/><Relationship Id="rId25" Type="http://schemas.openxmlformats.org/officeDocument/2006/relationships/tags" Target="../tags/tag2207.xml"/><Relationship Id="rId24" Type="http://schemas.openxmlformats.org/officeDocument/2006/relationships/tags" Target="../tags/tag2206.xml"/><Relationship Id="rId23" Type="http://schemas.openxmlformats.org/officeDocument/2006/relationships/tags" Target="../tags/tag2205.xml"/><Relationship Id="rId22" Type="http://schemas.openxmlformats.org/officeDocument/2006/relationships/tags" Target="../tags/tag2204.xml"/><Relationship Id="rId21" Type="http://schemas.openxmlformats.org/officeDocument/2006/relationships/image" Target="../media/image1.png"/><Relationship Id="rId20" Type="http://schemas.openxmlformats.org/officeDocument/2006/relationships/tags" Target="../tags/tag2203.xml"/><Relationship Id="rId2" Type="http://schemas.openxmlformats.org/officeDocument/2006/relationships/tags" Target="../tags/tag2185.xml"/><Relationship Id="rId19" Type="http://schemas.openxmlformats.org/officeDocument/2006/relationships/tags" Target="../tags/tag2202.xml"/><Relationship Id="rId18" Type="http://schemas.openxmlformats.org/officeDocument/2006/relationships/tags" Target="../tags/tag2201.xml"/><Relationship Id="rId17" Type="http://schemas.openxmlformats.org/officeDocument/2006/relationships/tags" Target="../tags/tag2200.xml"/><Relationship Id="rId16" Type="http://schemas.openxmlformats.org/officeDocument/2006/relationships/tags" Target="../tags/tag2199.xml"/><Relationship Id="rId15" Type="http://schemas.openxmlformats.org/officeDocument/2006/relationships/tags" Target="../tags/tag2198.xml"/><Relationship Id="rId14" Type="http://schemas.openxmlformats.org/officeDocument/2006/relationships/tags" Target="../tags/tag2197.xml"/><Relationship Id="rId13" Type="http://schemas.openxmlformats.org/officeDocument/2006/relationships/tags" Target="../tags/tag2196.xml"/><Relationship Id="rId12" Type="http://schemas.openxmlformats.org/officeDocument/2006/relationships/tags" Target="../tags/tag2195.xml"/><Relationship Id="rId11" Type="http://schemas.openxmlformats.org/officeDocument/2006/relationships/tags" Target="../tags/tag2194.xml"/><Relationship Id="rId10" Type="http://schemas.openxmlformats.org/officeDocument/2006/relationships/tags" Target="../tags/tag2193.xml"/><Relationship Id="rId1" Type="http://schemas.openxmlformats.org/officeDocument/2006/relationships/tags" Target="../tags/tag2184.xml"/></Relationships>
</file>

<file path=ppt/slides/_rels/slide105.xml.rels><?xml version="1.0" encoding="UTF-8" standalone="yes"?>
<Relationships xmlns="http://schemas.openxmlformats.org/package/2006/relationships"><Relationship Id="rId9" Type="http://schemas.openxmlformats.org/officeDocument/2006/relationships/tags" Target="../tags/tag2217.xml"/><Relationship Id="rId8" Type="http://schemas.openxmlformats.org/officeDocument/2006/relationships/tags" Target="../tags/tag2216.xml"/><Relationship Id="rId7" Type="http://schemas.openxmlformats.org/officeDocument/2006/relationships/tags" Target="../tags/tag2215.xml"/><Relationship Id="rId6" Type="http://schemas.openxmlformats.org/officeDocument/2006/relationships/tags" Target="../tags/tag2214.xml"/><Relationship Id="rId5" Type="http://schemas.openxmlformats.org/officeDocument/2006/relationships/tags" Target="../tags/tag2213.xml"/><Relationship Id="rId4" Type="http://schemas.openxmlformats.org/officeDocument/2006/relationships/tags" Target="../tags/tag2212.xml"/><Relationship Id="rId3" Type="http://schemas.openxmlformats.org/officeDocument/2006/relationships/tags" Target="../tags/tag22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233.xml"/><Relationship Id="rId25" Type="http://schemas.openxmlformats.org/officeDocument/2006/relationships/tags" Target="../tags/tag2232.xml"/><Relationship Id="rId24" Type="http://schemas.openxmlformats.org/officeDocument/2006/relationships/tags" Target="../tags/tag2231.xml"/><Relationship Id="rId23" Type="http://schemas.openxmlformats.org/officeDocument/2006/relationships/tags" Target="../tags/tag2230.xml"/><Relationship Id="rId22" Type="http://schemas.openxmlformats.org/officeDocument/2006/relationships/tags" Target="../tags/tag2229.xml"/><Relationship Id="rId21" Type="http://schemas.openxmlformats.org/officeDocument/2006/relationships/image" Target="../media/image1.png"/><Relationship Id="rId20" Type="http://schemas.openxmlformats.org/officeDocument/2006/relationships/tags" Target="../tags/tag2228.xml"/><Relationship Id="rId2" Type="http://schemas.openxmlformats.org/officeDocument/2006/relationships/tags" Target="../tags/tag2210.xml"/><Relationship Id="rId19" Type="http://schemas.openxmlformats.org/officeDocument/2006/relationships/tags" Target="../tags/tag2227.xml"/><Relationship Id="rId18" Type="http://schemas.openxmlformats.org/officeDocument/2006/relationships/tags" Target="../tags/tag2226.xml"/><Relationship Id="rId17" Type="http://schemas.openxmlformats.org/officeDocument/2006/relationships/tags" Target="../tags/tag2225.xml"/><Relationship Id="rId16" Type="http://schemas.openxmlformats.org/officeDocument/2006/relationships/tags" Target="../tags/tag2224.xml"/><Relationship Id="rId15" Type="http://schemas.openxmlformats.org/officeDocument/2006/relationships/tags" Target="../tags/tag2223.xml"/><Relationship Id="rId14" Type="http://schemas.openxmlformats.org/officeDocument/2006/relationships/tags" Target="../tags/tag2222.xml"/><Relationship Id="rId13" Type="http://schemas.openxmlformats.org/officeDocument/2006/relationships/tags" Target="../tags/tag2221.xml"/><Relationship Id="rId12" Type="http://schemas.openxmlformats.org/officeDocument/2006/relationships/tags" Target="../tags/tag2220.xml"/><Relationship Id="rId11" Type="http://schemas.openxmlformats.org/officeDocument/2006/relationships/tags" Target="../tags/tag2219.xml"/><Relationship Id="rId10" Type="http://schemas.openxmlformats.org/officeDocument/2006/relationships/tags" Target="../tags/tag2218.xml"/><Relationship Id="rId1" Type="http://schemas.openxmlformats.org/officeDocument/2006/relationships/tags" Target="../tags/tag2209.xml"/></Relationships>
</file>

<file path=ppt/slides/_rels/slide106.xml.rels><?xml version="1.0" encoding="UTF-8" standalone="yes"?>
<Relationships xmlns="http://schemas.openxmlformats.org/package/2006/relationships"><Relationship Id="rId9" Type="http://schemas.openxmlformats.org/officeDocument/2006/relationships/tags" Target="../tags/tag2242.xml"/><Relationship Id="rId8" Type="http://schemas.openxmlformats.org/officeDocument/2006/relationships/tags" Target="../tags/tag2241.xml"/><Relationship Id="rId7" Type="http://schemas.openxmlformats.org/officeDocument/2006/relationships/tags" Target="../tags/tag2240.xml"/><Relationship Id="rId6" Type="http://schemas.openxmlformats.org/officeDocument/2006/relationships/tags" Target="../tags/tag2239.xml"/><Relationship Id="rId5" Type="http://schemas.openxmlformats.org/officeDocument/2006/relationships/tags" Target="../tags/tag2238.xml"/><Relationship Id="rId4" Type="http://schemas.openxmlformats.org/officeDocument/2006/relationships/tags" Target="../tags/tag2237.xml"/><Relationship Id="rId3" Type="http://schemas.openxmlformats.org/officeDocument/2006/relationships/tags" Target="../tags/tag22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258.xml"/><Relationship Id="rId25" Type="http://schemas.openxmlformats.org/officeDocument/2006/relationships/tags" Target="../tags/tag2257.xml"/><Relationship Id="rId24" Type="http://schemas.openxmlformats.org/officeDocument/2006/relationships/tags" Target="../tags/tag2256.xml"/><Relationship Id="rId23" Type="http://schemas.openxmlformats.org/officeDocument/2006/relationships/tags" Target="../tags/tag2255.xml"/><Relationship Id="rId22" Type="http://schemas.openxmlformats.org/officeDocument/2006/relationships/tags" Target="../tags/tag2254.xml"/><Relationship Id="rId21" Type="http://schemas.openxmlformats.org/officeDocument/2006/relationships/image" Target="../media/image1.png"/><Relationship Id="rId20" Type="http://schemas.openxmlformats.org/officeDocument/2006/relationships/tags" Target="../tags/tag2253.xml"/><Relationship Id="rId2" Type="http://schemas.openxmlformats.org/officeDocument/2006/relationships/tags" Target="../tags/tag2235.xml"/><Relationship Id="rId19" Type="http://schemas.openxmlformats.org/officeDocument/2006/relationships/tags" Target="../tags/tag2252.xml"/><Relationship Id="rId18" Type="http://schemas.openxmlformats.org/officeDocument/2006/relationships/tags" Target="../tags/tag2251.xml"/><Relationship Id="rId17" Type="http://schemas.openxmlformats.org/officeDocument/2006/relationships/tags" Target="../tags/tag2250.xml"/><Relationship Id="rId16" Type="http://schemas.openxmlformats.org/officeDocument/2006/relationships/tags" Target="../tags/tag2249.xml"/><Relationship Id="rId15" Type="http://schemas.openxmlformats.org/officeDocument/2006/relationships/tags" Target="../tags/tag2248.xml"/><Relationship Id="rId14" Type="http://schemas.openxmlformats.org/officeDocument/2006/relationships/tags" Target="../tags/tag2247.xml"/><Relationship Id="rId13" Type="http://schemas.openxmlformats.org/officeDocument/2006/relationships/tags" Target="../tags/tag2246.xml"/><Relationship Id="rId12" Type="http://schemas.openxmlformats.org/officeDocument/2006/relationships/tags" Target="../tags/tag2245.xml"/><Relationship Id="rId11" Type="http://schemas.openxmlformats.org/officeDocument/2006/relationships/tags" Target="../tags/tag2244.xml"/><Relationship Id="rId10" Type="http://schemas.openxmlformats.org/officeDocument/2006/relationships/tags" Target="../tags/tag2243.xml"/><Relationship Id="rId1" Type="http://schemas.openxmlformats.org/officeDocument/2006/relationships/tags" Target="../tags/tag2234.xml"/></Relationships>
</file>

<file path=ppt/slides/_rels/slide107.xml.rels><?xml version="1.0" encoding="UTF-8" standalone="yes"?>
<Relationships xmlns="http://schemas.openxmlformats.org/package/2006/relationships"><Relationship Id="rId9" Type="http://schemas.openxmlformats.org/officeDocument/2006/relationships/tags" Target="../tags/tag2267.xml"/><Relationship Id="rId8" Type="http://schemas.openxmlformats.org/officeDocument/2006/relationships/tags" Target="../tags/tag2266.xml"/><Relationship Id="rId7" Type="http://schemas.openxmlformats.org/officeDocument/2006/relationships/tags" Target="../tags/tag2265.xml"/><Relationship Id="rId6" Type="http://schemas.openxmlformats.org/officeDocument/2006/relationships/tags" Target="../tags/tag2264.xml"/><Relationship Id="rId5" Type="http://schemas.openxmlformats.org/officeDocument/2006/relationships/tags" Target="../tags/tag2263.xml"/><Relationship Id="rId4" Type="http://schemas.openxmlformats.org/officeDocument/2006/relationships/tags" Target="../tags/tag2262.xml"/><Relationship Id="rId3" Type="http://schemas.openxmlformats.org/officeDocument/2006/relationships/tags" Target="../tags/tag22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283.xml"/><Relationship Id="rId25" Type="http://schemas.openxmlformats.org/officeDocument/2006/relationships/tags" Target="../tags/tag2282.xml"/><Relationship Id="rId24" Type="http://schemas.openxmlformats.org/officeDocument/2006/relationships/tags" Target="../tags/tag2281.xml"/><Relationship Id="rId23" Type="http://schemas.openxmlformats.org/officeDocument/2006/relationships/tags" Target="../tags/tag2280.xml"/><Relationship Id="rId22" Type="http://schemas.openxmlformats.org/officeDocument/2006/relationships/tags" Target="../tags/tag2279.xml"/><Relationship Id="rId21" Type="http://schemas.openxmlformats.org/officeDocument/2006/relationships/image" Target="../media/image1.png"/><Relationship Id="rId20" Type="http://schemas.openxmlformats.org/officeDocument/2006/relationships/tags" Target="../tags/tag2278.xml"/><Relationship Id="rId2" Type="http://schemas.openxmlformats.org/officeDocument/2006/relationships/tags" Target="../tags/tag2260.xml"/><Relationship Id="rId19" Type="http://schemas.openxmlformats.org/officeDocument/2006/relationships/tags" Target="../tags/tag2277.xml"/><Relationship Id="rId18" Type="http://schemas.openxmlformats.org/officeDocument/2006/relationships/tags" Target="../tags/tag2276.xml"/><Relationship Id="rId17" Type="http://schemas.openxmlformats.org/officeDocument/2006/relationships/tags" Target="../tags/tag2275.xml"/><Relationship Id="rId16" Type="http://schemas.openxmlformats.org/officeDocument/2006/relationships/tags" Target="../tags/tag2274.xml"/><Relationship Id="rId15" Type="http://schemas.openxmlformats.org/officeDocument/2006/relationships/tags" Target="../tags/tag2273.xml"/><Relationship Id="rId14" Type="http://schemas.openxmlformats.org/officeDocument/2006/relationships/tags" Target="../tags/tag2272.xml"/><Relationship Id="rId13" Type="http://schemas.openxmlformats.org/officeDocument/2006/relationships/tags" Target="../tags/tag2271.xml"/><Relationship Id="rId12" Type="http://schemas.openxmlformats.org/officeDocument/2006/relationships/tags" Target="../tags/tag2270.xml"/><Relationship Id="rId11" Type="http://schemas.openxmlformats.org/officeDocument/2006/relationships/tags" Target="../tags/tag2269.xml"/><Relationship Id="rId10" Type="http://schemas.openxmlformats.org/officeDocument/2006/relationships/tags" Target="../tags/tag2268.xml"/><Relationship Id="rId1" Type="http://schemas.openxmlformats.org/officeDocument/2006/relationships/tags" Target="../tags/tag2259.xml"/></Relationships>
</file>

<file path=ppt/slides/_rels/slide108.xml.rels><?xml version="1.0" encoding="UTF-8" standalone="yes"?>
<Relationships xmlns="http://schemas.openxmlformats.org/package/2006/relationships"><Relationship Id="rId9" Type="http://schemas.openxmlformats.org/officeDocument/2006/relationships/tags" Target="../tags/tag2292.xml"/><Relationship Id="rId8" Type="http://schemas.openxmlformats.org/officeDocument/2006/relationships/tags" Target="../tags/tag2291.xml"/><Relationship Id="rId7" Type="http://schemas.openxmlformats.org/officeDocument/2006/relationships/tags" Target="../tags/tag2290.xml"/><Relationship Id="rId6" Type="http://schemas.openxmlformats.org/officeDocument/2006/relationships/tags" Target="../tags/tag2289.xml"/><Relationship Id="rId5" Type="http://schemas.openxmlformats.org/officeDocument/2006/relationships/tags" Target="../tags/tag2288.xml"/><Relationship Id="rId4" Type="http://schemas.openxmlformats.org/officeDocument/2006/relationships/tags" Target="../tags/tag2287.xml"/><Relationship Id="rId3" Type="http://schemas.openxmlformats.org/officeDocument/2006/relationships/tags" Target="../tags/tag22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308.xml"/><Relationship Id="rId25" Type="http://schemas.openxmlformats.org/officeDocument/2006/relationships/tags" Target="../tags/tag2307.xml"/><Relationship Id="rId24" Type="http://schemas.openxmlformats.org/officeDocument/2006/relationships/tags" Target="../tags/tag2306.xml"/><Relationship Id="rId23" Type="http://schemas.openxmlformats.org/officeDocument/2006/relationships/tags" Target="../tags/tag2305.xml"/><Relationship Id="rId22" Type="http://schemas.openxmlformats.org/officeDocument/2006/relationships/tags" Target="../tags/tag2304.xml"/><Relationship Id="rId21" Type="http://schemas.openxmlformats.org/officeDocument/2006/relationships/image" Target="../media/image1.png"/><Relationship Id="rId20" Type="http://schemas.openxmlformats.org/officeDocument/2006/relationships/tags" Target="../tags/tag2303.xml"/><Relationship Id="rId2" Type="http://schemas.openxmlformats.org/officeDocument/2006/relationships/tags" Target="../tags/tag2285.xml"/><Relationship Id="rId19" Type="http://schemas.openxmlformats.org/officeDocument/2006/relationships/tags" Target="../tags/tag2302.xml"/><Relationship Id="rId18" Type="http://schemas.openxmlformats.org/officeDocument/2006/relationships/tags" Target="../tags/tag2301.xml"/><Relationship Id="rId17" Type="http://schemas.openxmlformats.org/officeDocument/2006/relationships/tags" Target="../tags/tag2300.xml"/><Relationship Id="rId16" Type="http://schemas.openxmlformats.org/officeDocument/2006/relationships/tags" Target="../tags/tag2299.xml"/><Relationship Id="rId15" Type="http://schemas.openxmlformats.org/officeDocument/2006/relationships/tags" Target="../tags/tag2298.xml"/><Relationship Id="rId14" Type="http://schemas.openxmlformats.org/officeDocument/2006/relationships/tags" Target="../tags/tag2297.xml"/><Relationship Id="rId13" Type="http://schemas.openxmlformats.org/officeDocument/2006/relationships/tags" Target="../tags/tag2296.xml"/><Relationship Id="rId12" Type="http://schemas.openxmlformats.org/officeDocument/2006/relationships/tags" Target="../tags/tag2295.xml"/><Relationship Id="rId11" Type="http://schemas.openxmlformats.org/officeDocument/2006/relationships/tags" Target="../tags/tag2294.xml"/><Relationship Id="rId10" Type="http://schemas.openxmlformats.org/officeDocument/2006/relationships/tags" Target="../tags/tag2293.xml"/><Relationship Id="rId1" Type="http://schemas.openxmlformats.org/officeDocument/2006/relationships/tags" Target="../tags/tag2284.xml"/></Relationships>
</file>

<file path=ppt/slides/_rels/slide109.xml.rels><?xml version="1.0" encoding="UTF-8" standalone="yes"?>
<Relationships xmlns="http://schemas.openxmlformats.org/package/2006/relationships"><Relationship Id="rId9" Type="http://schemas.openxmlformats.org/officeDocument/2006/relationships/tags" Target="../tags/tag2317.xml"/><Relationship Id="rId8" Type="http://schemas.openxmlformats.org/officeDocument/2006/relationships/tags" Target="../tags/tag2316.xml"/><Relationship Id="rId7" Type="http://schemas.openxmlformats.org/officeDocument/2006/relationships/tags" Target="../tags/tag2315.xml"/><Relationship Id="rId6" Type="http://schemas.openxmlformats.org/officeDocument/2006/relationships/tags" Target="../tags/tag2314.xml"/><Relationship Id="rId5" Type="http://schemas.openxmlformats.org/officeDocument/2006/relationships/tags" Target="../tags/tag2313.xml"/><Relationship Id="rId4" Type="http://schemas.openxmlformats.org/officeDocument/2006/relationships/tags" Target="../tags/tag2312.xml"/><Relationship Id="rId3" Type="http://schemas.openxmlformats.org/officeDocument/2006/relationships/tags" Target="../tags/tag23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333.xml"/><Relationship Id="rId25" Type="http://schemas.openxmlformats.org/officeDocument/2006/relationships/tags" Target="../tags/tag2332.xml"/><Relationship Id="rId24" Type="http://schemas.openxmlformats.org/officeDocument/2006/relationships/tags" Target="../tags/tag2331.xml"/><Relationship Id="rId23" Type="http://schemas.openxmlformats.org/officeDocument/2006/relationships/tags" Target="../tags/tag2330.xml"/><Relationship Id="rId22" Type="http://schemas.openxmlformats.org/officeDocument/2006/relationships/tags" Target="../tags/tag2329.xml"/><Relationship Id="rId21" Type="http://schemas.openxmlformats.org/officeDocument/2006/relationships/image" Target="../media/image1.png"/><Relationship Id="rId20" Type="http://schemas.openxmlformats.org/officeDocument/2006/relationships/tags" Target="../tags/tag2328.xml"/><Relationship Id="rId2" Type="http://schemas.openxmlformats.org/officeDocument/2006/relationships/tags" Target="../tags/tag2310.xml"/><Relationship Id="rId19" Type="http://schemas.openxmlformats.org/officeDocument/2006/relationships/tags" Target="../tags/tag2327.xml"/><Relationship Id="rId18" Type="http://schemas.openxmlformats.org/officeDocument/2006/relationships/tags" Target="../tags/tag2326.xml"/><Relationship Id="rId17" Type="http://schemas.openxmlformats.org/officeDocument/2006/relationships/tags" Target="../tags/tag2325.xml"/><Relationship Id="rId16" Type="http://schemas.openxmlformats.org/officeDocument/2006/relationships/tags" Target="../tags/tag2324.xml"/><Relationship Id="rId15" Type="http://schemas.openxmlformats.org/officeDocument/2006/relationships/tags" Target="../tags/tag2323.xml"/><Relationship Id="rId14" Type="http://schemas.openxmlformats.org/officeDocument/2006/relationships/tags" Target="../tags/tag2322.xml"/><Relationship Id="rId13" Type="http://schemas.openxmlformats.org/officeDocument/2006/relationships/tags" Target="../tags/tag2321.xml"/><Relationship Id="rId12" Type="http://schemas.openxmlformats.org/officeDocument/2006/relationships/tags" Target="../tags/tag2320.xml"/><Relationship Id="rId11" Type="http://schemas.openxmlformats.org/officeDocument/2006/relationships/tags" Target="../tags/tag2319.xml"/><Relationship Id="rId10" Type="http://schemas.openxmlformats.org/officeDocument/2006/relationships/tags" Target="../tags/tag2318.xml"/><Relationship Id="rId1" Type="http://schemas.openxmlformats.org/officeDocument/2006/relationships/tags" Target="../tags/tag2309.xml"/></Relationships>
</file>

<file path=ppt/slides/_rels/slide110.xml.rels><?xml version="1.0" encoding="UTF-8" standalone="yes"?>
<Relationships xmlns="http://schemas.openxmlformats.org/package/2006/relationships"><Relationship Id="rId9" Type="http://schemas.openxmlformats.org/officeDocument/2006/relationships/tags" Target="../tags/tag2342.xml"/><Relationship Id="rId8" Type="http://schemas.openxmlformats.org/officeDocument/2006/relationships/tags" Target="../tags/tag2341.xml"/><Relationship Id="rId7" Type="http://schemas.openxmlformats.org/officeDocument/2006/relationships/tags" Target="../tags/tag2340.xml"/><Relationship Id="rId6" Type="http://schemas.openxmlformats.org/officeDocument/2006/relationships/tags" Target="../tags/tag2339.xml"/><Relationship Id="rId5" Type="http://schemas.openxmlformats.org/officeDocument/2006/relationships/tags" Target="../tags/tag2338.xml"/><Relationship Id="rId4" Type="http://schemas.openxmlformats.org/officeDocument/2006/relationships/tags" Target="../tags/tag2337.xml"/><Relationship Id="rId3" Type="http://schemas.openxmlformats.org/officeDocument/2006/relationships/tags" Target="../tags/tag23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358.xml"/><Relationship Id="rId25" Type="http://schemas.openxmlformats.org/officeDocument/2006/relationships/tags" Target="../tags/tag2357.xml"/><Relationship Id="rId24" Type="http://schemas.openxmlformats.org/officeDocument/2006/relationships/tags" Target="../tags/tag2356.xml"/><Relationship Id="rId23" Type="http://schemas.openxmlformats.org/officeDocument/2006/relationships/tags" Target="../tags/tag2355.xml"/><Relationship Id="rId22" Type="http://schemas.openxmlformats.org/officeDocument/2006/relationships/tags" Target="../tags/tag2354.xml"/><Relationship Id="rId21" Type="http://schemas.openxmlformats.org/officeDocument/2006/relationships/image" Target="../media/image1.png"/><Relationship Id="rId20" Type="http://schemas.openxmlformats.org/officeDocument/2006/relationships/tags" Target="../tags/tag2353.xml"/><Relationship Id="rId2" Type="http://schemas.openxmlformats.org/officeDocument/2006/relationships/tags" Target="../tags/tag2335.xml"/><Relationship Id="rId19" Type="http://schemas.openxmlformats.org/officeDocument/2006/relationships/tags" Target="../tags/tag2352.xml"/><Relationship Id="rId18" Type="http://schemas.openxmlformats.org/officeDocument/2006/relationships/tags" Target="../tags/tag2351.xml"/><Relationship Id="rId17" Type="http://schemas.openxmlformats.org/officeDocument/2006/relationships/tags" Target="../tags/tag2350.xml"/><Relationship Id="rId16" Type="http://schemas.openxmlformats.org/officeDocument/2006/relationships/tags" Target="../tags/tag2349.xml"/><Relationship Id="rId15" Type="http://schemas.openxmlformats.org/officeDocument/2006/relationships/tags" Target="../tags/tag2348.xml"/><Relationship Id="rId14" Type="http://schemas.openxmlformats.org/officeDocument/2006/relationships/tags" Target="../tags/tag2347.xml"/><Relationship Id="rId13" Type="http://schemas.openxmlformats.org/officeDocument/2006/relationships/tags" Target="../tags/tag2346.xml"/><Relationship Id="rId12" Type="http://schemas.openxmlformats.org/officeDocument/2006/relationships/tags" Target="../tags/tag2345.xml"/><Relationship Id="rId11" Type="http://schemas.openxmlformats.org/officeDocument/2006/relationships/tags" Target="../tags/tag2344.xml"/><Relationship Id="rId10" Type="http://schemas.openxmlformats.org/officeDocument/2006/relationships/tags" Target="../tags/tag2343.xml"/><Relationship Id="rId1" Type="http://schemas.openxmlformats.org/officeDocument/2006/relationships/tags" Target="../tags/tag2334.xml"/></Relationships>
</file>

<file path=ppt/slides/_rels/slide111.xml.rels><?xml version="1.0" encoding="UTF-8" standalone="yes"?>
<Relationships xmlns="http://schemas.openxmlformats.org/package/2006/relationships"><Relationship Id="rId9" Type="http://schemas.openxmlformats.org/officeDocument/2006/relationships/tags" Target="../tags/tag2367.xml"/><Relationship Id="rId8" Type="http://schemas.openxmlformats.org/officeDocument/2006/relationships/tags" Target="../tags/tag2366.xml"/><Relationship Id="rId7" Type="http://schemas.openxmlformats.org/officeDocument/2006/relationships/tags" Target="../tags/tag2365.xml"/><Relationship Id="rId6" Type="http://schemas.openxmlformats.org/officeDocument/2006/relationships/tags" Target="../tags/tag2364.xml"/><Relationship Id="rId5" Type="http://schemas.openxmlformats.org/officeDocument/2006/relationships/tags" Target="../tags/tag2363.xml"/><Relationship Id="rId4" Type="http://schemas.openxmlformats.org/officeDocument/2006/relationships/tags" Target="../tags/tag2362.xml"/><Relationship Id="rId3" Type="http://schemas.openxmlformats.org/officeDocument/2006/relationships/tags" Target="../tags/tag23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383.xml"/><Relationship Id="rId25" Type="http://schemas.openxmlformats.org/officeDocument/2006/relationships/tags" Target="../tags/tag2382.xml"/><Relationship Id="rId24" Type="http://schemas.openxmlformats.org/officeDocument/2006/relationships/tags" Target="../tags/tag2381.xml"/><Relationship Id="rId23" Type="http://schemas.openxmlformats.org/officeDocument/2006/relationships/tags" Target="../tags/tag2380.xml"/><Relationship Id="rId22" Type="http://schemas.openxmlformats.org/officeDocument/2006/relationships/tags" Target="../tags/tag2379.xml"/><Relationship Id="rId21" Type="http://schemas.openxmlformats.org/officeDocument/2006/relationships/image" Target="../media/image1.png"/><Relationship Id="rId20" Type="http://schemas.openxmlformats.org/officeDocument/2006/relationships/tags" Target="../tags/tag2378.xml"/><Relationship Id="rId2" Type="http://schemas.openxmlformats.org/officeDocument/2006/relationships/tags" Target="../tags/tag2360.xml"/><Relationship Id="rId19" Type="http://schemas.openxmlformats.org/officeDocument/2006/relationships/tags" Target="../tags/tag2377.xml"/><Relationship Id="rId18" Type="http://schemas.openxmlformats.org/officeDocument/2006/relationships/tags" Target="../tags/tag2376.xml"/><Relationship Id="rId17" Type="http://schemas.openxmlformats.org/officeDocument/2006/relationships/tags" Target="../tags/tag2375.xml"/><Relationship Id="rId16" Type="http://schemas.openxmlformats.org/officeDocument/2006/relationships/tags" Target="../tags/tag2374.xml"/><Relationship Id="rId15" Type="http://schemas.openxmlformats.org/officeDocument/2006/relationships/tags" Target="../tags/tag2373.xml"/><Relationship Id="rId14" Type="http://schemas.openxmlformats.org/officeDocument/2006/relationships/tags" Target="../tags/tag2372.xml"/><Relationship Id="rId13" Type="http://schemas.openxmlformats.org/officeDocument/2006/relationships/tags" Target="../tags/tag2371.xml"/><Relationship Id="rId12" Type="http://schemas.openxmlformats.org/officeDocument/2006/relationships/tags" Target="../tags/tag2370.xml"/><Relationship Id="rId11" Type="http://schemas.openxmlformats.org/officeDocument/2006/relationships/tags" Target="../tags/tag2369.xml"/><Relationship Id="rId10" Type="http://schemas.openxmlformats.org/officeDocument/2006/relationships/tags" Target="../tags/tag2368.xml"/><Relationship Id="rId1" Type="http://schemas.openxmlformats.org/officeDocument/2006/relationships/tags" Target="../tags/tag2359.xml"/></Relationships>
</file>

<file path=ppt/slides/_rels/slide112.xml.rels><?xml version="1.0" encoding="UTF-8" standalone="yes"?>
<Relationships xmlns="http://schemas.openxmlformats.org/package/2006/relationships"><Relationship Id="rId9" Type="http://schemas.openxmlformats.org/officeDocument/2006/relationships/tags" Target="../tags/tag2392.xml"/><Relationship Id="rId8" Type="http://schemas.openxmlformats.org/officeDocument/2006/relationships/tags" Target="../tags/tag2391.xml"/><Relationship Id="rId7" Type="http://schemas.openxmlformats.org/officeDocument/2006/relationships/tags" Target="../tags/tag2390.xml"/><Relationship Id="rId6" Type="http://schemas.openxmlformats.org/officeDocument/2006/relationships/tags" Target="../tags/tag2389.xml"/><Relationship Id="rId5" Type="http://schemas.openxmlformats.org/officeDocument/2006/relationships/tags" Target="../tags/tag2388.xml"/><Relationship Id="rId4" Type="http://schemas.openxmlformats.org/officeDocument/2006/relationships/tags" Target="../tags/tag2387.xml"/><Relationship Id="rId3" Type="http://schemas.openxmlformats.org/officeDocument/2006/relationships/tags" Target="../tags/tag23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408.xml"/><Relationship Id="rId25" Type="http://schemas.openxmlformats.org/officeDocument/2006/relationships/tags" Target="../tags/tag2407.xml"/><Relationship Id="rId24" Type="http://schemas.openxmlformats.org/officeDocument/2006/relationships/tags" Target="../tags/tag2406.xml"/><Relationship Id="rId23" Type="http://schemas.openxmlformats.org/officeDocument/2006/relationships/tags" Target="../tags/tag2405.xml"/><Relationship Id="rId22" Type="http://schemas.openxmlformats.org/officeDocument/2006/relationships/tags" Target="../tags/tag2404.xml"/><Relationship Id="rId21" Type="http://schemas.openxmlformats.org/officeDocument/2006/relationships/image" Target="../media/image1.png"/><Relationship Id="rId20" Type="http://schemas.openxmlformats.org/officeDocument/2006/relationships/tags" Target="../tags/tag2403.xml"/><Relationship Id="rId2" Type="http://schemas.openxmlformats.org/officeDocument/2006/relationships/tags" Target="../tags/tag2385.xml"/><Relationship Id="rId19" Type="http://schemas.openxmlformats.org/officeDocument/2006/relationships/tags" Target="../tags/tag2402.xml"/><Relationship Id="rId18" Type="http://schemas.openxmlformats.org/officeDocument/2006/relationships/tags" Target="../tags/tag2401.xml"/><Relationship Id="rId17" Type="http://schemas.openxmlformats.org/officeDocument/2006/relationships/tags" Target="../tags/tag2400.xml"/><Relationship Id="rId16" Type="http://schemas.openxmlformats.org/officeDocument/2006/relationships/tags" Target="../tags/tag2399.xml"/><Relationship Id="rId15" Type="http://schemas.openxmlformats.org/officeDocument/2006/relationships/tags" Target="../tags/tag2398.xml"/><Relationship Id="rId14" Type="http://schemas.openxmlformats.org/officeDocument/2006/relationships/tags" Target="../tags/tag2397.xml"/><Relationship Id="rId13" Type="http://schemas.openxmlformats.org/officeDocument/2006/relationships/tags" Target="../tags/tag2396.xml"/><Relationship Id="rId12" Type="http://schemas.openxmlformats.org/officeDocument/2006/relationships/tags" Target="../tags/tag2395.xml"/><Relationship Id="rId11" Type="http://schemas.openxmlformats.org/officeDocument/2006/relationships/tags" Target="../tags/tag2394.xml"/><Relationship Id="rId10" Type="http://schemas.openxmlformats.org/officeDocument/2006/relationships/tags" Target="../tags/tag2393.xml"/><Relationship Id="rId1" Type="http://schemas.openxmlformats.org/officeDocument/2006/relationships/tags" Target="../tags/tag2384.xml"/></Relationships>
</file>

<file path=ppt/slides/_rels/slide113.xml.rels><?xml version="1.0" encoding="UTF-8" standalone="yes"?>
<Relationships xmlns="http://schemas.openxmlformats.org/package/2006/relationships"><Relationship Id="rId9" Type="http://schemas.openxmlformats.org/officeDocument/2006/relationships/tags" Target="../tags/tag2417.xml"/><Relationship Id="rId8" Type="http://schemas.openxmlformats.org/officeDocument/2006/relationships/tags" Target="../tags/tag2416.xml"/><Relationship Id="rId7" Type="http://schemas.openxmlformats.org/officeDocument/2006/relationships/tags" Target="../tags/tag2415.xml"/><Relationship Id="rId6" Type="http://schemas.openxmlformats.org/officeDocument/2006/relationships/tags" Target="../tags/tag2414.xml"/><Relationship Id="rId5" Type="http://schemas.openxmlformats.org/officeDocument/2006/relationships/tags" Target="../tags/tag2413.xml"/><Relationship Id="rId4" Type="http://schemas.openxmlformats.org/officeDocument/2006/relationships/tags" Target="../tags/tag2412.xml"/><Relationship Id="rId3" Type="http://schemas.openxmlformats.org/officeDocument/2006/relationships/tags" Target="../tags/tag24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433.xml"/><Relationship Id="rId25" Type="http://schemas.openxmlformats.org/officeDocument/2006/relationships/tags" Target="../tags/tag2432.xml"/><Relationship Id="rId24" Type="http://schemas.openxmlformats.org/officeDocument/2006/relationships/tags" Target="../tags/tag2431.xml"/><Relationship Id="rId23" Type="http://schemas.openxmlformats.org/officeDocument/2006/relationships/tags" Target="../tags/tag2430.xml"/><Relationship Id="rId22" Type="http://schemas.openxmlformats.org/officeDocument/2006/relationships/tags" Target="../tags/tag2429.xml"/><Relationship Id="rId21" Type="http://schemas.openxmlformats.org/officeDocument/2006/relationships/image" Target="../media/image1.png"/><Relationship Id="rId20" Type="http://schemas.openxmlformats.org/officeDocument/2006/relationships/tags" Target="../tags/tag2428.xml"/><Relationship Id="rId2" Type="http://schemas.openxmlformats.org/officeDocument/2006/relationships/tags" Target="../tags/tag2410.xml"/><Relationship Id="rId19" Type="http://schemas.openxmlformats.org/officeDocument/2006/relationships/tags" Target="../tags/tag2427.xml"/><Relationship Id="rId18" Type="http://schemas.openxmlformats.org/officeDocument/2006/relationships/tags" Target="../tags/tag2426.xml"/><Relationship Id="rId17" Type="http://schemas.openxmlformats.org/officeDocument/2006/relationships/tags" Target="../tags/tag2425.xml"/><Relationship Id="rId16" Type="http://schemas.openxmlformats.org/officeDocument/2006/relationships/tags" Target="../tags/tag2424.xml"/><Relationship Id="rId15" Type="http://schemas.openxmlformats.org/officeDocument/2006/relationships/tags" Target="../tags/tag2423.xml"/><Relationship Id="rId14" Type="http://schemas.openxmlformats.org/officeDocument/2006/relationships/tags" Target="../tags/tag2422.xml"/><Relationship Id="rId13" Type="http://schemas.openxmlformats.org/officeDocument/2006/relationships/tags" Target="../tags/tag2421.xml"/><Relationship Id="rId12" Type="http://schemas.openxmlformats.org/officeDocument/2006/relationships/tags" Target="../tags/tag2420.xml"/><Relationship Id="rId11" Type="http://schemas.openxmlformats.org/officeDocument/2006/relationships/tags" Target="../tags/tag2419.xml"/><Relationship Id="rId10" Type="http://schemas.openxmlformats.org/officeDocument/2006/relationships/tags" Target="../tags/tag2418.xml"/><Relationship Id="rId1" Type="http://schemas.openxmlformats.org/officeDocument/2006/relationships/tags" Target="../tags/tag2409.xml"/></Relationships>
</file>

<file path=ppt/slides/_rels/slide114.xml.rels><?xml version="1.0" encoding="UTF-8" standalone="yes"?>
<Relationships xmlns="http://schemas.openxmlformats.org/package/2006/relationships"><Relationship Id="rId9" Type="http://schemas.openxmlformats.org/officeDocument/2006/relationships/tags" Target="../tags/tag2442.xml"/><Relationship Id="rId8" Type="http://schemas.openxmlformats.org/officeDocument/2006/relationships/tags" Target="../tags/tag2441.xml"/><Relationship Id="rId7" Type="http://schemas.openxmlformats.org/officeDocument/2006/relationships/tags" Target="../tags/tag2440.xml"/><Relationship Id="rId6" Type="http://schemas.openxmlformats.org/officeDocument/2006/relationships/tags" Target="../tags/tag2439.xml"/><Relationship Id="rId5" Type="http://schemas.openxmlformats.org/officeDocument/2006/relationships/tags" Target="../tags/tag2438.xml"/><Relationship Id="rId4" Type="http://schemas.openxmlformats.org/officeDocument/2006/relationships/tags" Target="../tags/tag2437.xml"/><Relationship Id="rId3" Type="http://schemas.openxmlformats.org/officeDocument/2006/relationships/tags" Target="../tags/tag24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458.xml"/><Relationship Id="rId25" Type="http://schemas.openxmlformats.org/officeDocument/2006/relationships/tags" Target="../tags/tag2457.xml"/><Relationship Id="rId24" Type="http://schemas.openxmlformats.org/officeDocument/2006/relationships/tags" Target="../tags/tag2456.xml"/><Relationship Id="rId23" Type="http://schemas.openxmlformats.org/officeDocument/2006/relationships/tags" Target="../tags/tag2455.xml"/><Relationship Id="rId22" Type="http://schemas.openxmlformats.org/officeDocument/2006/relationships/tags" Target="../tags/tag2454.xml"/><Relationship Id="rId21" Type="http://schemas.openxmlformats.org/officeDocument/2006/relationships/image" Target="../media/image1.png"/><Relationship Id="rId20" Type="http://schemas.openxmlformats.org/officeDocument/2006/relationships/tags" Target="../tags/tag2453.xml"/><Relationship Id="rId2" Type="http://schemas.openxmlformats.org/officeDocument/2006/relationships/tags" Target="../tags/tag2435.xml"/><Relationship Id="rId19" Type="http://schemas.openxmlformats.org/officeDocument/2006/relationships/tags" Target="../tags/tag2452.xml"/><Relationship Id="rId18" Type="http://schemas.openxmlformats.org/officeDocument/2006/relationships/tags" Target="../tags/tag2451.xml"/><Relationship Id="rId17" Type="http://schemas.openxmlformats.org/officeDocument/2006/relationships/tags" Target="../tags/tag2450.xml"/><Relationship Id="rId16" Type="http://schemas.openxmlformats.org/officeDocument/2006/relationships/tags" Target="../tags/tag2449.xml"/><Relationship Id="rId15" Type="http://schemas.openxmlformats.org/officeDocument/2006/relationships/tags" Target="../tags/tag2448.xml"/><Relationship Id="rId14" Type="http://schemas.openxmlformats.org/officeDocument/2006/relationships/tags" Target="../tags/tag2447.xml"/><Relationship Id="rId13" Type="http://schemas.openxmlformats.org/officeDocument/2006/relationships/tags" Target="../tags/tag2446.xml"/><Relationship Id="rId12" Type="http://schemas.openxmlformats.org/officeDocument/2006/relationships/tags" Target="../tags/tag2445.xml"/><Relationship Id="rId11" Type="http://schemas.openxmlformats.org/officeDocument/2006/relationships/tags" Target="../tags/tag2444.xml"/><Relationship Id="rId10" Type="http://schemas.openxmlformats.org/officeDocument/2006/relationships/tags" Target="../tags/tag2443.xml"/><Relationship Id="rId1" Type="http://schemas.openxmlformats.org/officeDocument/2006/relationships/tags" Target="../tags/tag2434.xml"/></Relationships>
</file>

<file path=ppt/slides/_rels/slide115.xml.rels><?xml version="1.0" encoding="UTF-8" standalone="yes"?>
<Relationships xmlns="http://schemas.openxmlformats.org/package/2006/relationships"><Relationship Id="rId9" Type="http://schemas.openxmlformats.org/officeDocument/2006/relationships/tags" Target="../tags/tag2467.xml"/><Relationship Id="rId8" Type="http://schemas.openxmlformats.org/officeDocument/2006/relationships/tags" Target="../tags/tag2466.xml"/><Relationship Id="rId7" Type="http://schemas.openxmlformats.org/officeDocument/2006/relationships/tags" Target="../tags/tag2465.xml"/><Relationship Id="rId6" Type="http://schemas.openxmlformats.org/officeDocument/2006/relationships/tags" Target="../tags/tag2464.xml"/><Relationship Id="rId5" Type="http://schemas.openxmlformats.org/officeDocument/2006/relationships/tags" Target="../tags/tag2463.xml"/><Relationship Id="rId4" Type="http://schemas.openxmlformats.org/officeDocument/2006/relationships/tags" Target="../tags/tag2462.xml"/><Relationship Id="rId3" Type="http://schemas.openxmlformats.org/officeDocument/2006/relationships/tags" Target="../tags/tag24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483.xml"/><Relationship Id="rId25" Type="http://schemas.openxmlformats.org/officeDocument/2006/relationships/tags" Target="../tags/tag2482.xml"/><Relationship Id="rId24" Type="http://schemas.openxmlformats.org/officeDocument/2006/relationships/tags" Target="../tags/tag2481.xml"/><Relationship Id="rId23" Type="http://schemas.openxmlformats.org/officeDocument/2006/relationships/tags" Target="../tags/tag2480.xml"/><Relationship Id="rId22" Type="http://schemas.openxmlformats.org/officeDocument/2006/relationships/tags" Target="../tags/tag2479.xml"/><Relationship Id="rId21" Type="http://schemas.openxmlformats.org/officeDocument/2006/relationships/image" Target="../media/image1.png"/><Relationship Id="rId20" Type="http://schemas.openxmlformats.org/officeDocument/2006/relationships/tags" Target="../tags/tag2478.xml"/><Relationship Id="rId2" Type="http://schemas.openxmlformats.org/officeDocument/2006/relationships/tags" Target="../tags/tag2460.xml"/><Relationship Id="rId19" Type="http://schemas.openxmlformats.org/officeDocument/2006/relationships/tags" Target="../tags/tag2477.xml"/><Relationship Id="rId18" Type="http://schemas.openxmlformats.org/officeDocument/2006/relationships/tags" Target="../tags/tag2476.xml"/><Relationship Id="rId17" Type="http://schemas.openxmlformats.org/officeDocument/2006/relationships/tags" Target="../tags/tag2475.xml"/><Relationship Id="rId16" Type="http://schemas.openxmlformats.org/officeDocument/2006/relationships/tags" Target="../tags/tag2474.xml"/><Relationship Id="rId15" Type="http://schemas.openxmlformats.org/officeDocument/2006/relationships/tags" Target="../tags/tag2473.xml"/><Relationship Id="rId14" Type="http://schemas.openxmlformats.org/officeDocument/2006/relationships/tags" Target="../tags/tag2472.xml"/><Relationship Id="rId13" Type="http://schemas.openxmlformats.org/officeDocument/2006/relationships/tags" Target="../tags/tag2471.xml"/><Relationship Id="rId12" Type="http://schemas.openxmlformats.org/officeDocument/2006/relationships/tags" Target="../tags/tag2470.xml"/><Relationship Id="rId11" Type="http://schemas.openxmlformats.org/officeDocument/2006/relationships/tags" Target="../tags/tag2469.xml"/><Relationship Id="rId10" Type="http://schemas.openxmlformats.org/officeDocument/2006/relationships/tags" Target="../tags/tag2468.xml"/><Relationship Id="rId1" Type="http://schemas.openxmlformats.org/officeDocument/2006/relationships/tags" Target="../tags/tag2459.xml"/></Relationships>
</file>

<file path=ppt/slides/_rels/slide116.xml.rels><?xml version="1.0" encoding="UTF-8" standalone="yes"?>
<Relationships xmlns="http://schemas.openxmlformats.org/package/2006/relationships"><Relationship Id="rId9" Type="http://schemas.openxmlformats.org/officeDocument/2006/relationships/tags" Target="../tags/tag2492.xml"/><Relationship Id="rId8" Type="http://schemas.openxmlformats.org/officeDocument/2006/relationships/tags" Target="../tags/tag2491.xml"/><Relationship Id="rId7" Type="http://schemas.openxmlformats.org/officeDocument/2006/relationships/tags" Target="../tags/tag2490.xml"/><Relationship Id="rId6" Type="http://schemas.openxmlformats.org/officeDocument/2006/relationships/tags" Target="../tags/tag2489.xml"/><Relationship Id="rId5" Type="http://schemas.openxmlformats.org/officeDocument/2006/relationships/tags" Target="../tags/tag2488.xml"/><Relationship Id="rId4" Type="http://schemas.openxmlformats.org/officeDocument/2006/relationships/tags" Target="../tags/tag2487.xml"/><Relationship Id="rId3" Type="http://schemas.openxmlformats.org/officeDocument/2006/relationships/tags" Target="../tags/tag24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508.xml"/><Relationship Id="rId25" Type="http://schemas.openxmlformats.org/officeDocument/2006/relationships/tags" Target="../tags/tag2507.xml"/><Relationship Id="rId24" Type="http://schemas.openxmlformats.org/officeDocument/2006/relationships/tags" Target="../tags/tag2506.xml"/><Relationship Id="rId23" Type="http://schemas.openxmlformats.org/officeDocument/2006/relationships/tags" Target="../tags/tag2505.xml"/><Relationship Id="rId22" Type="http://schemas.openxmlformats.org/officeDocument/2006/relationships/tags" Target="../tags/tag2504.xml"/><Relationship Id="rId21" Type="http://schemas.openxmlformats.org/officeDocument/2006/relationships/image" Target="../media/image1.png"/><Relationship Id="rId20" Type="http://schemas.openxmlformats.org/officeDocument/2006/relationships/tags" Target="../tags/tag2503.xml"/><Relationship Id="rId2" Type="http://schemas.openxmlformats.org/officeDocument/2006/relationships/tags" Target="../tags/tag2485.xml"/><Relationship Id="rId19" Type="http://schemas.openxmlformats.org/officeDocument/2006/relationships/tags" Target="../tags/tag2502.xml"/><Relationship Id="rId18" Type="http://schemas.openxmlformats.org/officeDocument/2006/relationships/tags" Target="../tags/tag2501.xml"/><Relationship Id="rId17" Type="http://schemas.openxmlformats.org/officeDocument/2006/relationships/tags" Target="../tags/tag2500.xml"/><Relationship Id="rId16" Type="http://schemas.openxmlformats.org/officeDocument/2006/relationships/tags" Target="../tags/tag2499.xml"/><Relationship Id="rId15" Type="http://schemas.openxmlformats.org/officeDocument/2006/relationships/tags" Target="../tags/tag2498.xml"/><Relationship Id="rId14" Type="http://schemas.openxmlformats.org/officeDocument/2006/relationships/tags" Target="../tags/tag2497.xml"/><Relationship Id="rId13" Type="http://schemas.openxmlformats.org/officeDocument/2006/relationships/tags" Target="../tags/tag2496.xml"/><Relationship Id="rId12" Type="http://schemas.openxmlformats.org/officeDocument/2006/relationships/tags" Target="../tags/tag2495.xml"/><Relationship Id="rId11" Type="http://schemas.openxmlformats.org/officeDocument/2006/relationships/tags" Target="../tags/tag2494.xml"/><Relationship Id="rId10" Type="http://schemas.openxmlformats.org/officeDocument/2006/relationships/tags" Target="../tags/tag2493.xml"/><Relationship Id="rId1" Type="http://schemas.openxmlformats.org/officeDocument/2006/relationships/tags" Target="../tags/tag2484.xml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tags" Target="../tags/tag2517.xml"/><Relationship Id="rId8" Type="http://schemas.openxmlformats.org/officeDocument/2006/relationships/tags" Target="../tags/tag2516.xml"/><Relationship Id="rId7" Type="http://schemas.openxmlformats.org/officeDocument/2006/relationships/tags" Target="../tags/tag2515.xml"/><Relationship Id="rId6" Type="http://schemas.openxmlformats.org/officeDocument/2006/relationships/tags" Target="../tags/tag2514.xml"/><Relationship Id="rId5" Type="http://schemas.openxmlformats.org/officeDocument/2006/relationships/tags" Target="../tags/tag2513.xml"/><Relationship Id="rId4" Type="http://schemas.openxmlformats.org/officeDocument/2006/relationships/tags" Target="../tags/tag2512.xml"/><Relationship Id="rId3" Type="http://schemas.openxmlformats.org/officeDocument/2006/relationships/tags" Target="../tags/tag25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533.xml"/><Relationship Id="rId25" Type="http://schemas.openxmlformats.org/officeDocument/2006/relationships/tags" Target="../tags/tag2532.xml"/><Relationship Id="rId24" Type="http://schemas.openxmlformats.org/officeDocument/2006/relationships/tags" Target="../tags/tag2531.xml"/><Relationship Id="rId23" Type="http://schemas.openxmlformats.org/officeDocument/2006/relationships/tags" Target="../tags/tag2530.xml"/><Relationship Id="rId22" Type="http://schemas.openxmlformats.org/officeDocument/2006/relationships/tags" Target="../tags/tag2529.xml"/><Relationship Id="rId21" Type="http://schemas.openxmlformats.org/officeDocument/2006/relationships/image" Target="../media/image1.png"/><Relationship Id="rId20" Type="http://schemas.openxmlformats.org/officeDocument/2006/relationships/tags" Target="../tags/tag2528.xml"/><Relationship Id="rId2" Type="http://schemas.openxmlformats.org/officeDocument/2006/relationships/tags" Target="../tags/tag2510.xml"/><Relationship Id="rId19" Type="http://schemas.openxmlformats.org/officeDocument/2006/relationships/tags" Target="../tags/tag2527.xml"/><Relationship Id="rId18" Type="http://schemas.openxmlformats.org/officeDocument/2006/relationships/tags" Target="../tags/tag2526.xml"/><Relationship Id="rId17" Type="http://schemas.openxmlformats.org/officeDocument/2006/relationships/tags" Target="../tags/tag2525.xml"/><Relationship Id="rId16" Type="http://schemas.openxmlformats.org/officeDocument/2006/relationships/tags" Target="../tags/tag2524.xml"/><Relationship Id="rId15" Type="http://schemas.openxmlformats.org/officeDocument/2006/relationships/tags" Target="../tags/tag2523.xml"/><Relationship Id="rId14" Type="http://schemas.openxmlformats.org/officeDocument/2006/relationships/tags" Target="../tags/tag2522.xml"/><Relationship Id="rId13" Type="http://schemas.openxmlformats.org/officeDocument/2006/relationships/tags" Target="../tags/tag2521.xml"/><Relationship Id="rId12" Type="http://schemas.openxmlformats.org/officeDocument/2006/relationships/tags" Target="../tags/tag2520.xml"/><Relationship Id="rId11" Type="http://schemas.openxmlformats.org/officeDocument/2006/relationships/tags" Target="../tags/tag2519.xml"/><Relationship Id="rId10" Type="http://schemas.openxmlformats.org/officeDocument/2006/relationships/tags" Target="../tags/tag2518.xml"/><Relationship Id="rId1" Type="http://schemas.openxmlformats.org/officeDocument/2006/relationships/tags" Target="../tags/tag2509.xml"/></Relationships>
</file>

<file path=ppt/slides/_rels/slide118.xml.rels><?xml version="1.0" encoding="UTF-8" standalone="yes"?>
<Relationships xmlns="http://schemas.openxmlformats.org/package/2006/relationships"><Relationship Id="rId9" Type="http://schemas.openxmlformats.org/officeDocument/2006/relationships/tags" Target="../tags/tag2542.xml"/><Relationship Id="rId8" Type="http://schemas.openxmlformats.org/officeDocument/2006/relationships/tags" Target="../tags/tag2541.xml"/><Relationship Id="rId7" Type="http://schemas.openxmlformats.org/officeDocument/2006/relationships/tags" Target="../tags/tag2540.xml"/><Relationship Id="rId6" Type="http://schemas.openxmlformats.org/officeDocument/2006/relationships/tags" Target="../tags/tag2539.xml"/><Relationship Id="rId5" Type="http://schemas.openxmlformats.org/officeDocument/2006/relationships/tags" Target="../tags/tag2538.xml"/><Relationship Id="rId4" Type="http://schemas.openxmlformats.org/officeDocument/2006/relationships/tags" Target="../tags/tag2537.xml"/><Relationship Id="rId3" Type="http://schemas.openxmlformats.org/officeDocument/2006/relationships/tags" Target="../tags/tag25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558.xml"/><Relationship Id="rId25" Type="http://schemas.openxmlformats.org/officeDocument/2006/relationships/tags" Target="../tags/tag2557.xml"/><Relationship Id="rId24" Type="http://schemas.openxmlformats.org/officeDocument/2006/relationships/tags" Target="../tags/tag2556.xml"/><Relationship Id="rId23" Type="http://schemas.openxmlformats.org/officeDocument/2006/relationships/tags" Target="../tags/tag2555.xml"/><Relationship Id="rId22" Type="http://schemas.openxmlformats.org/officeDocument/2006/relationships/tags" Target="../tags/tag2554.xml"/><Relationship Id="rId21" Type="http://schemas.openxmlformats.org/officeDocument/2006/relationships/image" Target="../media/image1.png"/><Relationship Id="rId20" Type="http://schemas.openxmlformats.org/officeDocument/2006/relationships/tags" Target="../tags/tag2553.xml"/><Relationship Id="rId2" Type="http://schemas.openxmlformats.org/officeDocument/2006/relationships/tags" Target="../tags/tag2535.xml"/><Relationship Id="rId19" Type="http://schemas.openxmlformats.org/officeDocument/2006/relationships/tags" Target="../tags/tag2552.xml"/><Relationship Id="rId18" Type="http://schemas.openxmlformats.org/officeDocument/2006/relationships/tags" Target="../tags/tag2551.xml"/><Relationship Id="rId17" Type="http://schemas.openxmlformats.org/officeDocument/2006/relationships/tags" Target="../tags/tag2550.xml"/><Relationship Id="rId16" Type="http://schemas.openxmlformats.org/officeDocument/2006/relationships/tags" Target="../tags/tag2549.xml"/><Relationship Id="rId15" Type="http://schemas.openxmlformats.org/officeDocument/2006/relationships/tags" Target="../tags/tag2548.xml"/><Relationship Id="rId14" Type="http://schemas.openxmlformats.org/officeDocument/2006/relationships/tags" Target="../tags/tag2547.xml"/><Relationship Id="rId13" Type="http://schemas.openxmlformats.org/officeDocument/2006/relationships/tags" Target="../tags/tag2546.xml"/><Relationship Id="rId12" Type="http://schemas.openxmlformats.org/officeDocument/2006/relationships/tags" Target="../tags/tag2545.xml"/><Relationship Id="rId11" Type="http://schemas.openxmlformats.org/officeDocument/2006/relationships/tags" Target="../tags/tag2544.xml"/><Relationship Id="rId10" Type="http://schemas.openxmlformats.org/officeDocument/2006/relationships/tags" Target="../tags/tag2543.xml"/><Relationship Id="rId1" Type="http://schemas.openxmlformats.org/officeDocument/2006/relationships/tags" Target="../tags/tag2534.xml"/></Relationships>
</file>

<file path=ppt/slides/_rels/slide119.xml.rels><?xml version="1.0" encoding="UTF-8" standalone="yes"?>
<Relationships xmlns="http://schemas.openxmlformats.org/package/2006/relationships"><Relationship Id="rId9" Type="http://schemas.openxmlformats.org/officeDocument/2006/relationships/tags" Target="../tags/tag2567.xml"/><Relationship Id="rId8" Type="http://schemas.openxmlformats.org/officeDocument/2006/relationships/tags" Target="../tags/tag2566.xml"/><Relationship Id="rId7" Type="http://schemas.openxmlformats.org/officeDocument/2006/relationships/tags" Target="../tags/tag2565.xml"/><Relationship Id="rId6" Type="http://schemas.openxmlformats.org/officeDocument/2006/relationships/tags" Target="../tags/tag2564.xml"/><Relationship Id="rId5" Type="http://schemas.openxmlformats.org/officeDocument/2006/relationships/tags" Target="../tags/tag2563.xml"/><Relationship Id="rId4" Type="http://schemas.openxmlformats.org/officeDocument/2006/relationships/tags" Target="../tags/tag2562.xml"/><Relationship Id="rId3" Type="http://schemas.openxmlformats.org/officeDocument/2006/relationships/tags" Target="../tags/tag25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583.xml"/><Relationship Id="rId25" Type="http://schemas.openxmlformats.org/officeDocument/2006/relationships/tags" Target="../tags/tag2582.xml"/><Relationship Id="rId24" Type="http://schemas.openxmlformats.org/officeDocument/2006/relationships/tags" Target="../tags/tag2581.xml"/><Relationship Id="rId23" Type="http://schemas.openxmlformats.org/officeDocument/2006/relationships/tags" Target="../tags/tag2580.xml"/><Relationship Id="rId22" Type="http://schemas.openxmlformats.org/officeDocument/2006/relationships/tags" Target="../tags/tag2579.xml"/><Relationship Id="rId21" Type="http://schemas.openxmlformats.org/officeDocument/2006/relationships/image" Target="../media/image1.png"/><Relationship Id="rId20" Type="http://schemas.openxmlformats.org/officeDocument/2006/relationships/tags" Target="../tags/tag2578.xml"/><Relationship Id="rId2" Type="http://schemas.openxmlformats.org/officeDocument/2006/relationships/tags" Target="../tags/tag2560.xml"/><Relationship Id="rId19" Type="http://schemas.openxmlformats.org/officeDocument/2006/relationships/tags" Target="../tags/tag2577.xml"/><Relationship Id="rId18" Type="http://schemas.openxmlformats.org/officeDocument/2006/relationships/tags" Target="../tags/tag2576.xml"/><Relationship Id="rId17" Type="http://schemas.openxmlformats.org/officeDocument/2006/relationships/tags" Target="../tags/tag2575.xml"/><Relationship Id="rId16" Type="http://schemas.openxmlformats.org/officeDocument/2006/relationships/tags" Target="../tags/tag2574.xml"/><Relationship Id="rId15" Type="http://schemas.openxmlformats.org/officeDocument/2006/relationships/tags" Target="../tags/tag2573.xml"/><Relationship Id="rId14" Type="http://schemas.openxmlformats.org/officeDocument/2006/relationships/tags" Target="../tags/tag2572.xml"/><Relationship Id="rId13" Type="http://schemas.openxmlformats.org/officeDocument/2006/relationships/tags" Target="../tags/tag2571.xml"/><Relationship Id="rId12" Type="http://schemas.openxmlformats.org/officeDocument/2006/relationships/tags" Target="../tags/tag2570.xml"/><Relationship Id="rId11" Type="http://schemas.openxmlformats.org/officeDocument/2006/relationships/tags" Target="../tags/tag2569.xml"/><Relationship Id="rId10" Type="http://schemas.openxmlformats.org/officeDocument/2006/relationships/tags" Target="../tags/tag2568.xml"/><Relationship Id="rId1" Type="http://schemas.openxmlformats.org/officeDocument/2006/relationships/tags" Target="../tags/tag2559.xml"/></Relationships>
</file>

<file path=ppt/slides/_rels/slide120.xml.rels><?xml version="1.0" encoding="UTF-8" standalone="yes"?>
<Relationships xmlns="http://schemas.openxmlformats.org/package/2006/relationships"><Relationship Id="rId9" Type="http://schemas.openxmlformats.org/officeDocument/2006/relationships/tags" Target="../tags/tag2592.xml"/><Relationship Id="rId8" Type="http://schemas.openxmlformats.org/officeDocument/2006/relationships/tags" Target="../tags/tag2591.xml"/><Relationship Id="rId7" Type="http://schemas.openxmlformats.org/officeDocument/2006/relationships/tags" Target="../tags/tag2590.xml"/><Relationship Id="rId6" Type="http://schemas.openxmlformats.org/officeDocument/2006/relationships/tags" Target="../tags/tag2589.xml"/><Relationship Id="rId5" Type="http://schemas.openxmlformats.org/officeDocument/2006/relationships/tags" Target="../tags/tag2588.xml"/><Relationship Id="rId4" Type="http://schemas.openxmlformats.org/officeDocument/2006/relationships/tags" Target="../tags/tag2587.xml"/><Relationship Id="rId3" Type="http://schemas.openxmlformats.org/officeDocument/2006/relationships/tags" Target="../tags/tag25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608.xml"/><Relationship Id="rId25" Type="http://schemas.openxmlformats.org/officeDocument/2006/relationships/tags" Target="../tags/tag2607.xml"/><Relationship Id="rId24" Type="http://schemas.openxmlformats.org/officeDocument/2006/relationships/tags" Target="../tags/tag2606.xml"/><Relationship Id="rId23" Type="http://schemas.openxmlformats.org/officeDocument/2006/relationships/tags" Target="../tags/tag2605.xml"/><Relationship Id="rId22" Type="http://schemas.openxmlformats.org/officeDocument/2006/relationships/tags" Target="../tags/tag2604.xml"/><Relationship Id="rId21" Type="http://schemas.openxmlformats.org/officeDocument/2006/relationships/image" Target="../media/image1.png"/><Relationship Id="rId20" Type="http://schemas.openxmlformats.org/officeDocument/2006/relationships/tags" Target="../tags/tag2603.xml"/><Relationship Id="rId2" Type="http://schemas.openxmlformats.org/officeDocument/2006/relationships/tags" Target="../tags/tag2585.xml"/><Relationship Id="rId19" Type="http://schemas.openxmlformats.org/officeDocument/2006/relationships/tags" Target="../tags/tag2602.xml"/><Relationship Id="rId18" Type="http://schemas.openxmlformats.org/officeDocument/2006/relationships/tags" Target="../tags/tag2601.xml"/><Relationship Id="rId17" Type="http://schemas.openxmlformats.org/officeDocument/2006/relationships/tags" Target="../tags/tag2600.xml"/><Relationship Id="rId16" Type="http://schemas.openxmlformats.org/officeDocument/2006/relationships/tags" Target="../tags/tag2599.xml"/><Relationship Id="rId15" Type="http://schemas.openxmlformats.org/officeDocument/2006/relationships/tags" Target="../tags/tag2598.xml"/><Relationship Id="rId14" Type="http://schemas.openxmlformats.org/officeDocument/2006/relationships/tags" Target="../tags/tag2597.xml"/><Relationship Id="rId13" Type="http://schemas.openxmlformats.org/officeDocument/2006/relationships/tags" Target="../tags/tag2596.xml"/><Relationship Id="rId12" Type="http://schemas.openxmlformats.org/officeDocument/2006/relationships/tags" Target="../tags/tag2595.xml"/><Relationship Id="rId11" Type="http://schemas.openxmlformats.org/officeDocument/2006/relationships/tags" Target="../tags/tag2594.xml"/><Relationship Id="rId10" Type="http://schemas.openxmlformats.org/officeDocument/2006/relationships/tags" Target="../tags/tag2593.xml"/><Relationship Id="rId1" Type="http://schemas.openxmlformats.org/officeDocument/2006/relationships/tags" Target="../tags/tag2584.xml"/></Relationships>
</file>

<file path=ppt/slides/_rels/slide121.xml.rels><?xml version="1.0" encoding="UTF-8" standalone="yes"?>
<Relationships xmlns="http://schemas.openxmlformats.org/package/2006/relationships"><Relationship Id="rId9" Type="http://schemas.openxmlformats.org/officeDocument/2006/relationships/tags" Target="../tags/tag2617.xml"/><Relationship Id="rId8" Type="http://schemas.openxmlformats.org/officeDocument/2006/relationships/tags" Target="../tags/tag2616.xml"/><Relationship Id="rId7" Type="http://schemas.openxmlformats.org/officeDocument/2006/relationships/tags" Target="../tags/tag2615.xml"/><Relationship Id="rId6" Type="http://schemas.openxmlformats.org/officeDocument/2006/relationships/tags" Target="../tags/tag2614.xml"/><Relationship Id="rId5" Type="http://schemas.openxmlformats.org/officeDocument/2006/relationships/tags" Target="../tags/tag2613.xml"/><Relationship Id="rId4" Type="http://schemas.openxmlformats.org/officeDocument/2006/relationships/tags" Target="../tags/tag2612.xml"/><Relationship Id="rId3" Type="http://schemas.openxmlformats.org/officeDocument/2006/relationships/tags" Target="../tags/tag26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633.xml"/><Relationship Id="rId25" Type="http://schemas.openxmlformats.org/officeDocument/2006/relationships/tags" Target="../tags/tag2632.xml"/><Relationship Id="rId24" Type="http://schemas.openxmlformats.org/officeDocument/2006/relationships/tags" Target="../tags/tag2631.xml"/><Relationship Id="rId23" Type="http://schemas.openxmlformats.org/officeDocument/2006/relationships/tags" Target="../tags/tag2630.xml"/><Relationship Id="rId22" Type="http://schemas.openxmlformats.org/officeDocument/2006/relationships/tags" Target="../tags/tag2629.xml"/><Relationship Id="rId21" Type="http://schemas.openxmlformats.org/officeDocument/2006/relationships/image" Target="../media/image1.png"/><Relationship Id="rId20" Type="http://schemas.openxmlformats.org/officeDocument/2006/relationships/tags" Target="../tags/tag2628.xml"/><Relationship Id="rId2" Type="http://schemas.openxmlformats.org/officeDocument/2006/relationships/tags" Target="../tags/tag2610.xml"/><Relationship Id="rId19" Type="http://schemas.openxmlformats.org/officeDocument/2006/relationships/tags" Target="../tags/tag2627.xml"/><Relationship Id="rId18" Type="http://schemas.openxmlformats.org/officeDocument/2006/relationships/tags" Target="../tags/tag2626.xml"/><Relationship Id="rId17" Type="http://schemas.openxmlformats.org/officeDocument/2006/relationships/tags" Target="../tags/tag2625.xml"/><Relationship Id="rId16" Type="http://schemas.openxmlformats.org/officeDocument/2006/relationships/tags" Target="../tags/tag2624.xml"/><Relationship Id="rId15" Type="http://schemas.openxmlformats.org/officeDocument/2006/relationships/tags" Target="../tags/tag2623.xml"/><Relationship Id="rId14" Type="http://schemas.openxmlformats.org/officeDocument/2006/relationships/tags" Target="../tags/tag2622.xml"/><Relationship Id="rId13" Type="http://schemas.openxmlformats.org/officeDocument/2006/relationships/tags" Target="../tags/tag2621.xml"/><Relationship Id="rId12" Type="http://schemas.openxmlformats.org/officeDocument/2006/relationships/tags" Target="../tags/tag2620.xml"/><Relationship Id="rId11" Type="http://schemas.openxmlformats.org/officeDocument/2006/relationships/tags" Target="../tags/tag2619.xml"/><Relationship Id="rId10" Type="http://schemas.openxmlformats.org/officeDocument/2006/relationships/tags" Target="../tags/tag2618.xml"/><Relationship Id="rId1" Type="http://schemas.openxmlformats.org/officeDocument/2006/relationships/tags" Target="../tags/tag2609.xml"/></Relationships>
</file>

<file path=ppt/slides/_rels/slide122.xml.rels><?xml version="1.0" encoding="UTF-8" standalone="yes"?>
<Relationships xmlns="http://schemas.openxmlformats.org/package/2006/relationships"><Relationship Id="rId9" Type="http://schemas.openxmlformats.org/officeDocument/2006/relationships/tags" Target="../tags/tag2642.xml"/><Relationship Id="rId8" Type="http://schemas.openxmlformats.org/officeDocument/2006/relationships/tags" Target="../tags/tag2641.xml"/><Relationship Id="rId7" Type="http://schemas.openxmlformats.org/officeDocument/2006/relationships/tags" Target="../tags/tag2640.xml"/><Relationship Id="rId6" Type="http://schemas.openxmlformats.org/officeDocument/2006/relationships/tags" Target="../tags/tag2639.xml"/><Relationship Id="rId5" Type="http://schemas.openxmlformats.org/officeDocument/2006/relationships/tags" Target="../tags/tag2638.xml"/><Relationship Id="rId4" Type="http://schemas.openxmlformats.org/officeDocument/2006/relationships/tags" Target="../tags/tag2637.xml"/><Relationship Id="rId3" Type="http://schemas.openxmlformats.org/officeDocument/2006/relationships/tags" Target="../tags/tag26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658.xml"/><Relationship Id="rId25" Type="http://schemas.openxmlformats.org/officeDocument/2006/relationships/tags" Target="../tags/tag2657.xml"/><Relationship Id="rId24" Type="http://schemas.openxmlformats.org/officeDocument/2006/relationships/tags" Target="../tags/tag2656.xml"/><Relationship Id="rId23" Type="http://schemas.openxmlformats.org/officeDocument/2006/relationships/tags" Target="../tags/tag2655.xml"/><Relationship Id="rId22" Type="http://schemas.openxmlformats.org/officeDocument/2006/relationships/tags" Target="../tags/tag2654.xml"/><Relationship Id="rId21" Type="http://schemas.openxmlformats.org/officeDocument/2006/relationships/image" Target="../media/image1.png"/><Relationship Id="rId20" Type="http://schemas.openxmlformats.org/officeDocument/2006/relationships/tags" Target="../tags/tag2653.xml"/><Relationship Id="rId2" Type="http://schemas.openxmlformats.org/officeDocument/2006/relationships/tags" Target="../tags/tag2635.xml"/><Relationship Id="rId19" Type="http://schemas.openxmlformats.org/officeDocument/2006/relationships/tags" Target="../tags/tag2652.xml"/><Relationship Id="rId18" Type="http://schemas.openxmlformats.org/officeDocument/2006/relationships/tags" Target="../tags/tag2651.xml"/><Relationship Id="rId17" Type="http://schemas.openxmlformats.org/officeDocument/2006/relationships/tags" Target="../tags/tag2650.xml"/><Relationship Id="rId16" Type="http://schemas.openxmlformats.org/officeDocument/2006/relationships/tags" Target="../tags/tag2649.xml"/><Relationship Id="rId15" Type="http://schemas.openxmlformats.org/officeDocument/2006/relationships/tags" Target="../tags/tag2648.xml"/><Relationship Id="rId14" Type="http://schemas.openxmlformats.org/officeDocument/2006/relationships/tags" Target="../tags/tag2647.xml"/><Relationship Id="rId13" Type="http://schemas.openxmlformats.org/officeDocument/2006/relationships/tags" Target="../tags/tag2646.xml"/><Relationship Id="rId12" Type="http://schemas.openxmlformats.org/officeDocument/2006/relationships/tags" Target="../tags/tag2645.xml"/><Relationship Id="rId11" Type="http://schemas.openxmlformats.org/officeDocument/2006/relationships/tags" Target="../tags/tag2644.xml"/><Relationship Id="rId10" Type="http://schemas.openxmlformats.org/officeDocument/2006/relationships/tags" Target="../tags/tag2643.xml"/><Relationship Id="rId1" Type="http://schemas.openxmlformats.org/officeDocument/2006/relationships/tags" Target="../tags/tag2634.xml"/></Relationships>
</file>

<file path=ppt/slides/_rels/slide123.xml.rels><?xml version="1.0" encoding="UTF-8" standalone="yes"?>
<Relationships xmlns="http://schemas.openxmlformats.org/package/2006/relationships"><Relationship Id="rId9" Type="http://schemas.openxmlformats.org/officeDocument/2006/relationships/tags" Target="../tags/tag2667.xml"/><Relationship Id="rId8" Type="http://schemas.openxmlformats.org/officeDocument/2006/relationships/tags" Target="../tags/tag2666.xml"/><Relationship Id="rId7" Type="http://schemas.openxmlformats.org/officeDocument/2006/relationships/tags" Target="../tags/tag2665.xml"/><Relationship Id="rId6" Type="http://schemas.openxmlformats.org/officeDocument/2006/relationships/tags" Target="../tags/tag2664.xml"/><Relationship Id="rId5" Type="http://schemas.openxmlformats.org/officeDocument/2006/relationships/tags" Target="../tags/tag2663.xml"/><Relationship Id="rId4" Type="http://schemas.openxmlformats.org/officeDocument/2006/relationships/tags" Target="../tags/tag2662.xml"/><Relationship Id="rId3" Type="http://schemas.openxmlformats.org/officeDocument/2006/relationships/tags" Target="../tags/tag26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683.xml"/><Relationship Id="rId25" Type="http://schemas.openxmlformats.org/officeDocument/2006/relationships/tags" Target="../tags/tag2682.xml"/><Relationship Id="rId24" Type="http://schemas.openxmlformats.org/officeDocument/2006/relationships/tags" Target="../tags/tag2681.xml"/><Relationship Id="rId23" Type="http://schemas.openxmlformats.org/officeDocument/2006/relationships/tags" Target="../tags/tag2680.xml"/><Relationship Id="rId22" Type="http://schemas.openxmlformats.org/officeDocument/2006/relationships/tags" Target="../tags/tag2679.xml"/><Relationship Id="rId21" Type="http://schemas.openxmlformats.org/officeDocument/2006/relationships/image" Target="../media/image1.png"/><Relationship Id="rId20" Type="http://schemas.openxmlformats.org/officeDocument/2006/relationships/tags" Target="../tags/tag2678.xml"/><Relationship Id="rId2" Type="http://schemas.openxmlformats.org/officeDocument/2006/relationships/tags" Target="../tags/tag2660.xml"/><Relationship Id="rId19" Type="http://schemas.openxmlformats.org/officeDocument/2006/relationships/tags" Target="../tags/tag2677.xml"/><Relationship Id="rId18" Type="http://schemas.openxmlformats.org/officeDocument/2006/relationships/tags" Target="../tags/tag2676.xml"/><Relationship Id="rId17" Type="http://schemas.openxmlformats.org/officeDocument/2006/relationships/tags" Target="../tags/tag2675.xml"/><Relationship Id="rId16" Type="http://schemas.openxmlformats.org/officeDocument/2006/relationships/tags" Target="../tags/tag2674.xml"/><Relationship Id="rId15" Type="http://schemas.openxmlformats.org/officeDocument/2006/relationships/tags" Target="../tags/tag2673.xml"/><Relationship Id="rId14" Type="http://schemas.openxmlformats.org/officeDocument/2006/relationships/tags" Target="../tags/tag2672.xml"/><Relationship Id="rId13" Type="http://schemas.openxmlformats.org/officeDocument/2006/relationships/tags" Target="../tags/tag2671.xml"/><Relationship Id="rId12" Type="http://schemas.openxmlformats.org/officeDocument/2006/relationships/tags" Target="../tags/tag2670.xml"/><Relationship Id="rId11" Type="http://schemas.openxmlformats.org/officeDocument/2006/relationships/tags" Target="../tags/tag2669.xml"/><Relationship Id="rId10" Type="http://schemas.openxmlformats.org/officeDocument/2006/relationships/tags" Target="../tags/tag2668.xml"/><Relationship Id="rId1" Type="http://schemas.openxmlformats.org/officeDocument/2006/relationships/tags" Target="../tags/tag2659.xml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tags" Target="../tags/tag2692.xml"/><Relationship Id="rId8" Type="http://schemas.openxmlformats.org/officeDocument/2006/relationships/tags" Target="../tags/tag2691.xml"/><Relationship Id="rId7" Type="http://schemas.openxmlformats.org/officeDocument/2006/relationships/tags" Target="../tags/tag2690.xml"/><Relationship Id="rId6" Type="http://schemas.openxmlformats.org/officeDocument/2006/relationships/tags" Target="../tags/tag2689.xml"/><Relationship Id="rId5" Type="http://schemas.openxmlformats.org/officeDocument/2006/relationships/tags" Target="../tags/tag2688.xml"/><Relationship Id="rId4" Type="http://schemas.openxmlformats.org/officeDocument/2006/relationships/tags" Target="../tags/tag2687.xml"/><Relationship Id="rId3" Type="http://schemas.openxmlformats.org/officeDocument/2006/relationships/tags" Target="../tags/tag26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708.xml"/><Relationship Id="rId25" Type="http://schemas.openxmlformats.org/officeDocument/2006/relationships/tags" Target="../tags/tag2707.xml"/><Relationship Id="rId24" Type="http://schemas.openxmlformats.org/officeDocument/2006/relationships/tags" Target="../tags/tag2706.xml"/><Relationship Id="rId23" Type="http://schemas.openxmlformats.org/officeDocument/2006/relationships/tags" Target="../tags/tag2705.xml"/><Relationship Id="rId22" Type="http://schemas.openxmlformats.org/officeDocument/2006/relationships/tags" Target="../tags/tag2704.xml"/><Relationship Id="rId21" Type="http://schemas.openxmlformats.org/officeDocument/2006/relationships/image" Target="../media/image1.png"/><Relationship Id="rId20" Type="http://schemas.openxmlformats.org/officeDocument/2006/relationships/tags" Target="../tags/tag2703.xml"/><Relationship Id="rId2" Type="http://schemas.openxmlformats.org/officeDocument/2006/relationships/tags" Target="../tags/tag2685.xml"/><Relationship Id="rId19" Type="http://schemas.openxmlformats.org/officeDocument/2006/relationships/tags" Target="../tags/tag2702.xml"/><Relationship Id="rId18" Type="http://schemas.openxmlformats.org/officeDocument/2006/relationships/tags" Target="../tags/tag2701.xml"/><Relationship Id="rId17" Type="http://schemas.openxmlformats.org/officeDocument/2006/relationships/tags" Target="../tags/tag2700.xml"/><Relationship Id="rId16" Type="http://schemas.openxmlformats.org/officeDocument/2006/relationships/tags" Target="../tags/tag2699.xml"/><Relationship Id="rId15" Type="http://schemas.openxmlformats.org/officeDocument/2006/relationships/tags" Target="../tags/tag2698.xml"/><Relationship Id="rId14" Type="http://schemas.openxmlformats.org/officeDocument/2006/relationships/tags" Target="../tags/tag2697.xml"/><Relationship Id="rId13" Type="http://schemas.openxmlformats.org/officeDocument/2006/relationships/tags" Target="../tags/tag2696.xml"/><Relationship Id="rId12" Type="http://schemas.openxmlformats.org/officeDocument/2006/relationships/tags" Target="../tags/tag2695.xml"/><Relationship Id="rId11" Type="http://schemas.openxmlformats.org/officeDocument/2006/relationships/tags" Target="../tags/tag2694.xml"/><Relationship Id="rId10" Type="http://schemas.openxmlformats.org/officeDocument/2006/relationships/tags" Target="../tags/tag2693.xml"/><Relationship Id="rId1" Type="http://schemas.openxmlformats.org/officeDocument/2006/relationships/tags" Target="../tags/tag2684.xml"/></Relationships>
</file>

<file path=ppt/slides/_rels/slide125.xml.rels><?xml version="1.0" encoding="UTF-8" standalone="yes"?>
<Relationships xmlns="http://schemas.openxmlformats.org/package/2006/relationships"><Relationship Id="rId9" Type="http://schemas.openxmlformats.org/officeDocument/2006/relationships/tags" Target="../tags/tag2717.xml"/><Relationship Id="rId8" Type="http://schemas.openxmlformats.org/officeDocument/2006/relationships/tags" Target="../tags/tag2716.xml"/><Relationship Id="rId7" Type="http://schemas.openxmlformats.org/officeDocument/2006/relationships/tags" Target="../tags/tag2715.xml"/><Relationship Id="rId6" Type="http://schemas.openxmlformats.org/officeDocument/2006/relationships/tags" Target="../tags/tag2714.xml"/><Relationship Id="rId5" Type="http://schemas.openxmlformats.org/officeDocument/2006/relationships/tags" Target="../tags/tag2713.xml"/><Relationship Id="rId4" Type="http://schemas.openxmlformats.org/officeDocument/2006/relationships/tags" Target="../tags/tag2712.xml"/><Relationship Id="rId3" Type="http://schemas.openxmlformats.org/officeDocument/2006/relationships/tags" Target="../tags/tag27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733.xml"/><Relationship Id="rId25" Type="http://schemas.openxmlformats.org/officeDocument/2006/relationships/tags" Target="../tags/tag2732.xml"/><Relationship Id="rId24" Type="http://schemas.openxmlformats.org/officeDocument/2006/relationships/tags" Target="../tags/tag2731.xml"/><Relationship Id="rId23" Type="http://schemas.openxmlformats.org/officeDocument/2006/relationships/tags" Target="../tags/tag2730.xml"/><Relationship Id="rId22" Type="http://schemas.openxmlformats.org/officeDocument/2006/relationships/tags" Target="../tags/tag2729.xml"/><Relationship Id="rId21" Type="http://schemas.openxmlformats.org/officeDocument/2006/relationships/image" Target="../media/image1.png"/><Relationship Id="rId20" Type="http://schemas.openxmlformats.org/officeDocument/2006/relationships/tags" Target="../tags/tag2728.xml"/><Relationship Id="rId2" Type="http://schemas.openxmlformats.org/officeDocument/2006/relationships/tags" Target="../tags/tag2710.xml"/><Relationship Id="rId19" Type="http://schemas.openxmlformats.org/officeDocument/2006/relationships/tags" Target="../tags/tag2727.xml"/><Relationship Id="rId18" Type="http://schemas.openxmlformats.org/officeDocument/2006/relationships/tags" Target="../tags/tag2726.xml"/><Relationship Id="rId17" Type="http://schemas.openxmlformats.org/officeDocument/2006/relationships/tags" Target="../tags/tag2725.xml"/><Relationship Id="rId16" Type="http://schemas.openxmlformats.org/officeDocument/2006/relationships/tags" Target="../tags/tag2724.xml"/><Relationship Id="rId15" Type="http://schemas.openxmlformats.org/officeDocument/2006/relationships/tags" Target="../tags/tag2723.xml"/><Relationship Id="rId14" Type="http://schemas.openxmlformats.org/officeDocument/2006/relationships/tags" Target="../tags/tag2722.xml"/><Relationship Id="rId13" Type="http://schemas.openxmlformats.org/officeDocument/2006/relationships/tags" Target="../tags/tag2721.xml"/><Relationship Id="rId12" Type="http://schemas.openxmlformats.org/officeDocument/2006/relationships/tags" Target="../tags/tag2720.xml"/><Relationship Id="rId11" Type="http://schemas.openxmlformats.org/officeDocument/2006/relationships/tags" Target="../tags/tag2719.xml"/><Relationship Id="rId10" Type="http://schemas.openxmlformats.org/officeDocument/2006/relationships/tags" Target="../tags/tag2718.xml"/><Relationship Id="rId1" Type="http://schemas.openxmlformats.org/officeDocument/2006/relationships/tags" Target="../tags/tag2709.xml"/></Relationships>
</file>

<file path=ppt/slides/_rels/slide126.xml.rels><?xml version="1.0" encoding="UTF-8" standalone="yes"?>
<Relationships xmlns="http://schemas.openxmlformats.org/package/2006/relationships"><Relationship Id="rId9" Type="http://schemas.openxmlformats.org/officeDocument/2006/relationships/tags" Target="../tags/tag2742.xml"/><Relationship Id="rId8" Type="http://schemas.openxmlformats.org/officeDocument/2006/relationships/tags" Target="../tags/tag2741.xml"/><Relationship Id="rId7" Type="http://schemas.openxmlformats.org/officeDocument/2006/relationships/tags" Target="../tags/tag2740.xml"/><Relationship Id="rId6" Type="http://schemas.openxmlformats.org/officeDocument/2006/relationships/tags" Target="../tags/tag2739.xml"/><Relationship Id="rId5" Type="http://schemas.openxmlformats.org/officeDocument/2006/relationships/tags" Target="../tags/tag2738.xml"/><Relationship Id="rId4" Type="http://schemas.openxmlformats.org/officeDocument/2006/relationships/tags" Target="../tags/tag2737.xml"/><Relationship Id="rId3" Type="http://schemas.openxmlformats.org/officeDocument/2006/relationships/tags" Target="../tags/tag27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758.xml"/><Relationship Id="rId25" Type="http://schemas.openxmlformats.org/officeDocument/2006/relationships/tags" Target="../tags/tag2757.xml"/><Relationship Id="rId24" Type="http://schemas.openxmlformats.org/officeDocument/2006/relationships/tags" Target="../tags/tag2756.xml"/><Relationship Id="rId23" Type="http://schemas.openxmlformats.org/officeDocument/2006/relationships/tags" Target="../tags/tag2755.xml"/><Relationship Id="rId22" Type="http://schemas.openxmlformats.org/officeDocument/2006/relationships/tags" Target="../tags/tag2754.xml"/><Relationship Id="rId21" Type="http://schemas.openxmlformats.org/officeDocument/2006/relationships/image" Target="../media/image1.png"/><Relationship Id="rId20" Type="http://schemas.openxmlformats.org/officeDocument/2006/relationships/tags" Target="../tags/tag2753.xml"/><Relationship Id="rId2" Type="http://schemas.openxmlformats.org/officeDocument/2006/relationships/tags" Target="../tags/tag2735.xml"/><Relationship Id="rId19" Type="http://schemas.openxmlformats.org/officeDocument/2006/relationships/tags" Target="../tags/tag2752.xml"/><Relationship Id="rId18" Type="http://schemas.openxmlformats.org/officeDocument/2006/relationships/tags" Target="../tags/tag2751.xml"/><Relationship Id="rId17" Type="http://schemas.openxmlformats.org/officeDocument/2006/relationships/tags" Target="../tags/tag2750.xml"/><Relationship Id="rId16" Type="http://schemas.openxmlformats.org/officeDocument/2006/relationships/tags" Target="../tags/tag2749.xml"/><Relationship Id="rId15" Type="http://schemas.openxmlformats.org/officeDocument/2006/relationships/tags" Target="../tags/tag2748.xml"/><Relationship Id="rId14" Type="http://schemas.openxmlformats.org/officeDocument/2006/relationships/tags" Target="../tags/tag2747.xml"/><Relationship Id="rId13" Type="http://schemas.openxmlformats.org/officeDocument/2006/relationships/tags" Target="../tags/tag2746.xml"/><Relationship Id="rId12" Type="http://schemas.openxmlformats.org/officeDocument/2006/relationships/tags" Target="../tags/tag2745.xml"/><Relationship Id="rId11" Type="http://schemas.openxmlformats.org/officeDocument/2006/relationships/tags" Target="../tags/tag2744.xml"/><Relationship Id="rId10" Type="http://schemas.openxmlformats.org/officeDocument/2006/relationships/tags" Target="../tags/tag2743.xml"/><Relationship Id="rId1" Type="http://schemas.openxmlformats.org/officeDocument/2006/relationships/tags" Target="../tags/tag2734.xml"/></Relationships>
</file>

<file path=ppt/slides/_rels/slide127.xml.rels><?xml version="1.0" encoding="UTF-8" standalone="yes"?>
<Relationships xmlns="http://schemas.openxmlformats.org/package/2006/relationships"><Relationship Id="rId9" Type="http://schemas.openxmlformats.org/officeDocument/2006/relationships/tags" Target="../tags/tag2767.xml"/><Relationship Id="rId8" Type="http://schemas.openxmlformats.org/officeDocument/2006/relationships/tags" Target="../tags/tag2766.xml"/><Relationship Id="rId7" Type="http://schemas.openxmlformats.org/officeDocument/2006/relationships/tags" Target="../tags/tag2765.xml"/><Relationship Id="rId6" Type="http://schemas.openxmlformats.org/officeDocument/2006/relationships/tags" Target="../tags/tag2764.xml"/><Relationship Id="rId5" Type="http://schemas.openxmlformats.org/officeDocument/2006/relationships/tags" Target="../tags/tag2763.xml"/><Relationship Id="rId4" Type="http://schemas.openxmlformats.org/officeDocument/2006/relationships/tags" Target="../tags/tag2762.xml"/><Relationship Id="rId3" Type="http://schemas.openxmlformats.org/officeDocument/2006/relationships/tags" Target="../tags/tag27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783.xml"/><Relationship Id="rId25" Type="http://schemas.openxmlformats.org/officeDocument/2006/relationships/tags" Target="../tags/tag2782.xml"/><Relationship Id="rId24" Type="http://schemas.openxmlformats.org/officeDocument/2006/relationships/tags" Target="../tags/tag2781.xml"/><Relationship Id="rId23" Type="http://schemas.openxmlformats.org/officeDocument/2006/relationships/tags" Target="../tags/tag2780.xml"/><Relationship Id="rId22" Type="http://schemas.openxmlformats.org/officeDocument/2006/relationships/tags" Target="../tags/tag2779.xml"/><Relationship Id="rId21" Type="http://schemas.openxmlformats.org/officeDocument/2006/relationships/image" Target="../media/image1.png"/><Relationship Id="rId20" Type="http://schemas.openxmlformats.org/officeDocument/2006/relationships/tags" Target="../tags/tag2778.xml"/><Relationship Id="rId2" Type="http://schemas.openxmlformats.org/officeDocument/2006/relationships/tags" Target="../tags/tag2760.xml"/><Relationship Id="rId19" Type="http://schemas.openxmlformats.org/officeDocument/2006/relationships/tags" Target="../tags/tag2777.xml"/><Relationship Id="rId18" Type="http://schemas.openxmlformats.org/officeDocument/2006/relationships/tags" Target="../tags/tag2776.xml"/><Relationship Id="rId17" Type="http://schemas.openxmlformats.org/officeDocument/2006/relationships/tags" Target="../tags/tag2775.xml"/><Relationship Id="rId16" Type="http://schemas.openxmlformats.org/officeDocument/2006/relationships/tags" Target="../tags/tag2774.xml"/><Relationship Id="rId15" Type="http://schemas.openxmlformats.org/officeDocument/2006/relationships/tags" Target="../tags/tag2773.xml"/><Relationship Id="rId14" Type="http://schemas.openxmlformats.org/officeDocument/2006/relationships/tags" Target="../tags/tag2772.xml"/><Relationship Id="rId13" Type="http://schemas.openxmlformats.org/officeDocument/2006/relationships/tags" Target="../tags/tag2771.xml"/><Relationship Id="rId12" Type="http://schemas.openxmlformats.org/officeDocument/2006/relationships/tags" Target="../tags/tag2770.xml"/><Relationship Id="rId11" Type="http://schemas.openxmlformats.org/officeDocument/2006/relationships/tags" Target="../tags/tag2769.xml"/><Relationship Id="rId10" Type="http://schemas.openxmlformats.org/officeDocument/2006/relationships/tags" Target="../tags/tag2768.xml"/><Relationship Id="rId1" Type="http://schemas.openxmlformats.org/officeDocument/2006/relationships/tags" Target="../tags/tag2759.xml"/></Relationships>
</file>

<file path=ppt/slides/_rels/slide128.xml.rels><?xml version="1.0" encoding="UTF-8" standalone="yes"?>
<Relationships xmlns="http://schemas.openxmlformats.org/package/2006/relationships"><Relationship Id="rId9" Type="http://schemas.openxmlformats.org/officeDocument/2006/relationships/tags" Target="../tags/tag2792.xml"/><Relationship Id="rId8" Type="http://schemas.openxmlformats.org/officeDocument/2006/relationships/tags" Target="../tags/tag2791.xml"/><Relationship Id="rId7" Type="http://schemas.openxmlformats.org/officeDocument/2006/relationships/tags" Target="../tags/tag2790.xml"/><Relationship Id="rId6" Type="http://schemas.openxmlformats.org/officeDocument/2006/relationships/tags" Target="../tags/tag2789.xml"/><Relationship Id="rId5" Type="http://schemas.openxmlformats.org/officeDocument/2006/relationships/tags" Target="../tags/tag2788.xml"/><Relationship Id="rId4" Type="http://schemas.openxmlformats.org/officeDocument/2006/relationships/tags" Target="../tags/tag2787.xml"/><Relationship Id="rId3" Type="http://schemas.openxmlformats.org/officeDocument/2006/relationships/tags" Target="../tags/tag27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808.xml"/><Relationship Id="rId25" Type="http://schemas.openxmlformats.org/officeDocument/2006/relationships/tags" Target="../tags/tag2807.xml"/><Relationship Id="rId24" Type="http://schemas.openxmlformats.org/officeDocument/2006/relationships/tags" Target="../tags/tag2806.xml"/><Relationship Id="rId23" Type="http://schemas.openxmlformats.org/officeDocument/2006/relationships/tags" Target="../tags/tag2805.xml"/><Relationship Id="rId22" Type="http://schemas.openxmlformats.org/officeDocument/2006/relationships/tags" Target="../tags/tag2804.xml"/><Relationship Id="rId21" Type="http://schemas.openxmlformats.org/officeDocument/2006/relationships/image" Target="../media/image1.png"/><Relationship Id="rId20" Type="http://schemas.openxmlformats.org/officeDocument/2006/relationships/tags" Target="../tags/tag2803.xml"/><Relationship Id="rId2" Type="http://schemas.openxmlformats.org/officeDocument/2006/relationships/tags" Target="../tags/tag2785.xml"/><Relationship Id="rId19" Type="http://schemas.openxmlformats.org/officeDocument/2006/relationships/tags" Target="../tags/tag2802.xml"/><Relationship Id="rId18" Type="http://schemas.openxmlformats.org/officeDocument/2006/relationships/tags" Target="../tags/tag2801.xml"/><Relationship Id="rId17" Type="http://schemas.openxmlformats.org/officeDocument/2006/relationships/tags" Target="../tags/tag2800.xml"/><Relationship Id="rId16" Type="http://schemas.openxmlformats.org/officeDocument/2006/relationships/tags" Target="../tags/tag2799.xml"/><Relationship Id="rId15" Type="http://schemas.openxmlformats.org/officeDocument/2006/relationships/tags" Target="../tags/tag2798.xml"/><Relationship Id="rId14" Type="http://schemas.openxmlformats.org/officeDocument/2006/relationships/tags" Target="../tags/tag2797.xml"/><Relationship Id="rId13" Type="http://schemas.openxmlformats.org/officeDocument/2006/relationships/tags" Target="../tags/tag2796.xml"/><Relationship Id="rId12" Type="http://schemas.openxmlformats.org/officeDocument/2006/relationships/tags" Target="../tags/tag2795.xml"/><Relationship Id="rId11" Type="http://schemas.openxmlformats.org/officeDocument/2006/relationships/tags" Target="../tags/tag2794.xml"/><Relationship Id="rId10" Type="http://schemas.openxmlformats.org/officeDocument/2006/relationships/tags" Target="../tags/tag2793.xml"/><Relationship Id="rId1" Type="http://schemas.openxmlformats.org/officeDocument/2006/relationships/tags" Target="../tags/tag2784.xml"/></Relationships>
</file>

<file path=ppt/slides/_rels/slide129.xml.rels><?xml version="1.0" encoding="UTF-8" standalone="yes"?>
<Relationships xmlns="http://schemas.openxmlformats.org/package/2006/relationships"><Relationship Id="rId9" Type="http://schemas.openxmlformats.org/officeDocument/2006/relationships/tags" Target="../tags/tag2817.xml"/><Relationship Id="rId8" Type="http://schemas.openxmlformats.org/officeDocument/2006/relationships/tags" Target="../tags/tag2816.xml"/><Relationship Id="rId7" Type="http://schemas.openxmlformats.org/officeDocument/2006/relationships/tags" Target="../tags/tag2815.xml"/><Relationship Id="rId6" Type="http://schemas.openxmlformats.org/officeDocument/2006/relationships/tags" Target="../tags/tag2814.xml"/><Relationship Id="rId5" Type="http://schemas.openxmlformats.org/officeDocument/2006/relationships/tags" Target="../tags/tag2813.xml"/><Relationship Id="rId4" Type="http://schemas.openxmlformats.org/officeDocument/2006/relationships/tags" Target="../tags/tag2812.xml"/><Relationship Id="rId3" Type="http://schemas.openxmlformats.org/officeDocument/2006/relationships/tags" Target="../tags/tag28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833.xml"/><Relationship Id="rId25" Type="http://schemas.openxmlformats.org/officeDocument/2006/relationships/tags" Target="../tags/tag2832.xml"/><Relationship Id="rId24" Type="http://schemas.openxmlformats.org/officeDocument/2006/relationships/tags" Target="../tags/tag2831.xml"/><Relationship Id="rId23" Type="http://schemas.openxmlformats.org/officeDocument/2006/relationships/tags" Target="../tags/tag2830.xml"/><Relationship Id="rId22" Type="http://schemas.openxmlformats.org/officeDocument/2006/relationships/tags" Target="../tags/tag2829.xml"/><Relationship Id="rId21" Type="http://schemas.openxmlformats.org/officeDocument/2006/relationships/image" Target="../media/image1.png"/><Relationship Id="rId20" Type="http://schemas.openxmlformats.org/officeDocument/2006/relationships/tags" Target="../tags/tag2828.xml"/><Relationship Id="rId2" Type="http://schemas.openxmlformats.org/officeDocument/2006/relationships/tags" Target="../tags/tag2810.xml"/><Relationship Id="rId19" Type="http://schemas.openxmlformats.org/officeDocument/2006/relationships/tags" Target="../tags/tag2827.xml"/><Relationship Id="rId18" Type="http://schemas.openxmlformats.org/officeDocument/2006/relationships/tags" Target="../tags/tag2826.xml"/><Relationship Id="rId17" Type="http://schemas.openxmlformats.org/officeDocument/2006/relationships/tags" Target="../tags/tag2825.xml"/><Relationship Id="rId16" Type="http://schemas.openxmlformats.org/officeDocument/2006/relationships/tags" Target="../tags/tag2824.xml"/><Relationship Id="rId15" Type="http://schemas.openxmlformats.org/officeDocument/2006/relationships/tags" Target="../tags/tag2823.xml"/><Relationship Id="rId14" Type="http://schemas.openxmlformats.org/officeDocument/2006/relationships/tags" Target="../tags/tag2822.xml"/><Relationship Id="rId13" Type="http://schemas.openxmlformats.org/officeDocument/2006/relationships/tags" Target="../tags/tag2821.xml"/><Relationship Id="rId12" Type="http://schemas.openxmlformats.org/officeDocument/2006/relationships/tags" Target="../tags/tag2820.xml"/><Relationship Id="rId11" Type="http://schemas.openxmlformats.org/officeDocument/2006/relationships/tags" Target="../tags/tag2819.xml"/><Relationship Id="rId10" Type="http://schemas.openxmlformats.org/officeDocument/2006/relationships/tags" Target="../tags/tag2818.xml"/><Relationship Id="rId1" Type="http://schemas.openxmlformats.org/officeDocument/2006/relationships/tags" Target="../tags/tag2809.xml"/></Relationships>
</file>

<file path=ppt/slides/_rels/slide130.xml.rels><?xml version="1.0" encoding="UTF-8" standalone="yes"?>
<Relationships xmlns="http://schemas.openxmlformats.org/package/2006/relationships"><Relationship Id="rId9" Type="http://schemas.openxmlformats.org/officeDocument/2006/relationships/tags" Target="../tags/tag2842.xml"/><Relationship Id="rId8" Type="http://schemas.openxmlformats.org/officeDocument/2006/relationships/tags" Target="../tags/tag2841.xml"/><Relationship Id="rId7" Type="http://schemas.openxmlformats.org/officeDocument/2006/relationships/tags" Target="../tags/tag2840.xml"/><Relationship Id="rId6" Type="http://schemas.openxmlformats.org/officeDocument/2006/relationships/tags" Target="../tags/tag2839.xml"/><Relationship Id="rId5" Type="http://schemas.openxmlformats.org/officeDocument/2006/relationships/tags" Target="../tags/tag2838.xml"/><Relationship Id="rId4" Type="http://schemas.openxmlformats.org/officeDocument/2006/relationships/tags" Target="../tags/tag2837.xml"/><Relationship Id="rId3" Type="http://schemas.openxmlformats.org/officeDocument/2006/relationships/tags" Target="../tags/tag283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858.xml"/><Relationship Id="rId25" Type="http://schemas.openxmlformats.org/officeDocument/2006/relationships/tags" Target="../tags/tag2857.xml"/><Relationship Id="rId24" Type="http://schemas.openxmlformats.org/officeDocument/2006/relationships/tags" Target="../tags/tag2856.xml"/><Relationship Id="rId23" Type="http://schemas.openxmlformats.org/officeDocument/2006/relationships/tags" Target="../tags/tag2855.xml"/><Relationship Id="rId22" Type="http://schemas.openxmlformats.org/officeDocument/2006/relationships/tags" Target="../tags/tag2854.xml"/><Relationship Id="rId21" Type="http://schemas.openxmlformats.org/officeDocument/2006/relationships/image" Target="../media/image1.png"/><Relationship Id="rId20" Type="http://schemas.openxmlformats.org/officeDocument/2006/relationships/tags" Target="../tags/tag2853.xml"/><Relationship Id="rId2" Type="http://schemas.openxmlformats.org/officeDocument/2006/relationships/tags" Target="../tags/tag2835.xml"/><Relationship Id="rId19" Type="http://schemas.openxmlformats.org/officeDocument/2006/relationships/tags" Target="../tags/tag2852.xml"/><Relationship Id="rId18" Type="http://schemas.openxmlformats.org/officeDocument/2006/relationships/tags" Target="../tags/tag2851.xml"/><Relationship Id="rId17" Type="http://schemas.openxmlformats.org/officeDocument/2006/relationships/tags" Target="../tags/tag2850.xml"/><Relationship Id="rId16" Type="http://schemas.openxmlformats.org/officeDocument/2006/relationships/tags" Target="../tags/tag2849.xml"/><Relationship Id="rId15" Type="http://schemas.openxmlformats.org/officeDocument/2006/relationships/tags" Target="../tags/tag2848.xml"/><Relationship Id="rId14" Type="http://schemas.openxmlformats.org/officeDocument/2006/relationships/tags" Target="../tags/tag2847.xml"/><Relationship Id="rId13" Type="http://schemas.openxmlformats.org/officeDocument/2006/relationships/tags" Target="../tags/tag2846.xml"/><Relationship Id="rId12" Type="http://schemas.openxmlformats.org/officeDocument/2006/relationships/tags" Target="../tags/tag2845.xml"/><Relationship Id="rId11" Type="http://schemas.openxmlformats.org/officeDocument/2006/relationships/tags" Target="../tags/tag2844.xml"/><Relationship Id="rId10" Type="http://schemas.openxmlformats.org/officeDocument/2006/relationships/tags" Target="../tags/tag2843.xml"/><Relationship Id="rId1" Type="http://schemas.openxmlformats.org/officeDocument/2006/relationships/tags" Target="../tags/tag2834.xml"/></Relationships>
</file>

<file path=ppt/slides/_rels/slide131.xml.rels><?xml version="1.0" encoding="UTF-8" standalone="yes"?>
<Relationships xmlns="http://schemas.openxmlformats.org/package/2006/relationships"><Relationship Id="rId9" Type="http://schemas.openxmlformats.org/officeDocument/2006/relationships/tags" Target="../tags/tag2867.xml"/><Relationship Id="rId8" Type="http://schemas.openxmlformats.org/officeDocument/2006/relationships/tags" Target="../tags/tag2866.xml"/><Relationship Id="rId7" Type="http://schemas.openxmlformats.org/officeDocument/2006/relationships/tags" Target="../tags/tag2865.xml"/><Relationship Id="rId6" Type="http://schemas.openxmlformats.org/officeDocument/2006/relationships/tags" Target="../tags/tag2864.xml"/><Relationship Id="rId5" Type="http://schemas.openxmlformats.org/officeDocument/2006/relationships/tags" Target="../tags/tag2863.xml"/><Relationship Id="rId4" Type="http://schemas.openxmlformats.org/officeDocument/2006/relationships/tags" Target="../tags/tag2862.xml"/><Relationship Id="rId3" Type="http://schemas.openxmlformats.org/officeDocument/2006/relationships/tags" Target="../tags/tag286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883.xml"/><Relationship Id="rId25" Type="http://schemas.openxmlformats.org/officeDocument/2006/relationships/tags" Target="../tags/tag2882.xml"/><Relationship Id="rId24" Type="http://schemas.openxmlformats.org/officeDocument/2006/relationships/tags" Target="../tags/tag2881.xml"/><Relationship Id="rId23" Type="http://schemas.openxmlformats.org/officeDocument/2006/relationships/tags" Target="../tags/tag2880.xml"/><Relationship Id="rId22" Type="http://schemas.openxmlformats.org/officeDocument/2006/relationships/tags" Target="../tags/tag2879.xml"/><Relationship Id="rId21" Type="http://schemas.openxmlformats.org/officeDocument/2006/relationships/image" Target="../media/image1.png"/><Relationship Id="rId20" Type="http://schemas.openxmlformats.org/officeDocument/2006/relationships/tags" Target="../tags/tag2878.xml"/><Relationship Id="rId2" Type="http://schemas.openxmlformats.org/officeDocument/2006/relationships/tags" Target="../tags/tag2860.xml"/><Relationship Id="rId19" Type="http://schemas.openxmlformats.org/officeDocument/2006/relationships/tags" Target="../tags/tag2877.xml"/><Relationship Id="rId18" Type="http://schemas.openxmlformats.org/officeDocument/2006/relationships/tags" Target="../tags/tag2876.xml"/><Relationship Id="rId17" Type="http://schemas.openxmlformats.org/officeDocument/2006/relationships/tags" Target="../tags/tag2875.xml"/><Relationship Id="rId16" Type="http://schemas.openxmlformats.org/officeDocument/2006/relationships/tags" Target="../tags/tag2874.xml"/><Relationship Id="rId15" Type="http://schemas.openxmlformats.org/officeDocument/2006/relationships/tags" Target="../tags/tag2873.xml"/><Relationship Id="rId14" Type="http://schemas.openxmlformats.org/officeDocument/2006/relationships/tags" Target="../tags/tag2872.xml"/><Relationship Id="rId13" Type="http://schemas.openxmlformats.org/officeDocument/2006/relationships/tags" Target="../tags/tag2871.xml"/><Relationship Id="rId12" Type="http://schemas.openxmlformats.org/officeDocument/2006/relationships/tags" Target="../tags/tag2870.xml"/><Relationship Id="rId11" Type="http://schemas.openxmlformats.org/officeDocument/2006/relationships/tags" Target="../tags/tag2869.xml"/><Relationship Id="rId10" Type="http://schemas.openxmlformats.org/officeDocument/2006/relationships/tags" Target="../tags/tag2868.xml"/><Relationship Id="rId1" Type="http://schemas.openxmlformats.org/officeDocument/2006/relationships/tags" Target="../tags/tag2859.xml"/></Relationships>
</file>

<file path=ppt/slides/_rels/slide132.xml.rels><?xml version="1.0" encoding="UTF-8" standalone="yes"?>
<Relationships xmlns="http://schemas.openxmlformats.org/package/2006/relationships"><Relationship Id="rId9" Type="http://schemas.openxmlformats.org/officeDocument/2006/relationships/tags" Target="../tags/tag2892.xml"/><Relationship Id="rId8" Type="http://schemas.openxmlformats.org/officeDocument/2006/relationships/tags" Target="../tags/tag2891.xml"/><Relationship Id="rId7" Type="http://schemas.openxmlformats.org/officeDocument/2006/relationships/tags" Target="../tags/tag2890.xml"/><Relationship Id="rId6" Type="http://schemas.openxmlformats.org/officeDocument/2006/relationships/tags" Target="../tags/tag2889.xml"/><Relationship Id="rId5" Type="http://schemas.openxmlformats.org/officeDocument/2006/relationships/tags" Target="../tags/tag2888.xml"/><Relationship Id="rId4" Type="http://schemas.openxmlformats.org/officeDocument/2006/relationships/tags" Target="../tags/tag2887.xml"/><Relationship Id="rId3" Type="http://schemas.openxmlformats.org/officeDocument/2006/relationships/tags" Target="../tags/tag288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908.xml"/><Relationship Id="rId25" Type="http://schemas.openxmlformats.org/officeDocument/2006/relationships/tags" Target="../tags/tag2907.xml"/><Relationship Id="rId24" Type="http://schemas.openxmlformats.org/officeDocument/2006/relationships/tags" Target="../tags/tag2906.xml"/><Relationship Id="rId23" Type="http://schemas.openxmlformats.org/officeDocument/2006/relationships/tags" Target="../tags/tag2905.xml"/><Relationship Id="rId22" Type="http://schemas.openxmlformats.org/officeDocument/2006/relationships/tags" Target="../tags/tag2904.xml"/><Relationship Id="rId21" Type="http://schemas.openxmlformats.org/officeDocument/2006/relationships/image" Target="../media/image1.png"/><Relationship Id="rId20" Type="http://schemas.openxmlformats.org/officeDocument/2006/relationships/tags" Target="../tags/tag2903.xml"/><Relationship Id="rId2" Type="http://schemas.openxmlformats.org/officeDocument/2006/relationships/tags" Target="../tags/tag2885.xml"/><Relationship Id="rId19" Type="http://schemas.openxmlformats.org/officeDocument/2006/relationships/tags" Target="../tags/tag2902.xml"/><Relationship Id="rId18" Type="http://schemas.openxmlformats.org/officeDocument/2006/relationships/tags" Target="../tags/tag2901.xml"/><Relationship Id="rId17" Type="http://schemas.openxmlformats.org/officeDocument/2006/relationships/tags" Target="../tags/tag2900.xml"/><Relationship Id="rId16" Type="http://schemas.openxmlformats.org/officeDocument/2006/relationships/tags" Target="../tags/tag2899.xml"/><Relationship Id="rId15" Type="http://schemas.openxmlformats.org/officeDocument/2006/relationships/tags" Target="../tags/tag2898.xml"/><Relationship Id="rId14" Type="http://schemas.openxmlformats.org/officeDocument/2006/relationships/tags" Target="../tags/tag2897.xml"/><Relationship Id="rId13" Type="http://schemas.openxmlformats.org/officeDocument/2006/relationships/tags" Target="../tags/tag2896.xml"/><Relationship Id="rId12" Type="http://schemas.openxmlformats.org/officeDocument/2006/relationships/tags" Target="../tags/tag2895.xml"/><Relationship Id="rId11" Type="http://schemas.openxmlformats.org/officeDocument/2006/relationships/tags" Target="../tags/tag2894.xml"/><Relationship Id="rId10" Type="http://schemas.openxmlformats.org/officeDocument/2006/relationships/tags" Target="../tags/tag2893.xml"/><Relationship Id="rId1" Type="http://schemas.openxmlformats.org/officeDocument/2006/relationships/tags" Target="../tags/tag2884.xml"/></Relationships>
</file>

<file path=ppt/slides/_rels/slide133.xml.rels><?xml version="1.0" encoding="UTF-8" standalone="yes"?>
<Relationships xmlns="http://schemas.openxmlformats.org/package/2006/relationships"><Relationship Id="rId9" Type="http://schemas.openxmlformats.org/officeDocument/2006/relationships/tags" Target="../tags/tag2917.xml"/><Relationship Id="rId8" Type="http://schemas.openxmlformats.org/officeDocument/2006/relationships/tags" Target="../tags/tag2916.xml"/><Relationship Id="rId7" Type="http://schemas.openxmlformats.org/officeDocument/2006/relationships/tags" Target="../tags/tag2915.xml"/><Relationship Id="rId6" Type="http://schemas.openxmlformats.org/officeDocument/2006/relationships/tags" Target="../tags/tag2914.xml"/><Relationship Id="rId5" Type="http://schemas.openxmlformats.org/officeDocument/2006/relationships/tags" Target="../tags/tag2913.xml"/><Relationship Id="rId4" Type="http://schemas.openxmlformats.org/officeDocument/2006/relationships/tags" Target="../tags/tag2912.xml"/><Relationship Id="rId3" Type="http://schemas.openxmlformats.org/officeDocument/2006/relationships/tags" Target="../tags/tag291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933.xml"/><Relationship Id="rId25" Type="http://schemas.openxmlformats.org/officeDocument/2006/relationships/image" Target="../media/image1.png"/><Relationship Id="rId24" Type="http://schemas.openxmlformats.org/officeDocument/2006/relationships/tags" Target="../tags/tag2932.xml"/><Relationship Id="rId23" Type="http://schemas.openxmlformats.org/officeDocument/2006/relationships/tags" Target="../tags/tag2931.xml"/><Relationship Id="rId22" Type="http://schemas.openxmlformats.org/officeDocument/2006/relationships/tags" Target="../tags/tag2930.xml"/><Relationship Id="rId21" Type="http://schemas.openxmlformats.org/officeDocument/2006/relationships/tags" Target="../tags/tag2929.xml"/><Relationship Id="rId20" Type="http://schemas.openxmlformats.org/officeDocument/2006/relationships/tags" Target="../tags/tag2928.xml"/><Relationship Id="rId2" Type="http://schemas.openxmlformats.org/officeDocument/2006/relationships/tags" Target="../tags/tag2910.xml"/><Relationship Id="rId19" Type="http://schemas.openxmlformats.org/officeDocument/2006/relationships/tags" Target="../tags/tag2927.xml"/><Relationship Id="rId18" Type="http://schemas.openxmlformats.org/officeDocument/2006/relationships/tags" Target="../tags/tag2926.xml"/><Relationship Id="rId17" Type="http://schemas.openxmlformats.org/officeDocument/2006/relationships/tags" Target="../tags/tag2925.xml"/><Relationship Id="rId16" Type="http://schemas.openxmlformats.org/officeDocument/2006/relationships/tags" Target="../tags/tag2924.xml"/><Relationship Id="rId15" Type="http://schemas.openxmlformats.org/officeDocument/2006/relationships/tags" Target="../tags/tag2923.xml"/><Relationship Id="rId14" Type="http://schemas.openxmlformats.org/officeDocument/2006/relationships/tags" Target="../tags/tag2922.xml"/><Relationship Id="rId13" Type="http://schemas.openxmlformats.org/officeDocument/2006/relationships/tags" Target="../tags/tag2921.xml"/><Relationship Id="rId12" Type="http://schemas.openxmlformats.org/officeDocument/2006/relationships/tags" Target="../tags/tag2920.xml"/><Relationship Id="rId11" Type="http://schemas.openxmlformats.org/officeDocument/2006/relationships/tags" Target="../tags/tag2919.xml"/><Relationship Id="rId10" Type="http://schemas.openxmlformats.org/officeDocument/2006/relationships/tags" Target="../tags/tag2918.xml"/><Relationship Id="rId1" Type="http://schemas.openxmlformats.org/officeDocument/2006/relationships/tags" Target="../tags/tag2909.xml"/></Relationships>
</file>

<file path=ppt/slides/_rels/slide1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2941.xml"/><Relationship Id="rId7" Type="http://schemas.openxmlformats.org/officeDocument/2006/relationships/tags" Target="../tags/tag2940.xml"/><Relationship Id="rId6" Type="http://schemas.openxmlformats.org/officeDocument/2006/relationships/tags" Target="../tags/tag2939.xml"/><Relationship Id="rId5" Type="http://schemas.openxmlformats.org/officeDocument/2006/relationships/tags" Target="../tags/tag2938.xml"/><Relationship Id="rId4" Type="http://schemas.openxmlformats.org/officeDocument/2006/relationships/tags" Target="../tags/tag2937.xml"/><Relationship Id="rId3" Type="http://schemas.openxmlformats.org/officeDocument/2006/relationships/tags" Target="../tags/tag2936.xml"/><Relationship Id="rId2" Type="http://schemas.openxmlformats.org/officeDocument/2006/relationships/tags" Target="../tags/tag2935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942.xml"/><Relationship Id="rId1" Type="http://schemas.openxmlformats.org/officeDocument/2006/relationships/tags" Target="../tags/tag2934.xml"/></Relationships>
</file>

<file path=ppt/slides/_rels/slide135.xml.rels><?xml version="1.0" encoding="UTF-8" standalone="yes"?>
<Relationships xmlns="http://schemas.openxmlformats.org/package/2006/relationships"><Relationship Id="rId9" Type="http://schemas.openxmlformats.org/officeDocument/2006/relationships/tags" Target="../tags/tag2951.xml"/><Relationship Id="rId8" Type="http://schemas.openxmlformats.org/officeDocument/2006/relationships/tags" Target="../tags/tag2950.xml"/><Relationship Id="rId7" Type="http://schemas.openxmlformats.org/officeDocument/2006/relationships/tags" Target="../tags/tag2949.xml"/><Relationship Id="rId6" Type="http://schemas.openxmlformats.org/officeDocument/2006/relationships/tags" Target="../tags/tag2948.xml"/><Relationship Id="rId5" Type="http://schemas.openxmlformats.org/officeDocument/2006/relationships/tags" Target="../tags/tag2947.xml"/><Relationship Id="rId4" Type="http://schemas.openxmlformats.org/officeDocument/2006/relationships/tags" Target="../tags/tag2946.xml"/><Relationship Id="rId3" Type="http://schemas.openxmlformats.org/officeDocument/2006/relationships/tags" Target="../tags/tag2945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967.xml"/><Relationship Id="rId25" Type="http://schemas.openxmlformats.org/officeDocument/2006/relationships/image" Target="../media/image1.png"/><Relationship Id="rId24" Type="http://schemas.openxmlformats.org/officeDocument/2006/relationships/tags" Target="../tags/tag2966.xml"/><Relationship Id="rId23" Type="http://schemas.openxmlformats.org/officeDocument/2006/relationships/tags" Target="../tags/tag2965.xml"/><Relationship Id="rId22" Type="http://schemas.openxmlformats.org/officeDocument/2006/relationships/tags" Target="../tags/tag2964.xml"/><Relationship Id="rId21" Type="http://schemas.openxmlformats.org/officeDocument/2006/relationships/tags" Target="../tags/tag2963.xml"/><Relationship Id="rId20" Type="http://schemas.openxmlformats.org/officeDocument/2006/relationships/tags" Target="../tags/tag2962.xml"/><Relationship Id="rId2" Type="http://schemas.openxmlformats.org/officeDocument/2006/relationships/tags" Target="../tags/tag2944.xml"/><Relationship Id="rId19" Type="http://schemas.openxmlformats.org/officeDocument/2006/relationships/tags" Target="../tags/tag2961.xml"/><Relationship Id="rId18" Type="http://schemas.openxmlformats.org/officeDocument/2006/relationships/tags" Target="../tags/tag2960.xml"/><Relationship Id="rId17" Type="http://schemas.openxmlformats.org/officeDocument/2006/relationships/tags" Target="../tags/tag2959.xml"/><Relationship Id="rId16" Type="http://schemas.openxmlformats.org/officeDocument/2006/relationships/tags" Target="../tags/tag2958.xml"/><Relationship Id="rId15" Type="http://schemas.openxmlformats.org/officeDocument/2006/relationships/tags" Target="../tags/tag2957.xml"/><Relationship Id="rId14" Type="http://schemas.openxmlformats.org/officeDocument/2006/relationships/tags" Target="../tags/tag2956.xml"/><Relationship Id="rId13" Type="http://schemas.openxmlformats.org/officeDocument/2006/relationships/tags" Target="../tags/tag2955.xml"/><Relationship Id="rId12" Type="http://schemas.openxmlformats.org/officeDocument/2006/relationships/tags" Target="../tags/tag2954.xml"/><Relationship Id="rId11" Type="http://schemas.openxmlformats.org/officeDocument/2006/relationships/tags" Target="../tags/tag2953.xml"/><Relationship Id="rId10" Type="http://schemas.openxmlformats.org/officeDocument/2006/relationships/tags" Target="../tags/tag2952.xml"/><Relationship Id="rId1" Type="http://schemas.openxmlformats.org/officeDocument/2006/relationships/tags" Target="../tags/tag2943.xml"/></Relationships>
</file>

<file path=ppt/slides/_rels/slide136.xml.rels><?xml version="1.0" encoding="UTF-8" standalone="yes"?>
<Relationships xmlns="http://schemas.openxmlformats.org/package/2006/relationships"><Relationship Id="rId9" Type="http://schemas.openxmlformats.org/officeDocument/2006/relationships/tags" Target="../tags/tag2976.xml"/><Relationship Id="rId8" Type="http://schemas.openxmlformats.org/officeDocument/2006/relationships/tags" Target="../tags/tag2975.xml"/><Relationship Id="rId7" Type="http://schemas.openxmlformats.org/officeDocument/2006/relationships/tags" Target="../tags/tag2974.xml"/><Relationship Id="rId6" Type="http://schemas.openxmlformats.org/officeDocument/2006/relationships/tags" Target="../tags/tag2973.xml"/><Relationship Id="rId5" Type="http://schemas.openxmlformats.org/officeDocument/2006/relationships/tags" Target="../tags/tag2972.xml"/><Relationship Id="rId4" Type="http://schemas.openxmlformats.org/officeDocument/2006/relationships/tags" Target="../tags/tag2971.xml"/><Relationship Id="rId3" Type="http://schemas.openxmlformats.org/officeDocument/2006/relationships/tags" Target="../tags/tag2970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992.xml"/><Relationship Id="rId25" Type="http://schemas.openxmlformats.org/officeDocument/2006/relationships/image" Target="../media/image1.png"/><Relationship Id="rId24" Type="http://schemas.openxmlformats.org/officeDocument/2006/relationships/tags" Target="../tags/tag2991.xml"/><Relationship Id="rId23" Type="http://schemas.openxmlformats.org/officeDocument/2006/relationships/tags" Target="../tags/tag2990.xml"/><Relationship Id="rId22" Type="http://schemas.openxmlformats.org/officeDocument/2006/relationships/tags" Target="../tags/tag2989.xml"/><Relationship Id="rId21" Type="http://schemas.openxmlformats.org/officeDocument/2006/relationships/tags" Target="../tags/tag2988.xml"/><Relationship Id="rId20" Type="http://schemas.openxmlformats.org/officeDocument/2006/relationships/tags" Target="../tags/tag2987.xml"/><Relationship Id="rId2" Type="http://schemas.openxmlformats.org/officeDocument/2006/relationships/tags" Target="../tags/tag2969.xml"/><Relationship Id="rId19" Type="http://schemas.openxmlformats.org/officeDocument/2006/relationships/tags" Target="../tags/tag2986.xml"/><Relationship Id="rId18" Type="http://schemas.openxmlformats.org/officeDocument/2006/relationships/tags" Target="../tags/tag2985.xml"/><Relationship Id="rId17" Type="http://schemas.openxmlformats.org/officeDocument/2006/relationships/tags" Target="../tags/tag2984.xml"/><Relationship Id="rId16" Type="http://schemas.openxmlformats.org/officeDocument/2006/relationships/tags" Target="../tags/tag2983.xml"/><Relationship Id="rId15" Type="http://schemas.openxmlformats.org/officeDocument/2006/relationships/tags" Target="../tags/tag2982.xml"/><Relationship Id="rId14" Type="http://schemas.openxmlformats.org/officeDocument/2006/relationships/tags" Target="../tags/tag2981.xml"/><Relationship Id="rId13" Type="http://schemas.openxmlformats.org/officeDocument/2006/relationships/tags" Target="../tags/tag2980.xml"/><Relationship Id="rId12" Type="http://schemas.openxmlformats.org/officeDocument/2006/relationships/tags" Target="../tags/tag2979.xml"/><Relationship Id="rId11" Type="http://schemas.openxmlformats.org/officeDocument/2006/relationships/tags" Target="../tags/tag2978.xml"/><Relationship Id="rId10" Type="http://schemas.openxmlformats.org/officeDocument/2006/relationships/tags" Target="../tags/tag2977.xml"/><Relationship Id="rId1" Type="http://schemas.openxmlformats.org/officeDocument/2006/relationships/tags" Target="../tags/tag2968.xml"/></Relationships>
</file>

<file path=ppt/slides/_rels/slide137.xml.rels><?xml version="1.0" encoding="UTF-8" standalone="yes"?>
<Relationships xmlns="http://schemas.openxmlformats.org/package/2006/relationships"><Relationship Id="rId9" Type="http://schemas.openxmlformats.org/officeDocument/2006/relationships/tags" Target="../tags/tag3001.xml"/><Relationship Id="rId8" Type="http://schemas.openxmlformats.org/officeDocument/2006/relationships/tags" Target="../tags/tag3000.xml"/><Relationship Id="rId7" Type="http://schemas.openxmlformats.org/officeDocument/2006/relationships/tags" Target="../tags/tag2999.xml"/><Relationship Id="rId6" Type="http://schemas.openxmlformats.org/officeDocument/2006/relationships/tags" Target="../tags/tag2998.xml"/><Relationship Id="rId5" Type="http://schemas.openxmlformats.org/officeDocument/2006/relationships/tags" Target="../tags/tag2997.xml"/><Relationship Id="rId4" Type="http://schemas.openxmlformats.org/officeDocument/2006/relationships/tags" Target="../tags/tag2996.xml"/><Relationship Id="rId3" Type="http://schemas.openxmlformats.org/officeDocument/2006/relationships/tags" Target="../tags/tag2995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017.xml"/><Relationship Id="rId25" Type="http://schemas.openxmlformats.org/officeDocument/2006/relationships/image" Target="../media/image1.png"/><Relationship Id="rId24" Type="http://schemas.openxmlformats.org/officeDocument/2006/relationships/tags" Target="../tags/tag3016.xml"/><Relationship Id="rId23" Type="http://schemas.openxmlformats.org/officeDocument/2006/relationships/tags" Target="../tags/tag3015.xml"/><Relationship Id="rId22" Type="http://schemas.openxmlformats.org/officeDocument/2006/relationships/tags" Target="../tags/tag3014.xml"/><Relationship Id="rId21" Type="http://schemas.openxmlformats.org/officeDocument/2006/relationships/tags" Target="../tags/tag3013.xml"/><Relationship Id="rId20" Type="http://schemas.openxmlformats.org/officeDocument/2006/relationships/tags" Target="../tags/tag3012.xml"/><Relationship Id="rId2" Type="http://schemas.openxmlformats.org/officeDocument/2006/relationships/tags" Target="../tags/tag2994.xml"/><Relationship Id="rId19" Type="http://schemas.openxmlformats.org/officeDocument/2006/relationships/tags" Target="../tags/tag3011.xml"/><Relationship Id="rId18" Type="http://schemas.openxmlformats.org/officeDocument/2006/relationships/tags" Target="../tags/tag3010.xml"/><Relationship Id="rId17" Type="http://schemas.openxmlformats.org/officeDocument/2006/relationships/tags" Target="../tags/tag3009.xml"/><Relationship Id="rId16" Type="http://schemas.openxmlformats.org/officeDocument/2006/relationships/tags" Target="../tags/tag3008.xml"/><Relationship Id="rId15" Type="http://schemas.openxmlformats.org/officeDocument/2006/relationships/tags" Target="../tags/tag3007.xml"/><Relationship Id="rId14" Type="http://schemas.openxmlformats.org/officeDocument/2006/relationships/tags" Target="../tags/tag3006.xml"/><Relationship Id="rId13" Type="http://schemas.openxmlformats.org/officeDocument/2006/relationships/tags" Target="../tags/tag3005.xml"/><Relationship Id="rId12" Type="http://schemas.openxmlformats.org/officeDocument/2006/relationships/tags" Target="../tags/tag3004.xml"/><Relationship Id="rId11" Type="http://schemas.openxmlformats.org/officeDocument/2006/relationships/tags" Target="../tags/tag3003.xml"/><Relationship Id="rId10" Type="http://schemas.openxmlformats.org/officeDocument/2006/relationships/tags" Target="../tags/tag3002.xml"/><Relationship Id="rId1" Type="http://schemas.openxmlformats.org/officeDocument/2006/relationships/tags" Target="../tags/tag2993.xml"/></Relationships>
</file>

<file path=ppt/slides/_rels/slide138.xml.rels><?xml version="1.0" encoding="UTF-8" standalone="yes"?>
<Relationships xmlns="http://schemas.openxmlformats.org/package/2006/relationships"><Relationship Id="rId9" Type="http://schemas.openxmlformats.org/officeDocument/2006/relationships/tags" Target="../tags/tag3026.xml"/><Relationship Id="rId8" Type="http://schemas.openxmlformats.org/officeDocument/2006/relationships/tags" Target="../tags/tag3025.xml"/><Relationship Id="rId7" Type="http://schemas.openxmlformats.org/officeDocument/2006/relationships/tags" Target="../tags/tag3024.xml"/><Relationship Id="rId6" Type="http://schemas.openxmlformats.org/officeDocument/2006/relationships/tags" Target="../tags/tag3023.xml"/><Relationship Id="rId5" Type="http://schemas.openxmlformats.org/officeDocument/2006/relationships/tags" Target="../tags/tag3022.xml"/><Relationship Id="rId4" Type="http://schemas.openxmlformats.org/officeDocument/2006/relationships/tags" Target="../tags/tag3021.xml"/><Relationship Id="rId3" Type="http://schemas.openxmlformats.org/officeDocument/2006/relationships/tags" Target="../tags/tag3020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042.xml"/><Relationship Id="rId25" Type="http://schemas.openxmlformats.org/officeDocument/2006/relationships/image" Target="../media/image1.png"/><Relationship Id="rId24" Type="http://schemas.openxmlformats.org/officeDocument/2006/relationships/tags" Target="../tags/tag3041.xml"/><Relationship Id="rId23" Type="http://schemas.openxmlformats.org/officeDocument/2006/relationships/tags" Target="../tags/tag3040.xml"/><Relationship Id="rId22" Type="http://schemas.openxmlformats.org/officeDocument/2006/relationships/tags" Target="../tags/tag3039.xml"/><Relationship Id="rId21" Type="http://schemas.openxmlformats.org/officeDocument/2006/relationships/tags" Target="../tags/tag3038.xml"/><Relationship Id="rId20" Type="http://schemas.openxmlformats.org/officeDocument/2006/relationships/tags" Target="../tags/tag3037.xml"/><Relationship Id="rId2" Type="http://schemas.openxmlformats.org/officeDocument/2006/relationships/tags" Target="../tags/tag3019.xml"/><Relationship Id="rId19" Type="http://schemas.openxmlformats.org/officeDocument/2006/relationships/tags" Target="../tags/tag3036.xml"/><Relationship Id="rId18" Type="http://schemas.openxmlformats.org/officeDocument/2006/relationships/tags" Target="../tags/tag3035.xml"/><Relationship Id="rId17" Type="http://schemas.openxmlformats.org/officeDocument/2006/relationships/tags" Target="../tags/tag3034.xml"/><Relationship Id="rId16" Type="http://schemas.openxmlformats.org/officeDocument/2006/relationships/tags" Target="../tags/tag3033.xml"/><Relationship Id="rId15" Type="http://schemas.openxmlformats.org/officeDocument/2006/relationships/tags" Target="../tags/tag3032.xml"/><Relationship Id="rId14" Type="http://schemas.openxmlformats.org/officeDocument/2006/relationships/tags" Target="../tags/tag3031.xml"/><Relationship Id="rId13" Type="http://schemas.openxmlformats.org/officeDocument/2006/relationships/tags" Target="../tags/tag3030.xml"/><Relationship Id="rId12" Type="http://schemas.openxmlformats.org/officeDocument/2006/relationships/tags" Target="../tags/tag3029.xml"/><Relationship Id="rId11" Type="http://schemas.openxmlformats.org/officeDocument/2006/relationships/tags" Target="../tags/tag3028.xml"/><Relationship Id="rId10" Type="http://schemas.openxmlformats.org/officeDocument/2006/relationships/tags" Target="../tags/tag3027.xml"/><Relationship Id="rId1" Type="http://schemas.openxmlformats.org/officeDocument/2006/relationships/tags" Target="../tags/tag3018.xml"/></Relationships>
</file>

<file path=ppt/slides/_rels/slide139.xml.rels><?xml version="1.0" encoding="UTF-8" standalone="yes"?>
<Relationships xmlns="http://schemas.openxmlformats.org/package/2006/relationships"><Relationship Id="rId9" Type="http://schemas.openxmlformats.org/officeDocument/2006/relationships/tags" Target="../tags/tag3051.xml"/><Relationship Id="rId8" Type="http://schemas.openxmlformats.org/officeDocument/2006/relationships/tags" Target="../tags/tag3050.xml"/><Relationship Id="rId7" Type="http://schemas.openxmlformats.org/officeDocument/2006/relationships/tags" Target="../tags/tag3049.xml"/><Relationship Id="rId6" Type="http://schemas.openxmlformats.org/officeDocument/2006/relationships/tags" Target="../tags/tag3048.xml"/><Relationship Id="rId5" Type="http://schemas.openxmlformats.org/officeDocument/2006/relationships/tags" Target="../tags/tag3047.xml"/><Relationship Id="rId4" Type="http://schemas.openxmlformats.org/officeDocument/2006/relationships/tags" Target="../tags/tag3046.xml"/><Relationship Id="rId3" Type="http://schemas.openxmlformats.org/officeDocument/2006/relationships/tags" Target="../tags/tag3045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067.xml"/><Relationship Id="rId25" Type="http://schemas.openxmlformats.org/officeDocument/2006/relationships/image" Target="../media/image1.png"/><Relationship Id="rId24" Type="http://schemas.openxmlformats.org/officeDocument/2006/relationships/tags" Target="../tags/tag3066.xml"/><Relationship Id="rId23" Type="http://schemas.openxmlformats.org/officeDocument/2006/relationships/tags" Target="../tags/tag3065.xml"/><Relationship Id="rId22" Type="http://schemas.openxmlformats.org/officeDocument/2006/relationships/tags" Target="../tags/tag3064.xml"/><Relationship Id="rId21" Type="http://schemas.openxmlformats.org/officeDocument/2006/relationships/tags" Target="../tags/tag3063.xml"/><Relationship Id="rId20" Type="http://schemas.openxmlformats.org/officeDocument/2006/relationships/tags" Target="../tags/tag3062.xml"/><Relationship Id="rId2" Type="http://schemas.openxmlformats.org/officeDocument/2006/relationships/tags" Target="../tags/tag3044.xml"/><Relationship Id="rId19" Type="http://schemas.openxmlformats.org/officeDocument/2006/relationships/tags" Target="../tags/tag3061.xml"/><Relationship Id="rId18" Type="http://schemas.openxmlformats.org/officeDocument/2006/relationships/tags" Target="../tags/tag3060.xml"/><Relationship Id="rId17" Type="http://schemas.openxmlformats.org/officeDocument/2006/relationships/tags" Target="../tags/tag3059.xml"/><Relationship Id="rId16" Type="http://schemas.openxmlformats.org/officeDocument/2006/relationships/tags" Target="../tags/tag3058.xml"/><Relationship Id="rId15" Type="http://schemas.openxmlformats.org/officeDocument/2006/relationships/tags" Target="../tags/tag3057.xml"/><Relationship Id="rId14" Type="http://schemas.openxmlformats.org/officeDocument/2006/relationships/tags" Target="../tags/tag3056.xml"/><Relationship Id="rId13" Type="http://schemas.openxmlformats.org/officeDocument/2006/relationships/tags" Target="../tags/tag3055.xml"/><Relationship Id="rId12" Type="http://schemas.openxmlformats.org/officeDocument/2006/relationships/tags" Target="../tags/tag3054.xml"/><Relationship Id="rId11" Type="http://schemas.openxmlformats.org/officeDocument/2006/relationships/tags" Target="../tags/tag3053.xml"/><Relationship Id="rId10" Type="http://schemas.openxmlformats.org/officeDocument/2006/relationships/tags" Target="../tags/tag3052.xml"/><Relationship Id="rId1" Type="http://schemas.openxmlformats.org/officeDocument/2006/relationships/tags" Target="../tags/tag3043.xml"/></Relationships>
</file>

<file path=ppt/slides/_rels/slide140.xml.rels><?xml version="1.0" encoding="UTF-8" standalone="yes"?>
<Relationships xmlns="http://schemas.openxmlformats.org/package/2006/relationships"><Relationship Id="rId9" Type="http://schemas.openxmlformats.org/officeDocument/2006/relationships/tags" Target="../tags/tag3076.xml"/><Relationship Id="rId8" Type="http://schemas.openxmlformats.org/officeDocument/2006/relationships/tags" Target="../tags/tag3075.xml"/><Relationship Id="rId7" Type="http://schemas.openxmlformats.org/officeDocument/2006/relationships/tags" Target="../tags/tag3074.xml"/><Relationship Id="rId6" Type="http://schemas.openxmlformats.org/officeDocument/2006/relationships/tags" Target="../tags/tag3073.xml"/><Relationship Id="rId5" Type="http://schemas.openxmlformats.org/officeDocument/2006/relationships/tags" Target="../tags/tag3072.xml"/><Relationship Id="rId4" Type="http://schemas.openxmlformats.org/officeDocument/2006/relationships/tags" Target="../tags/tag3071.xml"/><Relationship Id="rId3" Type="http://schemas.openxmlformats.org/officeDocument/2006/relationships/tags" Target="../tags/tag3070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092.xml"/><Relationship Id="rId25" Type="http://schemas.openxmlformats.org/officeDocument/2006/relationships/image" Target="../media/image1.png"/><Relationship Id="rId24" Type="http://schemas.openxmlformats.org/officeDocument/2006/relationships/tags" Target="../tags/tag3091.xml"/><Relationship Id="rId23" Type="http://schemas.openxmlformats.org/officeDocument/2006/relationships/tags" Target="../tags/tag3090.xml"/><Relationship Id="rId22" Type="http://schemas.openxmlformats.org/officeDocument/2006/relationships/tags" Target="../tags/tag3089.xml"/><Relationship Id="rId21" Type="http://schemas.openxmlformats.org/officeDocument/2006/relationships/tags" Target="../tags/tag3088.xml"/><Relationship Id="rId20" Type="http://schemas.openxmlformats.org/officeDocument/2006/relationships/tags" Target="../tags/tag3087.xml"/><Relationship Id="rId2" Type="http://schemas.openxmlformats.org/officeDocument/2006/relationships/tags" Target="../tags/tag3069.xml"/><Relationship Id="rId19" Type="http://schemas.openxmlformats.org/officeDocument/2006/relationships/tags" Target="../tags/tag3086.xml"/><Relationship Id="rId18" Type="http://schemas.openxmlformats.org/officeDocument/2006/relationships/tags" Target="../tags/tag3085.xml"/><Relationship Id="rId17" Type="http://schemas.openxmlformats.org/officeDocument/2006/relationships/tags" Target="../tags/tag3084.xml"/><Relationship Id="rId16" Type="http://schemas.openxmlformats.org/officeDocument/2006/relationships/tags" Target="../tags/tag3083.xml"/><Relationship Id="rId15" Type="http://schemas.openxmlformats.org/officeDocument/2006/relationships/tags" Target="../tags/tag3082.xml"/><Relationship Id="rId14" Type="http://schemas.openxmlformats.org/officeDocument/2006/relationships/tags" Target="../tags/tag3081.xml"/><Relationship Id="rId13" Type="http://schemas.openxmlformats.org/officeDocument/2006/relationships/tags" Target="../tags/tag3080.xml"/><Relationship Id="rId12" Type="http://schemas.openxmlformats.org/officeDocument/2006/relationships/tags" Target="../tags/tag3079.xml"/><Relationship Id="rId11" Type="http://schemas.openxmlformats.org/officeDocument/2006/relationships/tags" Target="../tags/tag3078.xml"/><Relationship Id="rId10" Type="http://schemas.openxmlformats.org/officeDocument/2006/relationships/tags" Target="../tags/tag3077.xml"/><Relationship Id="rId1" Type="http://schemas.openxmlformats.org/officeDocument/2006/relationships/tags" Target="../tags/tag3068.xml"/></Relationships>
</file>

<file path=ppt/slides/_rels/slide141.xml.rels><?xml version="1.0" encoding="UTF-8" standalone="yes"?>
<Relationships xmlns="http://schemas.openxmlformats.org/package/2006/relationships"><Relationship Id="rId9" Type="http://schemas.openxmlformats.org/officeDocument/2006/relationships/tags" Target="../tags/tag3101.xml"/><Relationship Id="rId8" Type="http://schemas.openxmlformats.org/officeDocument/2006/relationships/tags" Target="../tags/tag3100.xml"/><Relationship Id="rId7" Type="http://schemas.openxmlformats.org/officeDocument/2006/relationships/tags" Target="../tags/tag3099.xml"/><Relationship Id="rId6" Type="http://schemas.openxmlformats.org/officeDocument/2006/relationships/tags" Target="../tags/tag3098.xml"/><Relationship Id="rId5" Type="http://schemas.openxmlformats.org/officeDocument/2006/relationships/tags" Target="../tags/tag3097.xml"/><Relationship Id="rId4" Type="http://schemas.openxmlformats.org/officeDocument/2006/relationships/tags" Target="../tags/tag3096.xml"/><Relationship Id="rId3" Type="http://schemas.openxmlformats.org/officeDocument/2006/relationships/tags" Target="../tags/tag3095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117.xml"/><Relationship Id="rId25" Type="http://schemas.openxmlformats.org/officeDocument/2006/relationships/image" Target="../media/image1.png"/><Relationship Id="rId24" Type="http://schemas.openxmlformats.org/officeDocument/2006/relationships/tags" Target="../tags/tag3116.xml"/><Relationship Id="rId23" Type="http://schemas.openxmlformats.org/officeDocument/2006/relationships/tags" Target="../tags/tag3115.xml"/><Relationship Id="rId22" Type="http://schemas.openxmlformats.org/officeDocument/2006/relationships/tags" Target="../tags/tag3114.xml"/><Relationship Id="rId21" Type="http://schemas.openxmlformats.org/officeDocument/2006/relationships/tags" Target="../tags/tag3113.xml"/><Relationship Id="rId20" Type="http://schemas.openxmlformats.org/officeDocument/2006/relationships/tags" Target="../tags/tag3112.xml"/><Relationship Id="rId2" Type="http://schemas.openxmlformats.org/officeDocument/2006/relationships/tags" Target="../tags/tag3094.xml"/><Relationship Id="rId19" Type="http://schemas.openxmlformats.org/officeDocument/2006/relationships/tags" Target="../tags/tag3111.xml"/><Relationship Id="rId18" Type="http://schemas.openxmlformats.org/officeDocument/2006/relationships/tags" Target="../tags/tag3110.xml"/><Relationship Id="rId17" Type="http://schemas.openxmlformats.org/officeDocument/2006/relationships/tags" Target="../tags/tag3109.xml"/><Relationship Id="rId16" Type="http://schemas.openxmlformats.org/officeDocument/2006/relationships/tags" Target="../tags/tag3108.xml"/><Relationship Id="rId15" Type="http://schemas.openxmlformats.org/officeDocument/2006/relationships/tags" Target="../tags/tag3107.xml"/><Relationship Id="rId14" Type="http://schemas.openxmlformats.org/officeDocument/2006/relationships/tags" Target="../tags/tag3106.xml"/><Relationship Id="rId13" Type="http://schemas.openxmlformats.org/officeDocument/2006/relationships/tags" Target="../tags/tag3105.xml"/><Relationship Id="rId12" Type="http://schemas.openxmlformats.org/officeDocument/2006/relationships/tags" Target="../tags/tag3104.xml"/><Relationship Id="rId11" Type="http://schemas.openxmlformats.org/officeDocument/2006/relationships/tags" Target="../tags/tag3103.xml"/><Relationship Id="rId10" Type="http://schemas.openxmlformats.org/officeDocument/2006/relationships/tags" Target="../tags/tag3102.xml"/><Relationship Id="rId1" Type="http://schemas.openxmlformats.org/officeDocument/2006/relationships/tags" Target="../tags/tag3093.xml"/></Relationships>
</file>

<file path=ppt/slides/_rels/slide142.xml.rels><?xml version="1.0" encoding="UTF-8" standalone="yes"?>
<Relationships xmlns="http://schemas.openxmlformats.org/package/2006/relationships"><Relationship Id="rId9" Type="http://schemas.openxmlformats.org/officeDocument/2006/relationships/tags" Target="../tags/tag3126.xml"/><Relationship Id="rId8" Type="http://schemas.openxmlformats.org/officeDocument/2006/relationships/tags" Target="../tags/tag3125.xml"/><Relationship Id="rId7" Type="http://schemas.openxmlformats.org/officeDocument/2006/relationships/tags" Target="../tags/tag3124.xml"/><Relationship Id="rId6" Type="http://schemas.openxmlformats.org/officeDocument/2006/relationships/tags" Target="../tags/tag3123.xml"/><Relationship Id="rId5" Type="http://schemas.openxmlformats.org/officeDocument/2006/relationships/tags" Target="../tags/tag3122.xml"/><Relationship Id="rId4" Type="http://schemas.openxmlformats.org/officeDocument/2006/relationships/tags" Target="../tags/tag3121.xml"/><Relationship Id="rId3" Type="http://schemas.openxmlformats.org/officeDocument/2006/relationships/tags" Target="../tags/tag3120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142.xml"/><Relationship Id="rId25" Type="http://schemas.openxmlformats.org/officeDocument/2006/relationships/image" Target="../media/image1.png"/><Relationship Id="rId24" Type="http://schemas.openxmlformats.org/officeDocument/2006/relationships/tags" Target="../tags/tag3141.xml"/><Relationship Id="rId23" Type="http://schemas.openxmlformats.org/officeDocument/2006/relationships/tags" Target="../tags/tag3140.xml"/><Relationship Id="rId22" Type="http://schemas.openxmlformats.org/officeDocument/2006/relationships/tags" Target="../tags/tag3139.xml"/><Relationship Id="rId21" Type="http://schemas.openxmlformats.org/officeDocument/2006/relationships/tags" Target="../tags/tag3138.xml"/><Relationship Id="rId20" Type="http://schemas.openxmlformats.org/officeDocument/2006/relationships/tags" Target="../tags/tag3137.xml"/><Relationship Id="rId2" Type="http://schemas.openxmlformats.org/officeDocument/2006/relationships/tags" Target="../tags/tag3119.xml"/><Relationship Id="rId19" Type="http://schemas.openxmlformats.org/officeDocument/2006/relationships/tags" Target="../tags/tag3136.xml"/><Relationship Id="rId18" Type="http://schemas.openxmlformats.org/officeDocument/2006/relationships/tags" Target="../tags/tag3135.xml"/><Relationship Id="rId17" Type="http://schemas.openxmlformats.org/officeDocument/2006/relationships/tags" Target="../tags/tag3134.xml"/><Relationship Id="rId16" Type="http://schemas.openxmlformats.org/officeDocument/2006/relationships/tags" Target="../tags/tag3133.xml"/><Relationship Id="rId15" Type="http://schemas.openxmlformats.org/officeDocument/2006/relationships/tags" Target="../tags/tag3132.xml"/><Relationship Id="rId14" Type="http://schemas.openxmlformats.org/officeDocument/2006/relationships/tags" Target="../tags/tag3131.xml"/><Relationship Id="rId13" Type="http://schemas.openxmlformats.org/officeDocument/2006/relationships/tags" Target="../tags/tag3130.xml"/><Relationship Id="rId12" Type="http://schemas.openxmlformats.org/officeDocument/2006/relationships/tags" Target="../tags/tag3129.xml"/><Relationship Id="rId11" Type="http://schemas.openxmlformats.org/officeDocument/2006/relationships/tags" Target="../tags/tag3128.xml"/><Relationship Id="rId10" Type="http://schemas.openxmlformats.org/officeDocument/2006/relationships/tags" Target="../tags/tag3127.xml"/><Relationship Id="rId1" Type="http://schemas.openxmlformats.org/officeDocument/2006/relationships/tags" Target="../tags/tag3118.xml"/></Relationships>
</file>

<file path=ppt/slides/_rels/slide143.xml.rels><?xml version="1.0" encoding="UTF-8" standalone="yes"?>
<Relationships xmlns="http://schemas.openxmlformats.org/package/2006/relationships"><Relationship Id="rId9" Type="http://schemas.openxmlformats.org/officeDocument/2006/relationships/tags" Target="../tags/tag3151.xml"/><Relationship Id="rId8" Type="http://schemas.openxmlformats.org/officeDocument/2006/relationships/tags" Target="../tags/tag3150.xml"/><Relationship Id="rId7" Type="http://schemas.openxmlformats.org/officeDocument/2006/relationships/tags" Target="../tags/tag3149.xml"/><Relationship Id="rId6" Type="http://schemas.openxmlformats.org/officeDocument/2006/relationships/tags" Target="../tags/tag3148.xml"/><Relationship Id="rId5" Type="http://schemas.openxmlformats.org/officeDocument/2006/relationships/tags" Target="../tags/tag3147.xml"/><Relationship Id="rId4" Type="http://schemas.openxmlformats.org/officeDocument/2006/relationships/tags" Target="../tags/tag3146.xml"/><Relationship Id="rId3" Type="http://schemas.openxmlformats.org/officeDocument/2006/relationships/tags" Target="../tags/tag3145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3167.xml"/><Relationship Id="rId25" Type="http://schemas.openxmlformats.org/officeDocument/2006/relationships/image" Target="../media/image1.png"/><Relationship Id="rId24" Type="http://schemas.openxmlformats.org/officeDocument/2006/relationships/tags" Target="../tags/tag3166.xml"/><Relationship Id="rId23" Type="http://schemas.openxmlformats.org/officeDocument/2006/relationships/tags" Target="../tags/tag3165.xml"/><Relationship Id="rId22" Type="http://schemas.openxmlformats.org/officeDocument/2006/relationships/tags" Target="../tags/tag3164.xml"/><Relationship Id="rId21" Type="http://schemas.openxmlformats.org/officeDocument/2006/relationships/tags" Target="../tags/tag3163.xml"/><Relationship Id="rId20" Type="http://schemas.openxmlformats.org/officeDocument/2006/relationships/tags" Target="../tags/tag3162.xml"/><Relationship Id="rId2" Type="http://schemas.openxmlformats.org/officeDocument/2006/relationships/tags" Target="../tags/tag3144.xml"/><Relationship Id="rId19" Type="http://schemas.openxmlformats.org/officeDocument/2006/relationships/tags" Target="../tags/tag3161.xml"/><Relationship Id="rId18" Type="http://schemas.openxmlformats.org/officeDocument/2006/relationships/tags" Target="../tags/tag3160.xml"/><Relationship Id="rId17" Type="http://schemas.openxmlformats.org/officeDocument/2006/relationships/tags" Target="../tags/tag3159.xml"/><Relationship Id="rId16" Type="http://schemas.openxmlformats.org/officeDocument/2006/relationships/tags" Target="../tags/tag3158.xml"/><Relationship Id="rId15" Type="http://schemas.openxmlformats.org/officeDocument/2006/relationships/tags" Target="../tags/tag3157.xml"/><Relationship Id="rId14" Type="http://schemas.openxmlformats.org/officeDocument/2006/relationships/tags" Target="../tags/tag3156.xml"/><Relationship Id="rId13" Type="http://schemas.openxmlformats.org/officeDocument/2006/relationships/tags" Target="../tags/tag3155.xml"/><Relationship Id="rId12" Type="http://schemas.openxmlformats.org/officeDocument/2006/relationships/tags" Target="../tags/tag3154.xml"/><Relationship Id="rId11" Type="http://schemas.openxmlformats.org/officeDocument/2006/relationships/tags" Target="../tags/tag3153.xml"/><Relationship Id="rId10" Type="http://schemas.openxmlformats.org/officeDocument/2006/relationships/tags" Target="../tags/tag3152.xml"/><Relationship Id="rId1" Type="http://schemas.openxmlformats.org/officeDocument/2006/relationships/tags" Target="../tags/tag3143.xml"/></Relationships>
</file>

<file path=ppt/slides/_rels/slide1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175.xml"/><Relationship Id="rId7" Type="http://schemas.openxmlformats.org/officeDocument/2006/relationships/tags" Target="../tags/tag3174.xml"/><Relationship Id="rId6" Type="http://schemas.openxmlformats.org/officeDocument/2006/relationships/tags" Target="../tags/tag3173.xml"/><Relationship Id="rId5" Type="http://schemas.openxmlformats.org/officeDocument/2006/relationships/tags" Target="../tags/tag3172.xml"/><Relationship Id="rId4" Type="http://schemas.openxmlformats.org/officeDocument/2006/relationships/tags" Target="../tags/tag3171.xml"/><Relationship Id="rId3" Type="http://schemas.openxmlformats.org/officeDocument/2006/relationships/tags" Target="../tags/tag3170.xml"/><Relationship Id="rId2" Type="http://schemas.openxmlformats.org/officeDocument/2006/relationships/tags" Target="../tags/tag316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176.xml"/><Relationship Id="rId1" Type="http://schemas.openxmlformats.org/officeDocument/2006/relationships/tags" Target="../tags/tag3168.xml"/></Relationships>
</file>

<file path=ppt/slides/_rels/slide1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184.xml"/><Relationship Id="rId7" Type="http://schemas.openxmlformats.org/officeDocument/2006/relationships/tags" Target="../tags/tag3183.xml"/><Relationship Id="rId6" Type="http://schemas.openxmlformats.org/officeDocument/2006/relationships/tags" Target="../tags/tag3182.xml"/><Relationship Id="rId5" Type="http://schemas.openxmlformats.org/officeDocument/2006/relationships/tags" Target="../tags/tag3181.xml"/><Relationship Id="rId4" Type="http://schemas.openxmlformats.org/officeDocument/2006/relationships/tags" Target="../tags/tag3180.xml"/><Relationship Id="rId3" Type="http://schemas.openxmlformats.org/officeDocument/2006/relationships/tags" Target="../tags/tag3179.xml"/><Relationship Id="rId2" Type="http://schemas.openxmlformats.org/officeDocument/2006/relationships/tags" Target="../tags/tag3178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185.xml"/><Relationship Id="rId1" Type="http://schemas.openxmlformats.org/officeDocument/2006/relationships/tags" Target="../tags/tag3177.xml"/></Relationships>
</file>

<file path=ppt/slides/_rels/slide1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193.xml"/><Relationship Id="rId7" Type="http://schemas.openxmlformats.org/officeDocument/2006/relationships/tags" Target="../tags/tag3192.xml"/><Relationship Id="rId6" Type="http://schemas.openxmlformats.org/officeDocument/2006/relationships/tags" Target="../tags/tag3191.xml"/><Relationship Id="rId5" Type="http://schemas.openxmlformats.org/officeDocument/2006/relationships/tags" Target="../tags/tag3190.xml"/><Relationship Id="rId4" Type="http://schemas.openxmlformats.org/officeDocument/2006/relationships/tags" Target="../tags/tag3189.xml"/><Relationship Id="rId3" Type="http://schemas.openxmlformats.org/officeDocument/2006/relationships/tags" Target="../tags/tag3188.xml"/><Relationship Id="rId2" Type="http://schemas.openxmlformats.org/officeDocument/2006/relationships/tags" Target="../tags/tag318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194.xml"/><Relationship Id="rId1" Type="http://schemas.openxmlformats.org/officeDocument/2006/relationships/tags" Target="../tags/tag3186.xml"/></Relationships>
</file>

<file path=ppt/slides/_rels/slide1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202.xml"/><Relationship Id="rId7" Type="http://schemas.openxmlformats.org/officeDocument/2006/relationships/tags" Target="../tags/tag3201.xml"/><Relationship Id="rId6" Type="http://schemas.openxmlformats.org/officeDocument/2006/relationships/tags" Target="../tags/tag3200.xml"/><Relationship Id="rId5" Type="http://schemas.openxmlformats.org/officeDocument/2006/relationships/tags" Target="../tags/tag3199.xml"/><Relationship Id="rId4" Type="http://schemas.openxmlformats.org/officeDocument/2006/relationships/tags" Target="../tags/tag3198.xml"/><Relationship Id="rId3" Type="http://schemas.openxmlformats.org/officeDocument/2006/relationships/tags" Target="../tags/tag3197.xml"/><Relationship Id="rId2" Type="http://schemas.openxmlformats.org/officeDocument/2006/relationships/tags" Target="../tags/tag319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203.xml"/><Relationship Id="rId1" Type="http://schemas.openxmlformats.org/officeDocument/2006/relationships/tags" Target="../tags/tag3195.xml"/></Relationships>
</file>

<file path=ppt/slides/_rels/slide1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211.xml"/><Relationship Id="rId7" Type="http://schemas.openxmlformats.org/officeDocument/2006/relationships/tags" Target="../tags/tag3210.xml"/><Relationship Id="rId6" Type="http://schemas.openxmlformats.org/officeDocument/2006/relationships/tags" Target="../tags/tag3209.xml"/><Relationship Id="rId5" Type="http://schemas.openxmlformats.org/officeDocument/2006/relationships/tags" Target="../tags/tag3208.xml"/><Relationship Id="rId4" Type="http://schemas.openxmlformats.org/officeDocument/2006/relationships/tags" Target="../tags/tag3207.xml"/><Relationship Id="rId3" Type="http://schemas.openxmlformats.org/officeDocument/2006/relationships/tags" Target="../tags/tag3206.xml"/><Relationship Id="rId2" Type="http://schemas.openxmlformats.org/officeDocument/2006/relationships/tags" Target="../tags/tag3205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212.xml"/><Relationship Id="rId1" Type="http://schemas.openxmlformats.org/officeDocument/2006/relationships/tags" Target="../tags/tag3204.xml"/></Relationships>
</file>

<file path=ppt/slides/_rels/slide1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220.xml"/><Relationship Id="rId7" Type="http://schemas.openxmlformats.org/officeDocument/2006/relationships/tags" Target="../tags/tag3219.xml"/><Relationship Id="rId6" Type="http://schemas.openxmlformats.org/officeDocument/2006/relationships/tags" Target="../tags/tag3218.xml"/><Relationship Id="rId5" Type="http://schemas.openxmlformats.org/officeDocument/2006/relationships/tags" Target="../tags/tag3217.xml"/><Relationship Id="rId4" Type="http://schemas.openxmlformats.org/officeDocument/2006/relationships/tags" Target="../tags/tag3216.xml"/><Relationship Id="rId3" Type="http://schemas.openxmlformats.org/officeDocument/2006/relationships/tags" Target="../tags/tag3215.xml"/><Relationship Id="rId2" Type="http://schemas.openxmlformats.org/officeDocument/2006/relationships/tags" Target="../tags/tag321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221.xml"/><Relationship Id="rId1" Type="http://schemas.openxmlformats.org/officeDocument/2006/relationships/tags" Target="../tags/tag3213.xml"/></Relationships>
</file>

<file path=ppt/slides/_rels/slide1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229.xml"/><Relationship Id="rId7" Type="http://schemas.openxmlformats.org/officeDocument/2006/relationships/tags" Target="../tags/tag3228.xml"/><Relationship Id="rId6" Type="http://schemas.openxmlformats.org/officeDocument/2006/relationships/tags" Target="../tags/tag3227.xml"/><Relationship Id="rId5" Type="http://schemas.openxmlformats.org/officeDocument/2006/relationships/tags" Target="../tags/tag3226.xml"/><Relationship Id="rId4" Type="http://schemas.openxmlformats.org/officeDocument/2006/relationships/tags" Target="../tags/tag3225.xml"/><Relationship Id="rId3" Type="http://schemas.openxmlformats.org/officeDocument/2006/relationships/tags" Target="../tags/tag3224.xml"/><Relationship Id="rId2" Type="http://schemas.openxmlformats.org/officeDocument/2006/relationships/tags" Target="../tags/tag322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230.xml"/><Relationship Id="rId1" Type="http://schemas.openxmlformats.org/officeDocument/2006/relationships/tags" Target="../tags/tag3222.xml"/></Relationships>
</file>

<file path=ppt/slides/_rels/slide1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238.xml"/><Relationship Id="rId7" Type="http://schemas.openxmlformats.org/officeDocument/2006/relationships/tags" Target="../tags/tag3237.xml"/><Relationship Id="rId6" Type="http://schemas.openxmlformats.org/officeDocument/2006/relationships/tags" Target="../tags/tag3236.xml"/><Relationship Id="rId5" Type="http://schemas.openxmlformats.org/officeDocument/2006/relationships/tags" Target="../tags/tag3235.xml"/><Relationship Id="rId4" Type="http://schemas.openxmlformats.org/officeDocument/2006/relationships/tags" Target="../tags/tag3234.xml"/><Relationship Id="rId3" Type="http://schemas.openxmlformats.org/officeDocument/2006/relationships/tags" Target="../tags/tag3233.xml"/><Relationship Id="rId2" Type="http://schemas.openxmlformats.org/officeDocument/2006/relationships/tags" Target="../tags/tag323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239.xml"/><Relationship Id="rId1" Type="http://schemas.openxmlformats.org/officeDocument/2006/relationships/tags" Target="../tags/tag32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课堂测试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0818"/>
            <a:ext cx="685228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系统最本质的定义特征是？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546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由若干独立要素简单叠加而成的集合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具有可测量物理边界的封闭实体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376261"/>
            <a:ext cx="7307580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ClrTx/>
              <a:buSzTx/>
              <a:buFontTx/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由相互联系和相互制约的若干组成部分结合成的、具有特定功能的有机整体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能通过数学公式精确描述其输入输出关系的黑箱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latin typeface="Univers (WN)" charset="0"/>
                <a:sym typeface="+mn-ea"/>
              </a:rPr>
              <a:t>根据复杂程度分类，系统的九个等级可分为由低到高的三个层次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物理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物理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化学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化学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WSR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方法论依次确立了（）的实践准则</a:t>
            </a:r>
            <a:endParaRPr lang="en-US" altLang="zh-CN" sz="2600" dirty="0">
              <a:solidFill>
                <a:schemeClr val="accent6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098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以下哪项最能体现信息与数据、知识、智慧之间的增值关系？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661761"/>
            <a:ext cx="7091680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ClrTx/>
              <a:buSzTx/>
              <a:buFontTx/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数据经过处理成为信息，信息经过分析成为知识，知识指导行动形成智慧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数据就是智慧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信息和知识没有联系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智慧是数据的集合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以下哪种信息系统属于以客户为中心、为企业销售、客户服务和决策支持提供管理平台的系统？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14420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ERP系统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CRM系统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57734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SCM系统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13398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OA系统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信息、管理和信息系统三者的关系，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描述正确的是（）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信息是手段，管理是目的，信息系统是主体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信息是主体，管理是手段，信息系统是目的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信息是目的，管理是主体，信息系统是手段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信息是主体，管理是目的，信息系统是手段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信息系统建设的复杂性体现在多个维度。下列选项中，不属于信息系统建设‘技术复杂性’范畴的是？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计算机硬件与软件技术的快速演进与兼容性挑战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组织内不同部门间管理思想与制度惯例的差异性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人工智能算法在决策支持中的可解释性与可靠性问题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多源异构数据采集、清洗与实时存储的技术集成难度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chemeClr val="accent6"/>
                </a:solidFill>
                <a:sym typeface="+mn-ea"/>
              </a:rPr>
              <a:t>系统方法在信息系统建设中的应用不包括（）</a:t>
            </a:r>
            <a:endParaRPr lang="en-US" altLang="zh-CN" sz="26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自由生命周期阶段与反复迭代相结合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还原论与整体论相结合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微观分析与宏观综合相结合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定性判断与定量计算相结合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066483"/>
            <a:ext cx="975360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某集团公司内部招聘案例中，用于描述一个职位从“发布”到“关闭”过程中经历的多种状态（如待审核、已录用、已撤销等）及其触发事件的UML图是：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用例图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顺序图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状态图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类图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5515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面向服务的体系结构（SOA）强调服务具有‘对外定义良好的接口和契约’，这一特性主要体现了SOA的哪一根本原则？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2970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松耦合（Loose Coupling）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2014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平台无关性（Platform Independence）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50965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服务重用（Service Reusability）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8102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接口契约化（Contractual Interface）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0792"/>
            <a:ext cx="9493886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信息系统规划质量与开发质量共同决定最终系统成效。下列哪种组合最可能导致‘混乱的系统’？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好的规划 + 好的开发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好的规划 + 差的开发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差的规划 + 好的开发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差的规划 + 差的开发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信息系统规划的技术与方法不包括（）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战略目标集转移法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企业系统规划法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价值生命周期分析法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关键成功因素法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7536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根据中国IT治理研究中心（2010）的定义，IT治理的根本目的是：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1014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提升IT部门的技术研发能力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实现信息技术的商业价值，并支撑组织业务战略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546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降低企业信息化建设的硬件采购成本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7232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确保CIO在企业中拥有最高行政决策权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系统分析师在系统分析阶段的主要任务是什么？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编写系统设计说明书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充分理解用户需求并用系统分析说明书表达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进行系统实施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维护信息系统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关于系统需求，下列哪项描述是正确的？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9724"/>
            <a:ext cx="8437880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功能性需求主要涉及系统性能、可靠性和安全性等质量特性。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技术性需求是系统必须完成的活动或过程。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功能性需求是根据业务过程和业务规则确定的。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技术性需求与业务流程无关。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7188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企业流程管理BPM的相关技术和概念包括哪些？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4486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BPR（业务流程再造）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3305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BPI（业务流程改进）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3369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企业架构集成（EAI）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流程自动化、流程集成、流程建模、流程优化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企业数字化转型带来的价值主要包括以下哪些方面？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员工生产力提升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数据驱动业务价值提升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客户体验提升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企业规模扩大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7135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数据字典是对</a:t>
            </a:r>
            <a:r>
              <a:rPr lang="en-US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[填空1]</a:t>
            </a: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的补充描述，用来描述数据流程图中的数据流、数据存储、处理过程和外部实体的详细内容。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slow" advClick="0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066483"/>
            <a:ext cx="962215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在毕业设计管理系统中，教务秘书在第7学期末要求教师按照职称上报指定数量的毕设题目。教师提交初始题目后，教务秘书的下一步操作是什么？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公布题目清单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分配学生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填写任务书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收集学生志愿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79717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在用例建模中，参与者（Actor）指的是哪一类对象？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系统内部的模块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546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系统之外与系统进行交互的任何事物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系统管理员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关于用例的前置条件和后置条件，下列说法正确的是：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前置条件是用例结束后系统需要保证成立的条件。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后置条件是用例开始前系统需要保证为真的条件。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前置条件不满足时，用例无法被启动。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所有用例都必须有前置条件和后置条件。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在发朋友圈的用例中，用户返回编辑页面时可以保留已编辑内容，这一功能主要带来的好处是：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减少重复工作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增加系统复杂性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提升朋友圈曝光率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限制用户操作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在领域对象建模中，属性与操作具有‘视点依赖性’。以下哪些选项体现了该原则？（多选）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‘汽车’在销售系统中需记录‘售价’和‘库存数量’，而在交通管理系统中需记录‘车牌号’和‘年检日期’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75234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‘银行账户’类中，所有实例都必须有‘账号’‘余额’‘开户日期’三个属性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‘车辆’在销售系统中支持‘车辆入库’‘车辆销售’操作，在交管系统中支持‘车辆上牌’‘违法登记’操作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503069"/>
            <a:ext cx="7750811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‘计数器’对象的‘inc()’操作在任何系统中语义不变，因此不具有视点依赖性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868363"/>
            <a:ext cx="9687561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P26指出多态分为动态多态与静态多态。判断以下代码片段体现的是哪一类多态：public class Calculator { public int add(int a, int b) { return a+b; } public double add(double a, double b) { return a+b; } }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动态多态（运行时多态）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静态多态（编译时多态）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既不是动态也不是静态多态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依赖于调用时的实际参数类型，属于混合多态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646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根据P33–P34内容，关于‘自始至终的对象模型’，以下说法正确的有？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分析阶段产出的是领域对象模型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42214"/>
            <a:ext cx="8361680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设计阶段在领域对象模型基础上精化，形成类模型和数据库模型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实现阶段使用面向对象语言将类模型直接编码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该模式可完全消除分析→设计→实现之间的语义鸿沟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634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下列哪种情况最适合采用“规格说明（Specification）”而非建立多个子类来建模？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77344"/>
            <a:ext cx="84124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图书系统中，不同出版社出版的图书具有不同的封面设计规范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64331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医院系统中，医生职称分为住院医师、主治医师、副主任医师、主任医师，且医生可能随年限晋升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005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电商系统中，商品分为电子产品、服装、食品三类，每类有专属属性（如电子产品有CPU型号，服装有尺码）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503069"/>
            <a:ext cx="81711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教务系统中，课程类型分为必修课、选修课、实践课，且课程类型一经设定不可更改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以下关于泛化关系建模的描述中，哪些符合面向对象领域建模的最佳实践？（多选）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7860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当‘学生’类中‘导师’属性仅对研究生有意义时，应将‘研究生’建模为‘学生’的子类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64331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若某类的所有实例都必须属于其某个子类（如‘支付’实例必为‘现金支付’或‘信用卡支付’），则该类应定义为抽象类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005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为提高代码复用，可将‘管理员’和‘客户’共同拥有的字段（如姓名、电话）抽取为父类，即使二者在业务语义上不满足‘is-a-kind-of’关系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35781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对象的状态变化（如订单从‘待支付’变为‘已发货’）不应通过创建多个子类（如‘待支付订单’‘已发货订单’）来建模，除非状态主导绝大多数行为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57834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在UML状态图中，关于初态（initial state）的描述，正确的是？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可以有多个初态，表示对象可能从多种方式被创建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初态用空心圆表示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初态是复合状态的一种特例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60115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初态有且仅有一个，用实心圆（●）表示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系统设计的目标包括哪些方面？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9724"/>
            <a:ext cx="8437880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系统的功能、效率、可靠性、工作质量、可变更性、经济性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系统的硬件配置、网络速度、用户数量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系统的界面美观、用户反馈、市场占有率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系统的开发人员数量、开发周期、测试用例数量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信息系统设计内容通常包括以下哪五大部分？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931319"/>
            <a:ext cx="73075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应用架构设计、接口层设计、业务逻辑层设计、数据层设计、技术架构设计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88569"/>
            <a:ext cx="75234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应用架构设计、用户体验设计、业务逻辑层设计、数据层设计、技术架构设计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645819"/>
            <a:ext cx="73075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应用架构设计、接口层设计、业务逻辑层设计、数据层设计、测试架构设计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503069"/>
            <a:ext cx="73075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应用架构设计、接口层设计、业务逻辑层设计、数据层设计、网络架构设计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以下哪种内聚类型被认为是最高级别的内聚？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52558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偶然内聚 (coincidental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07123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通信内聚 (communicational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49212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功能内聚 (functional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43732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逻辑内聚 (logical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关于“架构”与“结构”的关系，下列描述正确的是？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架构是结构的具体实现，结构是架构的抽象表达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架构与结构完全等价，二者可互换使用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99464"/>
            <a:ext cx="8361680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架构是高层抽象的设计决策，相同架构下允许存在多种具体结构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结构决定架构，架构必须严格遵循结构的物理约束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97536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在MVC架构中，控制器（Controller）负责</a:t>
            </a:r>
            <a:r>
              <a:rPr lang="en-US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[填空1]</a:t>
            </a: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，并</a:t>
            </a:r>
            <a:r>
              <a:rPr lang="en-US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[填空2]</a:t>
            </a: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slow" advClick="0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下列框架中，不属于微服务架构支持框架的是？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2440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Spring Cloud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2693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Dubbo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3296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8070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Istio（虽未列出但属干扰项，需排除）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0818"/>
            <a:ext cx="916368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信息系统接口层设计主要涵盖哪两类接口？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硬件接口与软件接口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内部接口与外部接口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软件系统与人的接口、软件系统与软件系统之间的接口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同步接口与异步接口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5002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在RPC调用过程中，client stub和server stub各自承担的关键职责是？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84296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client stub负责将本地方法调用序列化为网络消息并发送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42214"/>
            <a:ext cx="8159115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server stub负责接收网络消息、反序列化并调用本地目标方法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77692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client stub直接执行被调用方的业务逻辑以提升性能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49094"/>
            <a:ext cx="806323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server stub负责向客户端返回HTTP状态码以标识调用结果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9371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根据12.1.3节，类的方法按职责可分为以下哪些类型？（多选）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73437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行为型（do something），如执行计算或初始化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6974"/>
            <a:ext cx="8436611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了解型（know something），如获取自身属性或关联对象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嵌套型，指一个方法内部调用自身或其他对象的方法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持久型，专用于数据库事务提交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55441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UML包划分应遵循的原则包括哪些？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共同封闭原则：包内类因相似原因而改变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38400" y="3742214"/>
            <a:ext cx="8430261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高内聚低耦合原则：虽非UML标准术语，但等价于共同复用原则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2438400" y="4591844"/>
            <a:ext cx="84124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共同复用原则：包内类应作为一个整体被复用，不可单独使用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依赖倒置原则：高层模块不应依赖低层模块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976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在UML顺序图中，用于表示对象实例化（如调用new操作符）的消息类型是？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返回消息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自身消息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18072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create消息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嵌套消息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65898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Christopher Alexander对“模式”的经典定义强调其由哪三个部分构成？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目标、路径、结果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环境、问题、解决方案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上下文、动机、实现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抽象、封装、继承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在面向服务设计中，关于‘系统操作’的定义，以下描述最准确的是？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877344"/>
            <a:ext cx="84378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系统操作是系统内部模块间调用的函数接口，与外部用户无关。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549809"/>
            <a:ext cx="7091680" cy="8299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系统操作代表一个外部请求，是系统为完成某项任务而执行的一组动作。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99464"/>
            <a:ext cx="8406765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系统操作等同于数据库中的一条SQL语句，仅用于数据增删改查。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449094"/>
            <a:ext cx="84378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系统操作指微服务容器的启动与销毁过程，属于运维层面行为。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服务设计应遵循的原则不包括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领域驱动和独立数据存储原则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单一职责和开源原则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单一职责和闭包原则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两张披萨和轻量级通信原则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关系数据模型的主要特点是什么？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用二维表格数据表示实体和实体之间的联系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用树形结构表示实体关系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用图结构表示实体关系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用文档结构表示实体关系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3646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关于Hibernate框架，下列说法正确的是：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77344"/>
            <a:ext cx="8325486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Hibernate是一种Java语言下的解决对象关系映射的开源框架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5161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Hibernate只能用于NoSQL数据库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60788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Hibernate不支持XML文件配置映射关系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43834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Hibernate不支持持久化操作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90531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请填空：提高程序的</a:t>
            </a:r>
            <a:r>
              <a:rPr lang="en-US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[填空1]</a:t>
            </a: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是编写好程序的重要标准之一。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slow" advClick="0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以下关于测试和调试的说法，正确的是：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测试是发现缺陷，调试是定位并排除缺陷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测试和调试都是程序员的工作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调试主要由测试工程师完成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测试是定位缺陷，调试是发现缺陷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自动化测试的主要效益不包括以下哪一项？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测试具有一致性和可重复性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节约人力，提高测试效率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让产品更快交付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增加人工测试的复杂度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0792"/>
            <a:ext cx="9493886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信息系统运维从服务视角出发，其核心依据是供方与需方之间达成的哪类协议？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4270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服务水平协议（SLA）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6645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软件许可协议（EULA）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数据安全责任书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系统验收备忘录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6831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根据《凤凰项目》提出的DevOps三步工作法，以下哪些属于其核心原则？（多选）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9724"/>
            <a:ext cx="8437880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建立从开发到运维快速、平滑、能向客户交付价值的工作流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在每个阶段实施从右向左的持续、快速工作反馈机制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通过自动化脚本统一管理所有环境配置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64334"/>
            <a:ext cx="8285480" cy="42989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建立持续学习和高信任度的企业文化，支持动态、严格的科学实验</a:t>
            </a:r>
            <a:endParaRPr lang="en-US" altLang="en-US" sz="2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大数据平台的核心技术包括哪些？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分布式存储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分布式处理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关系型数据库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人工智能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以下哪项属于大数据技术的数据存储层？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10502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HDFS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0509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Kafka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1258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Storm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15887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Logstash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0785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1.【第01章·信息系统与智能体概述】信息系统的基本构成要素通常不包括下列哪一项?____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人(使用者与管理者)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7152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机(计算机及网络)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利润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270000"/>
            <a:ext cx="3234055" cy="186118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信息系统由人、机、数据、流程等要素组成,用于信息的采集、处理、存储与利用;利润是组织目标而非系统构成要素。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611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2.【第01章·信息系统与智能体概述】在“输入—处理—输出”一般模型中,“反馈”的主要作用是?____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增加冗余输出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5875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将输出回送为输入,用于自我修正与控制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替代输入环节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删除历史数据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反馈环将系统输出回送为输入,使系统能根据结果自我修正,是控制系统稳定性的关键。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72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3.【第01章·信息系统与智能体概述】按层级与目标分类,下列系统中决策支持能力最强的是?____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843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事务处理系统 TPS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7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管理信息系统 MIS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94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决策支持系统 DSS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三者相同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8071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TPS 处理基础事务,MIS 支持日常管理,DSS 面向半结构化决策,决策支持能力自上而下增强。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288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4.【第01章·信息系统与智能体概述】信息系统生命周期()通常不包含下列哪一阶段?____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市场营销推广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SDLC 包括规划、需求、设计、实现、测试、实施与运维等;市场营销推广不属于系统开发生命周期。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72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5.【第01章·信息系统与智能体概述】下列对“智能体”的描述,最恰当的是?____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只能按固定脚本执行的程序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34594"/>
            <a:ext cx="848614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以大语言模型为认知核心,能感知、决策并采取行动的软件系统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不需要任何数据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等同于传统数据库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0929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智能体以 LLM 为“大脑”,具备感知—决策—行动闭环,是对传统信息系统的智能形态封装。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72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6.【第01章·信息系统与智能体概述】智能体的“记忆”能力,最贴近信息系统中的哪类职能?____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信息处理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数据存储与知识管理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结果输出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记忆用于保存对话历史与长期经验,对应信息系统的数据存储 / 知识管理职能。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7.【第01章·信息系统与智能体概述】智能体“感知—决策—行动”循环,与瀑布式开发的根本区别是?____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无需需求分析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65360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它是带反馈的自适应闭环,可据环境变化调整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瀑布式也能自动修正计划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二者无区别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智能体是含反馈的自适应闭环,能在运行中根据结果调整下一步;瀑布式是单向推进、交付即终。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8375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8.【第01章·信息系统与智能体概述】“提示词即策略(prompt as policy)”意指?____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提示词决定大模型的行为策略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提示词是登录密码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策略与提示词无关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提示词仅用于排版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 LLM 驱动范式下,自然语言提示词承担了“策略 / 规则”的角色,非程序员也能借此“编程”。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0785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9.【第01章·信息系统与智能体概述】学界刻画智能体行为属性的“四要素”通常不包括?____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自主性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反应性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社会性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盈利性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四要素为自主性、反应性、社会性、主动性;盈利性并非智能体的行为属性。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875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10.【第01章·信息系统与智能体概述】本课程统一选用扣子 Coze 作为实践平台,主因是?____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需要大量编程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零代码友好、知识库能力强、国内合规可落地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仅支持英文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没有发布渠道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低代码、知识库强、国内合规,最契合零基础的信息资源管理专业学生。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23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11.【第02章·信息系统规划与可行性分析】信息系统生命周期()的正确阶段顺序是?____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规划→需求→设计→实施→维护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设计→规划→需求→实施→维护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需求→实施→设计→规划→维护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维护→规划→需求→设计→实施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SDLC 典型顺序为规划、需求(分析)、设计、实施、维护,规划是起点。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42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12.【第02章·信息系统规划与可行性分析】战略规划方法中,"关键成功因素法"对应的英文缩写是?____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7531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SST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7823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BSP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7696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CSF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7931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MIS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69060"/>
            <a:ext cx="3331845" cy="1706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CSF(Critical Success Factors)关键成功因素法,自上而下识别少数关键目标;SST 为战略集合转化法,BSP 为企业系统规划法。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13.【第02章·信息系统规划与可行性分析】下列可行性维度中,最常见的"核心四维"不包括?____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经济可行性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操作可行性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文化可行性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565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常见核心四维为技术/经济/操作/法律可行性;"文化可行性"并非标准分类。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14.【第02章·信息系统规划与可行性分析】系统转换策略中,新旧系统并行运行以降低风险的是?____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直接切换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试点转换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分段转换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并行转换让新旧系统同时运行,便于比对与回退,风险最低但成本较高。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15.【第02章·信息系统规划与可行性分析】项目范围无控制地扩大,称为?____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5915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范围蔓延 Scope Creep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范围基准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里程碑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关键路径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136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Scope Creep 指范围在过程中无控制地膨胀,是规划阶段须用范围管理防范的风险。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16.【第02章·信息系统规划与可行性分析】智能体项目立项时,数据合规问题主要属于哪类可行性?____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经济可行性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法律可行性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操作可行性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个人数据授权、素材版权、隐私保护属法律与合规可行性,是智能体项目的红线。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23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17.【第02章·信息系统规划与可行性分析】最小可行智能体()的核心目的是?____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一次性做全所有功能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224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先验证核心假设,再逐步扩展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省去测试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直接上线收费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MVP 以最小成本验证可行性,避免在未经验证的复杂功能上过度投入。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18.【第02章·信息系统规划与可行性分析】调用大模型或插件时,通常消耗的是?____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电竞积分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平台积分(调用额度)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人民币现金直接扣除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不消耗任何资源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5468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多数平台按调用消耗积分/额度,立项时须估算长期调用成本。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19.【第02章·信息系统规划与可行性分析】智能体项目立项书通常应明确"做什么"与什么?____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332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"不做什么"(范围边界)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用户生日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公司股价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天气情况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范围管理须同时明确"做什么"与"不做什么",以防范范围蔓延。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20.【第02章·信息系统规划与可行性分析】本课程以智能体重构 ISAD,强调各环节落到?____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更长更全的文档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52152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可运行的智能体,而非仅停留在文档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纯理论考试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外包给厂商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5976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课程主线是用可运行的智能体重构规划—需求—设计—实施,让方法论"看得见、跑得通"。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21.【第03章·系统需求分析】下列哪项不属于常用的需求获取方法?____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访谈与问卷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观察与文档分析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直接凭空猜测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原型与对话式探索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1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需求获取强调实证(访谈/观察/原型/对话式),凭空猜测会引入偏差。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1319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22.【第03章·系统需求分析】功能需求主要回答的问题是?____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7813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"系统必须做什么"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7813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"系统做得有多好"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系统用什么语言写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系统卖多少钱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819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功能需求定义"必须做什么";非功能需求才回答"做得有多好"(准确性、时延等)。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23.【第03章·系统需求分析】用户故事『作为学生,我想查询课程大纲,以便提前预习』中,部分是?____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作为学生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查询课程大纲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提前预习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9087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模板为"作为,我想要,以便",价值即"提前预习"。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7168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24.【第03章·系统需求分析】下列工具中,属于结构化需求分析()而非面向对象的是?____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279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数据流图 DFD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用例图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6795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UML 类图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状态图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DFD/数据字典/加工逻辑属结构化分析;用例图、类图、状态图属面向对象分析。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027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25.【第03章·系统需求分析】需求规格说明书 SRS 常用哪个标准模板?____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 830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6122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ISO 9001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894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HTTP 1.1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297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SQL 92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3372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 830 是经典软件需求规格说明模板;其余分别属质量体系、网络协议、数据库语言。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367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26.【第03章·系统需求分析】在 Coze 中,智能体的系统提示词最适合比作?____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一份可运行的需求规格说明书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数据库备份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703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 IP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4134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系统提示词定义角色/技能/限制/格式,本质上就是智能体的需求规格,且可立即运行验证。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716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27.【第03章·系统需求分析】下列更适合做成固定"工作流"而非"智能体"的是?____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8621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费用报销审批(&lt;500部门经理批)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规划一次厦门之旅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撰写调研报告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开放闲聊助手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69060"/>
            <a:ext cx="3180715" cy="1706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报销审批步骤与判断可精确定义,属确定性流程,工作流更可靠、可审计;旅行/报告路径不确定,更适合 Agent。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88017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28.【第03章·系统需求分析】对话式需求获取的本质是?____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自然语言提示即一种轻量需求获取方式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完全不需要分析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只问用户要什么颜色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直接写代码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 AI 提示词引导需求收敛,一句话需求可转化为需求文档,是轻量而高效的需求获取。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03922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29.【第03章·系统需求分析】用例(Use Case)的要素通常不包括?____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参与者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目标与主成功场景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3850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扩展(异常分支)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代码实现细节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1343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用例描述"做什么"与场景,不规定代码实现;实现是设计与开发阶段的事。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705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30.【第03章·系统需求分析】KB《AI辅助下的需求探索》提示词的主要用途是?____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一句话需求→补全为完整需求文档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生成图片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训练大模型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部署服务器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该提示词将原始业务描述补全为完整软件需求文档,加速需求收敛。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31.【第04章·系统总体设计与智能体架构】"模块内紧密相关、模块间依赖尽量少"描述的是?____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高内聚低耦合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高耦合低内聚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紧耦合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单体架构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高内聚指模块内部联系紧密,低耦合指模块间依赖少,是模块独立性的核心目标。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32.【第04章·系统总体设计与智能体架构】结构化设计中,耦合越低、内聚越高意味着?____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模块独立性越好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运行速度越快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界面越漂亮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代码行数越多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5468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耦合低、内聚高使模块更易理解、测试与复用,独立性更好。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265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33.【第04章·系统总体设计与智能体架构】软件架构风格中,B/S 指的是?____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3050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浏览器/服务器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644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后端/前端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644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业务/系统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644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备份/存储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B/S(Browser/Server)浏览器/服务器架构,是经典分层风格之一。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04684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34.【第04章·系统总体设计与智能体架构】IPO 图主要描述的是?____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5288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模块的输入—处理—输出逻辑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公司组织架构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网络拓扑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用户画像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IPO(Input-Process-Output)图刻画单个模块内部的处理逻辑,对应智能体感知—推理—行动。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87109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35.【第04章·系统总体设计与智能体架构】面向对象设计的 SOLID 原则不包含下列哪项?____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单一职责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开闭原则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依赖倒置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数据库第三范式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2229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SOLID 含单一职责、开闭、里氏替换、接口隔离、依赖倒置;数据库范式属数据建模范畴。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36.【第04章·系统总体设计与智能体架构】希望智能体"自动获取实时天气",应优先使用哪类组件?____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卡片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3539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插件(天气 API)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5531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插件封装外部 API,适合获取实时/专业外部信息;卡片只管呈现,变量/记忆库不获取外部数据。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37.【第04章·系统总体设计与智能体架构】关于工作流与对话流,下列说法正确的是?____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931319"/>
            <a:ext cx="719582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工作流适合步骤明确、结果可控;对话流能维持上下文,适合长时间连续交互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对话流不支持读取历史对话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工作流不支持插件节点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两者完全相同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工作流步骤固定可控,对话流自动保存上下文,二者都支持插件、大模型等节点。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32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38.【第04章·系统总体设计与智能体架构】Coze 中"人设与回复逻辑"面板相当于智能体的?____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数据库备份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50330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大脑 / 需求规格(定义角色与规则)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703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 IP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人设与回复逻辑定义全局角色与规则,是智能体的"大脑",也等价于需求规格。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1042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39.【第04章·系统总体设计与智能体架构】关于"高内聚低耦合 ↔ 智能体"的映射,正确的是?____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6960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智能体技能=高内聚模块;工作流=低耦合编排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0789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技能=低内聚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4091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工作流=高耦合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二者无对应关系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1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每个技能单一职责(高内聚),工作流以连线松耦合编排,正对应经典设计原则。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40.【第04章·系统总体设计与智能体架构】防御性设计强调为工作流增加?____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更多动画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7942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异常/兜底分支(如选择器"否则")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广告弹窗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隐藏按钮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33184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防御性设计在系统设计阶段埋设恢复机制,如选择器"否则"分支 + 变量聚合统一输出,提升复杂项目可靠性。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19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41.【第05章·知识库设计与提示词工程】DIKW 模型中,经处理、赋予语境的数据称为?____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6802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 Data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067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 Information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710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 Knowledge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24853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智慧 Wisdom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数据经处理并赋予语境后成为信息;再经归纳可指导行动成为知识。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83807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42.【第05章·知识库设计与提示词工程】关系数据库范式(1NF/2NF/3NF)的主要目的是?____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7668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消除插入/更新/删除异常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加快网速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美化界面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压缩文件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23405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规范化通过消除数据冗余与异常,提升一致性与可维护性。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6850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43.【第05章·知识库设计与提示词工程】ER 模型中,1:N 表示?____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一对一联系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一对多联系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多对多联系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1:N 表示一个实体实例关联多个另一实体实例,如一个学生选修多门课。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44.【第05章·知识库设计与提示词工程】知识表示方法不包括下列哪项?____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框架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语义网络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533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层叠样式表 CSS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7342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规则/框架/语义网络/本体是知识表示方式;CSS 是网页样式语言,无关。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611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45.【第05章·知识库设计与提示词工程】知识表示中,符号主义(如规则/本体)的主要优势是?____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可解释性强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参数量巨大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不可追溯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纯黑盒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符号主义知识表示显式、可解释;连接主义(向量)偏泛化但可解释性弱。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46.【第05章·知识库设计与提示词工程】一份结构良好的系统提示词通常包含哪些部分?____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角色设定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7152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功能与流程(技能)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限制条件与回复格式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以上都包含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467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系统提示词标准组成:角色 + 技能 + 限制 + 回复格式,四者俱全更可靠。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1668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47.【第05章·知识库设计与提示词工程】RAG 的正确流程顺序是?____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生成→检索→增强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检索→增强→生成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增强→生成→检索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生成→增强→检索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RAG 先检索外部知识,再增强(拼接上下文),最后生成带引用的回答。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5835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48.【第05章·知识库设计与提示词工程】做"校园专业代码查询"助手,专业表存于 Excel,应选哪类知识库?____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文本类型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表格类型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图片类型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任意均可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05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表格类型支持勾选索引列与 NL2SQL 条件查询,最适合结构化参数表。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49.【第05章·知识库设计与提示词工程】关于知识库召回与排序,正确的是?____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224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召回负责查全,排序负责查准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召回负责查准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排序负责查全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召回(语义/全文/混合初筛)决定查全,重排决定查准,共同影响回答质量。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716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50.【第05章·知识库设计与提示词工程】从"提示工程"升级到"上下文工程",关键是?____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77344"/>
            <a:ext cx="845185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系统化组织进入模型的全部上下文(指令/知识/工具/记忆/历史)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只写更长的提示词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关闭记忆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5501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上下文工程在有限窗口内最大化有效信息、抑制噪声,涵盖指令/知识/工具/记忆/历史等全部上下文。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42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51.【第06章·智能体记忆与多模态设计】认知视角下,人的"长时记忆"最接近智能体的?____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上下文窗口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短期记忆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7058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长期记忆(跨会话持久化)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屏幕分辨率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1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长时记忆(语义/情节/程序)对应智能体跨会话长期记忆,常借向量库持久化。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518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52.【第06章·智能体记忆与多模态设计】知识组织方法中,含"用/代/属/分/参"规范关系的是?____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分类法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7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叙词表 Thesaurus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知识图谱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向量索引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叙词表以规范词及用/代/属/分/参关系控制词汇,提升检索一致性。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23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53.【第06章·智能体记忆与多模态设计】本体()常见的形式化语言是?____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9575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OWL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817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CSV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9010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MP3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9429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JPEG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OWL(Web Ontology Language)用于形式化表达概念、关系与公理。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54.【第06章·智能体记忆与多模态设计】元数据标准 Dublin Core 主要用于?____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资源的描述、标注与可发现性治理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压缩图片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编写提示词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训练模型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Dublin Core 是通用元数据标准,支撑资源的描述、标注与可发现性。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4621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55.【第06章·智能体记忆与多模态设计】知识图谱本质上是?____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9117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实体—关系网络,支持推理与链接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一张照片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代码仓库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知识图谱以实体—关系网络组织知识,支持多跳推理与链接发现。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56.【第06章·智能体记忆与多模态设计】希望智能体"记住每位用户的昵称与学习进度",应优先用?____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官方插件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图片知识库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大模型节点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80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变量适合持久化个性化键值(如昵称/进度),可经 {{name}} 在提示词中引用。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57.【第06章·智能体记忆与多模态设计】关于变量、数据库、记忆库,正确的是?____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931319"/>
            <a:ext cx="7287895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变量存临时/个性化键值;数据库存结构化业务数据;记忆库自动沉淀用户画像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三者作用完全相同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数据库只能存图片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记忆库存静态手册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三者分工明确:变量(个性化键值)、数据库(结构化业务)、记忆库(长期用户画像)。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1319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58.【第06章·智能体记忆与多模态设计】多模态智能体指?____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能同时处理文本、图像、音频、视频中至少两种模态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只能处理文字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9653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必须用 GPU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只能语音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多模态指系统能处理两种及以上模态(文本/图像/音频/视频),由插件+多模态模型支撑。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59.【第06章·智能体记忆与多模态设计】记忆与知识的核心区别是?____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0778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记忆数据由用户动态产生,知识由开发者预置(静态共享)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二者完全一样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知识不能共享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记忆都是图片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记忆是用户使用中产生的动态个性化数据;知识是开发者预置、所有用户共享的静态领域数据。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60.【第06章·智能体记忆与多模态设计】用户长期偏好画像最适合存于?____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图片知识库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临时变量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1343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记忆库开启后自动从对话提取并沉淀用户长期画像,跨轮调用,最契合偏好沉淀。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89090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61.【第07章·复杂工作流与多智能体系统】BPMN 是指?____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0172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业务流程建模与标注(统一流程图形语言)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一种数据库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前端框架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操作系统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2961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BPMN(Business Process Model and Notation)是业务流程建模与标注的标准图形语言。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2182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62.【第07章·复杂工作流与多智能体系统】Petri 网擅长对什么进行严格建模?____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并发、同步与资源竞争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网页样式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图像压缩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Petri 网以库所/变迁刻画并发、同步与资源竞争,适合多智能体并发的形式化建模。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89319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63.【第07章·复杂工作流与多智能体系统】业务流程重组()强调?____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根本性再设计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小修小补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仅自动化表单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停止开发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4548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BPR(Hammer &amp; Champy)强调对流程进行根本性的再设计,而非渐进式修补。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64.【第07章·复杂工作流与多智能体系统】多智能体系统()中,一个 Agent 通常刻画为?____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角色 + 目标 + 结构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仅一个函数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一张图片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一个数据库表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03149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MAS 中 Agent = 角色(Role)+ 目标(Goal)+ 结构(Structure),对应人类团队分工。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722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65.【第07章·复杂工作流与多智能体系统】WfMC 参考模型通常包含?____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5681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流程定义/引擎/客户端/互操作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仅浏览器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7125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 UI 组件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556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WfMC 参考模型含流程定义、引擎、客户端与互操作等,是工作流管理的经典框架。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66.【第07章·复杂工作流与多智能体系统】任务间相互独立、需大规模并行生成 100 张图,应选?____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循环节点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批处理节点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变量聚合节点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选择器节点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批处理节点并行处理相互独立的数组元素,运行次数=数组长度,适合批量生成。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67.【第07章·复杂工作流与多智能体系统】下列场景适合采用多 Agent 模式的是?____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648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电商客服(订单/促销/人工分流)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单一固定的天气查询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一次性的加法计算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静态网页展示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296608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电商客服需专业分工与动态分流,适合父/子 Agent 协作;固定天气查询用工作流即可。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68.【第07章·复杂工作流与多智能体系统】关于工作流嵌套,下列说法正确的是?____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只有已发布的工作流才能被主工作流嵌套调用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任意草稿都能嵌套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子流不能独立调试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主工作流无法调度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约束明确:子工作流须先测试无误并发布,才能被主工作流嵌套调用。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977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69.【第07章·复杂工作流与多智能体系统】Coze 代码节点的输出应当?____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0266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封装成对象返回(即使只有一个值)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9927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 return 字符串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不需要返回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写入全局变量即可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771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代码节点所有上游数据在 params 中,输出必须对象形式返回,工作流才能读取。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70.【第07章·复杂工作流与多智能体系统】变量聚合节点"取首个非空"的语义是为了?____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避免未运行分支读取空值导致报错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随机选一个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清空所有数据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加密输出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变量聚合读取多路分支第一个非空值,适配分支不确定性,避免空值报错。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08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71.【第08章·低代码应用开发与AI编程】瀑布式开发方法属于哪一类?____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结构化(生命周期法)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敏捷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4281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DevOps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瀑布/SDLC 属结构化方法,强调阶段顺序推进;敏捷、DevOps、低代码是后续演进。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57008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72.【第08章·低代码应用开发与AI编程】敏捷 / Scrum 强调?____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迭代增量、用户故事、看板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一次性交付全部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无版本控制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拒绝沟通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敏捷以迭代增量、用户故事、看板为核心,强调小步快跑与持续反馈。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351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73.【第08章·低代码应用开发与AI编程】架构模式 MVC 主要强调?____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648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关注点分离(视图/控制器/模型)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把所有代码写一起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只用数据库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取消界面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MVC 通过视图、控制器、模型分层实现关注点分离,便于维护与复用。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709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74.【第08章·低代码应用开发与AI编程】原型法中,"抛弃型原型"主要用于?____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验证需求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作为最终系统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替代测试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压缩代码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1343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抛弃型原型用于快速验证需求,验证后即弃;演化型才长成最终系统。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13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75.【第08章·低代码应用开发与AI编程】低代码的理论基础 MDD 是指?____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8002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模型驱动开发(Model-Driven Development)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手动部署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内存数据库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多端分发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5468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MDD 以模型为中心驱动开发,低代码/可视化编程是其体现。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08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76.【第08章·低代码应用开发与AI编程】项目需要复杂图形界面与多步骤业务流程,应优先选?____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低代码应用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纯大模型对话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524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低代码应用具备独立 UI 与复杂业务逻辑,适合表单/流程/报告类产品形态。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8629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77.【第08章·低代码应用开发与AI编程】Coze AI 编程的核心闭环是?____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编写→编译→运行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描述→预览→对话修正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设计→编码→测试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需求→采购→上线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Agentic Coding 以自然语言描述,经预览与对话式修正迭代,最终部署。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07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78.【第08章·低代码应用开发与AI编程】低代码应用中,可给按钮绑定什么事件实现前后端联动?____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1115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"点击时调用工作流"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无法绑定任何事件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仅能换颜色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只能刷新页面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819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事件绑定让前端 UI 与后端工作流联动,如按钮"点击时调用工作流"并传参。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08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79.【第08章·低代码应用开发与AI编程】智能体与低代码应用的主要区别是?____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9724"/>
            <a:ext cx="8462645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智能体以对话为核心(LUI);低代码应用有独立 UI 与业务逻辑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二者完全相同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智能体不能对话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低代码不能发布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智能体以对话交互为主;低代码应用是产品化完整形态,含独立界面与复杂流程。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634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80.【第08章·低代码应用开发与AI编程】在 Coze 中,"技能 Skill"与"集成服务"的关系通常是?____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3479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Skill=可见工具;集成服务=底层实现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集成服务是用户界面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2345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Skill 是数据库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2262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Skill 是用户可见的工具(知识库中的 Skill 即工具),集成服务是底层实现(模型/数据库/存储/搜索)。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81.【第09章·系统实施、测试与项目管理】系统转换策略中,新旧系统同时运行以降低风险的是?____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直接切换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试点转换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分段转换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并行转换让新旧系统同时运行、便于比对回退,风险最低但成本较高。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39319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【第01章】目标：在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中独立创建一个"图书推荐助手"（或旅行助手），跑通"目标→人设→知识→插件→发布"全流程。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工作空间（自备账号）。 步骤：① 新建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Bot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并撰写人设；② 上传一份书目/攻略资料作知识库；③ 绑定 1 个插件；④ 用 3 个真实问题调试；⑤ 发布到豆包并截图。 交付物：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Bot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链接 + 调试对话截图（≥3 组）+ 100 字反思（提示词如何影响回答质量）。 评分点：人设清晰(20%) · 知识库相关(20%) · 插件调用正确(20%) · 回答质量(25%) · 反思深度(15%)。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82.【第09章·系统实施、测试与项目管理】下列通常不属于软件测试级别的是?____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单元测试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集成测试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验收测试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界面美化测试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9565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常见级别为单元/集成/系统/验收;界面美化是设计范畴,非标准测试级别。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0411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83.【第09章·系统实施、测试与项目管理】黑盒测试常用技术是?____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等价类划分与边界值分析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语句覆盖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分支覆盖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代码审查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15468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黑盒测试不关心内部实现,常用等价类/边界值;语句/分支覆盖属白盒。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6888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84.【第09章·系统实施、测试与项目管理】PMBOK 十大知识领域不包括?____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进度管理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质量管理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烹饪管理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PMBOK 含范围/进度/成本/质量/资源/沟通/风险/采购/干系人/整合;无"烹饪管理"。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0322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85.【第09章·系统实施、测试与项目管理】V 模型的核心思想是?____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5454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每个开发阶段对应一级测试,测试左移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只写代码不测试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测试放在最后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取消设计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530668"/>
            <a:ext cx="32054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 模型强调开发与测试并行对应(需求↔验收、设计↔系统、实现↔单元),测试尽早介入。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86.【第09章·系统实施、测试与项目管理】对智能体进行测试时,通常应包含哪些类型?____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边界测试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一致性测试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4696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以上都包含(含幻觉与合规核查)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4739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智能体测试需覆盖功能/边界/一致性/幻觉与合规,且贯穿开发全周期。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87.【第09章·系统实施、测试与项目管理】智能体发布后修改提示词,必须重新发布才能生效吗?____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6426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否,知识库/提示词支持热更新,修改即时生效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573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是,必须重新发布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无法修改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只能等下一年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407477"/>
            <a:ext cx="3313430" cy="1630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知识库与提示词支持热更新,修改即时生效,无需重发;仅模型版本等少数项需注意。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88.【第09章·系统实施、测试与项目管理】智能体评测的关键维度包括?____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6139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任务成功率 / 工具调用正确性 / 轨迹评估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仅看界面颜色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仅统计字数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只看发布时间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69060"/>
            <a:ext cx="3331845" cy="1706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评测关注任务成功率、工具调用正确性、步骤效率、成本时延与轨迹,常结合 LLM-as-Judge 与人工抽检。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89.【第09章·系统实施、测试与项目管理】关于智能体安全护栏,合理建议是?____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9067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权限最小化 + 高风险决策保留人工兜底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授予无限权限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6892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全权委托 AI 决策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关闭所有日志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自主性越高越需护栏:权限最小化、持续审查,敏感决策保留人工兜底,安全左移。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89319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90.【第09章·系统实施、测试与项目管理】综合项目()的定位是?____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需求→设计→实现→测试的全流程闭环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只写一份文档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0967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仅做演示PPT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无需测试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Capstone 沿用全课程内容,贯通需求—设计—实现—测试,作为课程能力的综合检验与答辩依据。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40843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【第02章】目标：为你的智能体项目产出一份真实可用的立项与可行性分析文档。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工作空间 + 文档编辑器。 步骤：① 选定场景；② 写立项说明（背景/用户/功能/选型）；③ 完成四维度可行性（各 2–3 句）；④ 说明数据来源与合规；⑤ 用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需求探索提示词收敛需求。 交付物：立项与可行性简析文档（≥500 字）+ 项目范围清单（做/不做）+ 需求要点列表。 评分点：目标清晰(20%) · 四维度完整(30%) · 合规说明(25%) · 范围边界明确(25%)。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147445" y="167259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【第03章】目标：将第 2 章立项场景的需求，落到可运行的智能体提示词。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+ KB《AI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辅助下的需求探索》。 步骤：① 列 3 功能 + 2 非功能需求；② 写 2 个用户故事并用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产出需求清单；③ 固化为系统提示词（角色/技能/限制/格式）；④ 创建智能体预览测试；⑤ 记录最难落地的需求。 交付物：需求清单 + 系统提示词初稿 + 测试反馈（需求覆盖度自评）。 评分点：需求完整(30%) · 提示词结构清晰(30%) · 用户故事合理(20%) · 测试反思(20%)。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03300" y="170434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【第04章】目标：基于需求产出可追溯的智能体总体架构图与失效点分析。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+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绘图工具（纸笔/在线画图均可）。 步骤：① 画架构图（人设/技能/记忆）；② 标注需求对应；③ 用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防御性设计提示词做失效点分析（3 点 + 恢复机制）；④ 在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搭建骨架占位。 交付物：总体架构图 + 失效点分析清单 +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架构骨架截图。 评分点：架构完整(30%) · 需求可追溯(25%) · 防御性分析(30%) · 骨架搭建(15%)。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139190" y="148082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【第05章】目标：为项目建立领域知识库并写出结构良好的系统提示词。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知识库 + 提示词编辑器。 步骤：① 建库（文本/表格/图片）并导入；② 配置召回策略与阈值；③ 写系统提示词（角色/技能/限制/格式）；④ 关联知识库预览测试，对比有无库差异；⑤ 记录参数实验。 交付物：知识库截图 + 系统提示词终稿 + 召回参数实验记录。 评分点：知识库配置(25%) · 提示词结构(30%) · 测试对比(30%) · 参数记录(15%)。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48082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【第06章】目标：让你的智能体"记住用户"并具备一种多模态能力。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Coze（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变量/记忆库/多模态插件）。 步骤：① 建用户变量实现个性化问候；② 开记忆库沉淀偏好；③ 扩展图像或音频能力；④ 用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表达引擎优化回复结构并对比。 交付物：变量/记忆库配置截图 + 多模态演示 + 回复结构优化前后对比说明。 评分点：记忆配置(30%) · 多模态实现(30%) · 回复优化(25%) · 隐私说明(15%)。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576705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【第07章】目标：实现一个复杂工作流或多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原型，体现模块化与协同。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工作流/多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模式。 步骤：① 代码节点+变量聚合实现业务逻辑；② 或改造成主/子工作流嵌套；③ 进阶搭多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Agent（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父+2~3 子）；④ 测试分流与协同。 交付物：架构图 + 代码节点逻辑说明 + 分流测试记录（≥3 类输入）。 评分点：逻辑正确性(30%) · 模块化(25%) · 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Agent/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嵌套(25%) · 测试记录(20%)。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656715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【第08章】目标：将前期智能体交付为可部署的低代码应用，或体验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编程。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低代码应用 /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编程模式。 步骤：① 设计界面并绑定按钮事件调用工作流；② 预览测试、发布到商店/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验证多端；③ 或自然语言描述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应用观察闭环；④ 查看历史版本。 交付物：应用界面截图（或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编程项目结构）+ 事件绑定说明 + 发布链接。 评分点：界面设计(25%) · 事件绑定(30%) · 发布多端(25%) · 版本理解(20%)。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123315" y="159258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【第09章】目标：整合前 8 章成果，交付一个可发布、经测试的完整智能体/低代码应用。 环境：扣子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Coze（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全能力）+ 测试方案模板。 步骤：① 整合成品（知识库+工作流+界面）；② 写测试方案并执行四类测试；③ 准备 3 分钟答辩；④ 同伴互评+教师点评。 交付物：综合项目成品（链接/截图）+ 测试报告 + 答辩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PPT（≤8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页）与反思。 评分点：功能完整(25%) · 测试报告(25%) · 架构合理(20%) · 答辩表达(20%) · 反思深度(10%)。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RAINPROBLEM" val="ProblemBody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p="http://schemas.openxmlformats.org/presentationml/2006/main">
  <p:tag name="RAINPROBLEM" val="ProblemItem"/>
</p:tagLst>
</file>

<file path=ppt/tags/tag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p="http://schemas.openxmlformats.org/presentationml/2006/main">
  <p:tag name="RAINPROBLEM" val="ProblemSubmit"/>
  <p:tag name="RAINPROBLEMTYPE" val="MultipleChoice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3.xml><?xml version="1.0" encoding="utf-8"?>
<p:tagLst xmlns:p="http://schemas.openxmlformats.org/presentationml/2006/main">
  <p:tag name="RAINPROBLEM" val="ProblemBody"/>
</p:tagLst>
</file>

<file path=ppt/tags/tag84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85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8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8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88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89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90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9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92.xml><?xml version="1.0" encoding="utf-8"?>
<p:tagLst xmlns:p="http://schemas.openxmlformats.org/presentationml/2006/main">
  <p:tag name="RAINPROBLEM" val="ProblemSubmit"/>
  <p:tag name="RAINPROBLEMTYPE" val="MultipleChoice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p="http://schemas.openxmlformats.org/presentationml/2006/main">
  <p:tag name="RAINPROBLEM" val="MultipleChoice"/>
  <p:tag name="PROBLEMSCORE" val="2.0"/>
</p:tagLst>
</file>

<file path=ppt/tags/tag100.xml><?xml version="1.0" encoding="utf-8"?>
<p:tagLst xmlns:p="http://schemas.openxmlformats.org/presentationml/2006/main">
  <p:tag name="RAINPROBLEM" val="ProblemBody"/>
</p:tagLst>
</file>

<file path=ppt/tags/tag101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02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03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04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0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06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07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08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09.xml><?xml version="1.0" encoding="utf-8"?>
<p:tagLst xmlns:p="http://schemas.openxmlformats.org/presentationml/2006/main">
  <p:tag name="RAINPROBLEM" val="ProblemSubmit"/>
  <p:tag name="RAINPROBLEMTYPE" val="MultipleChoice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" val="ProblemSetting"/>
  <p:tag name="RAINPROBLEMTYPE" val="MultipleChoice"/>
</p:tagLst>
</file>

<file path=ppt/tags/tag116.xml><?xml version="1.0" encoding="utf-8"?>
<p:tagLst xmlns:p="http://schemas.openxmlformats.org/presentationml/2006/main">
  <p:tag name="RAINPROBLEM" val="MultipleChoice"/>
  <p:tag name="PROBLEMSCORE" val="2.0"/>
</p:tagLst>
</file>

<file path=ppt/tags/tag117.xml><?xml version="1.0" encoding="utf-8"?>
<p:tagLst xmlns:p="http://schemas.openxmlformats.org/presentationml/2006/main">
  <p:tag name="RAINPROBLEM" val="ProblemBody"/>
</p:tagLst>
</file>

<file path=ppt/tags/tag118.xml><?xml version="1.0" encoding="utf-8"?>
<p:tagLst xmlns:p="http://schemas.openxmlformats.org/presentationml/2006/main">
  <p:tag name="RAINPROBLEM" val="ProblemItem"/>
</p:tagLst>
</file>

<file path=ppt/tags/tag1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0.xml><?xml version="1.0" encoding="utf-8"?>
<p:tagLst xmlns:p="http://schemas.openxmlformats.org/presentationml/2006/main">
  <p:tag name="RAINPROBLEM" val="ProblemItem"/>
</p:tagLst>
</file>

<file path=ppt/tags/tag1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p="http://schemas.openxmlformats.org/presentationml/2006/main">
  <p:tag name="RAINPROBLEM" val="ProblemItem"/>
</p:tagLst>
</file>

<file path=ppt/tags/tag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p="http://schemas.openxmlformats.org/presentationml/2006/main">
  <p:tag name="RAINPROBLEM" val="ProblemItem"/>
</p:tagLst>
</file>

<file path=ppt/tags/tag1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p="http://schemas.openxmlformats.org/presentationml/2006/main">
  <p:tag name="RAINPROBLEM" val="ProblemSubmit"/>
  <p:tag name="RAINPROBLEMTYPE" val="MultipleChoice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TYPE" val="ProblemTypeMarker"/>
</p:tagLst>
</file>

<file path=ppt/tags/tag130.xml><?xml version="1.0" encoding="utf-8"?>
<p:tagLst xmlns:p="http://schemas.openxmlformats.org/presentationml/2006/main">
  <p:tag name="RAINPROBLEMTYPE" val="ProblemTypeMarker"/>
</p:tagLst>
</file>

<file path=ppt/tags/tag131.xml><?xml version="1.0" encoding="utf-8"?>
<p:tagLst xmlns:p="http://schemas.openxmlformats.org/presentationml/2006/main">
  <p:tag name="RAINPROBLEMTYPE" val="ProblemTypeMarker"/>
</p:tagLst>
</file>

<file path=ppt/tags/tag132.xml><?xml version="1.0" encoding="utf-8"?>
<p:tagLst xmlns:p="http://schemas.openxmlformats.org/presentationml/2006/main">
  <p:tag name="RAINPROBLEM" val="ProblemSetting"/>
  <p:tag name="RAINPROBLEMTYPE" val="MultipleChoice"/>
</p:tagLst>
</file>

<file path=ppt/tags/tag13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34.xml><?xml version="1.0" encoding="utf-8"?>
<p:tagLst xmlns:p="http://schemas.openxmlformats.org/presentationml/2006/main">
  <p:tag name="RAINPROBLEM" val="ProblemBody"/>
</p:tagLst>
</file>

<file path=ppt/tags/tag135.xml><?xml version="1.0" encoding="utf-8"?>
<p:tagLst xmlns:p="http://schemas.openxmlformats.org/presentationml/2006/main">
  <p:tag name="RAINPROBLEM" val="ProblemItem"/>
</p:tagLst>
</file>

<file path=ppt/tags/tag1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p="http://schemas.openxmlformats.org/presentationml/2006/main">
  <p:tag name="RAINPROBLEM" val="ProblemItem"/>
</p:tagLst>
</file>

<file path=ppt/tags/tag13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9.xml><?xml version="1.0" encoding="utf-8"?>
<p:tagLst xmlns:p="http://schemas.openxmlformats.org/presentationml/2006/main">
  <p:tag name="RAINPROBLEM" val="ProblemItem"/>
</p:tagLst>
</file>

<file path=ppt/tags/tag1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p="http://schemas.openxmlformats.org/presentationml/2006/main">
  <p:tag name="RAINPROBLEM" val="ProblemItem"/>
</p:tagLst>
</file>

<file path=ppt/tags/tag1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3.xml><?xml version="1.0" encoding="utf-8"?>
<p:tagLst xmlns:p="http://schemas.openxmlformats.org/presentationml/2006/main">
  <p:tag name="RAINPROBLEM" val="ProblemSubmit"/>
  <p:tag name="RAINPROBLEMTYPE" val="MultipleChoice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TYPE" val="ProblemTypeMarker"/>
</p:tagLst>
</file>

<file path=ppt/tags/tag146.xml><?xml version="1.0" encoding="utf-8"?>
<p:tagLst xmlns:p="http://schemas.openxmlformats.org/presentationml/2006/main">
  <p:tag name="RAINPROBLEMTYPE" val="ProblemTypeMarker"/>
</p:tagLst>
</file>

<file path=ppt/tags/tag147.xml><?xml version="1.0" encoding="utf-8"?>
<p:tagLst xmlns:p="http://schemas.openxmlformats.org/presentationml/2006/main">
  <p:tag name="RAINPROBLEMTYPE" val="ProblemTypeMarker"/>
</p:tagLst>
</file>

<file path=ppt/tags/tag148.xml><?xml version="1.0" encoding="utf-8"?>
<p:tagLst xmlns:p="http://schemas.openxmlformats.org/presentationml/2006/main">
  <p:tag name="RAINPROBLEMTYPE" val="ProblemTypeMarker"/>
</p:tagLst>
</file>

<file path=ppt/tags/tag149.xml><?xml version="1.0" encoding="utf-8"?>
<p:tagLst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51.xml><?xml version="1.0" encoding="utf-8"?>
<p:tagLst xmlns:p="http://schemas.openxmlformats.org/presentationml/2006/main">
  <p:tag name="RAINPROBLEM" val="ProblemBody"/>
</p:tagLst>
</file>

<file path=ppt/tags/tag152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3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4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5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6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57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58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59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60.xml><?xml version="1.0" encoding="utf-8"?>
<p:tagLst xmlns:p="http://schemas.openxmlformats.org/presentationml/2006/main">
  <p:tag name="RAINPROBLEM" val="ProblemSubmit"/>
  <p:tag name="RAINPROBLEMTYPE" val="MultipleChoice"/>
</p:tagLst>
</file>

<file path=ppt/tags/tag161.xml><?xml version="1.0" encoding="utf-8"?>
<p:tagLst xmlns:p="http://schemas.openxmlformats.org/presentationml/2006/main">
  <p:tag name="RAINPROBLEMTYPE" val="ProblemTypeMarker"/>
</p:tagLst>
</file>

<file path=ppt/tags/tag162.xml><?xml version="1.0" encoding="utf-8"?>
<p:tagLst xmlns:p="http://schemas.openxmlformats.org/presentationml/2006/main">
  <p:tag name="RAINPROBLEMTYPE" val="ProblemTypeMarker"/>
</p:tagLst>
</file>

<file path=ppt/tags/tag163.xml><?xml version="1.0" encoding="utf-8"?>
<p:tagLst xmlns:p="http://schemas.openxmlformats.org/presentationml/2006/main">
  <p:tag name="RAINPROBLEMTYPE" val="ProblemTypeMarker"/>
</p:tagLst>
</file>

<file path=ppt/tags/tag164.xml><?xml version="1.0" encoding="utf-8"?>
<p:tagLst xmlns:p="http://schemas.openxmlformats.org/presentationml/2006/main">
  <p:tag name="RAINPROBLEMTYPE" val="ProblemTypeMarker"/>
</p:tagLst>
</file>

<file path=ppt/tags/tag165.xml><?xml version="1.0" encoding="utf-8"?>
<p:tagLst xmlns:p="http://schemas.openxmlformats.org/presentationml/2006/main">
  <p:tag name="RAINPROBLEMTYPE" val="ProblemTypeMarker"/>
</p:tagLst>
</file>

<file path=ppt/tags/tag166.xml><?xml version="1.0" encoding="utf-8"?>
<p:tagLst xmlns:p="http://schemas.openxmlformats.org/presentationml/2006/main">
  <p:tag name="RAINPROBLEM" val="ProblemSetting"/>
  <p:tag name="RAINPROBLEMTYPE" val="MultipleChoice"/>
</p:tagLst>
</file>

<file path=ppt/tags/tag167.xml><?xml version="1.0" encoding="utf-8"?>
<p:tagLst xmlns:p="http://schemas.openxmlformats.org/presentationml/2006/main">
  <p:tag name="RAINPROBLEM" val="MultipleChoice"/>
  <p:tag name="PROBLEMSCORE" val="2.0"/>
</p:tagLst>
</file>

<file path=ppt/tags/tag168.xml><?xml version="1.0" encoding="utf-8"?>
<p:tagLst xmlns:p="http://schemas.openxmlformats.org/presentationml/2006/main">
  <p:tag name="RAINPROBLEM" val="ProblemBody"/>
</p:tagLst>
</file>

<file path=ppt/tags/tag169.xml><?xml version="1.0" encoding="utf-8"?>
<p:tagLst xmlns:p="http://schemas.openxmlformats.org/presentationml/2006/main">
  <p:tag name="RAINPROBLEM" val="ProblemItem"/>
</p:tagLst>
</file>

<file path=ppt/tags/tag1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1.xml><?xml version="1.0" encoding="utf-8"?>
<p:tagLst xmlns:p="http://schemas.openxmlformats.org/presentationml/2006/main">
  <p:tag name="RAINPROBLEM" val="ProblemItem"/>
</p:tagLst>
</file>

<file path=ppt/tags/tag1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3.xml><?xml version="1.0" encoding="utf-8"?>
<p:tagLst xmlns:p="http://schemas.openxmlformats.org/presentationml/2006/main">
  <p:tag name="RAINPROBLEM" val="ProblemItem"/>
</p:tagLst>
</file>

<file path=ppt/tags/tag1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p="http://schemas.openxmlformats.org/presentationml/2006/main">
  <p:tag name="RAINPROBLEM" val="ProblemItem"/>
</p:tagLst>
</file>

<file path=ppt/tags/tag1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7.xml><?xml version="1.0" encoding="utf-8"?>
<p:tagLst xmlns:p="http://schemas.openxmlformats.org/presentationml/2006/main">
  <p:tag name="RAINPROBLEM" val="ProblemSubmit"/>
  <p:tag name="RAINPROBLEMTYPE" val="MultipleChoice"/>
</p:tagLst>
</file>

<file path=ppt/tags/tag178.xml><?xml version="1.0" encoding="utf-8"?>
<p:tagLst xmlns:p="http://schemas.openxmlformats.org/presentationml/2006/main">
  <p:tag name="RAINPROBLEMTYPE" val="ProblemTypeMarker"/>
</p:tagLst>
</file>

<file path=ppt/tags/tag179.xml><?xml version="1.0" encoding="utf-8"?>
<p:tagLst xmlns:p="http://schemas.openxmlformats.org/presentationml/2006/main">
  <p:tag name="RAINPROBLEMTYPE" val="ProblemTypeMarker"/>
</p:tagLst>
</file>

<file path=ppt/tags/tag180.xml><?xml version="1.0" encoding="utf-8"?>
<p:tagLst xmlns:p="http://schemas.openxmlformats.org/presentationml/2006/main">
  <p:tag name="RAINPROBLEMTYPE" val="ProblemTypeMarker"/>
</p:tagLst>
</file>

<file path=ppt/tags/tag181.xml><?xml version="1.0" encoding="utf-8"?>
<p:tagLst xmlns:p="http://schemas.openxmlformats.org/presentationml/2006/main">
  <p:tag name="RAINPROBLEMTYPE" val="ProblemTypeMarker"/>
</p:tagLst>
</file>

<file path=ppt/tags/tag182.xml><?xml version="1.0" encoding="utf-8"?>
<p:tagLst xmlns:p="http://schemas.openxmlformats.org/presentationml/2006/main">
  <p:tag name="RAINPROBLEMTYPE" val="ProblemTypeMarker"/>
</p:tagLst>
</file>

<file path=ppt/tags/tag183.xml><?xml version="1.0" encoding="utf-8"?>
<p:tagLst xmlns:p="http://schemas.openxmlformats.org/presentationml/2006/main">
  <p:tag name="RAINPROBLEM" val="ProblemSetting"/>
  <p:tag name="RAINPROBLEMTYPE" val="MultipleChoice"/>
</p:tagLst>
</file>

<file path=ppt/tags/tag18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85.xml><?xml version="1.0" encoding="utf-8"?>
<p:tagLst xmlns:p="http://schemas.openxmlformats.org/presentationml/2006/main">
  <p:tag name="RAINPROBLEM" val="ProblemBody"/>
</p:tagLst>
</file>

<file path=ppt/tags/tag18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8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8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89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90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9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9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93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94.xml><?xml version="1.0" encoding="utf-8"?>
<p:tagLst xmlns:p="http://schemas.openxmlformats.org/presentationml/2006/main">
  <p:tag name="RAINPROBLEM" val="ProblemSubmit"/>
  <p:tag name="RAINPROBLEMTYPE" val="MultipleChoice"/>
</p:tagLst>
</file>

<file path=ppt/tags/tag195.xml><?xml version="1.0" encoding="utf-8"?>
<p:tagLst xmlns:p="http://schemas.openxmlformats.org/presentationml/2006/main">
  <p:tag name="RAINPROBLEMTYPE" val="ProblemTypeMarker"/>
</p:tagLst>
</file>

<file path=ppt/tags/tag196.xml><?xml version="1.0" encoding="utf-8"?>
<p:tagLst xmlns:p="http://schemas.openxmlformats.org/presentationml/2006/main">
  <p:tag name="RAINPROBLEMTYPE" val="ProblemTypeMarker"/>
</p:tagLst>
</file>

<file path=ppt/tags/tag197.xml><?xml version="1.0" encoding="utf-8"?>
<p:tagLst xmlns:p="http://schemas.openxmlformats.org/presentationml/2006/main">
  <p:tag name="RAINPROBLEMTYPE" val="ProblemTypeMarker"/>
</p:tagLst>
</file>

<file path=ppt/tags/tag198.xml><?xml version="1.0" encoding="utf-8"?>
<p:tagLst xmlns:p="http://schemas.openxmlformats.org/presentationml/2006/main">
  <p:tag name="RAINPROBLEMTYPE" val="ProblemTypeMarker"/>
</p:tagLst>
</file>

<file path=ppt/tags/tag199.xml><?xml version="1.0" encoding="utf-8"?>
<p:tagLst xmlns:p="http://schemas.openxmlformats.org/presentationml/2006/main">
  <p:tag name="RAINPROBLEMTYPE" val="ProblemTypeMarker"/>
</p:tagLst>
</file>

<file path=ppt/tags/tag200.xml><?xml version="1.0" encoding="utf-8"?>
<p:tagLst xmlns:p="http://schemas.openxmlformats.org/presentationml/2006/main">
  <p:tag name="RAINPROBLEM" val="ProblemSetting"/>
  <p:tag name="RAINPROBLEMTYPE" val="MultipleChoice"/>
</p:tagLst>
</file>

<file path=ppt/tags/tag201.xml><?xml version="1.0" encoding="utf-8"?>
<p:tagLst xmlns:p="http://schemas.openxmlformats.org/presentationml/2006/main">
  <p:tag name="RAINPROBLEM" val="MultipleChoice"/>
  <p:tag name="PROBLEMSCORE" val="2.0"/>
</p:tagLst>
</file>

<file path=ppt/tags/tag202.xml><?xml version="1.0" encoding="utf-8"?>
<p:tagLst xmlns:p="http://schemas.openxmlformats.org/presentationml/2006/main">
  <p:tag name="RAINPROBLEM" val="ProblemBody"/>
</p:tagLst>
</file>

<file path=ppt/tags/tag203.xml><?xml version="1.0" encoding="utf-8"?>
<p:tagLst xmlns:p="http://schemas.openxmlformats.org/presentationml/2006/main">
  <p:tag name="RAINPROBLEM" val="ProblemItem"/>
</p:tagLst>
</file>

<file path=ppt/tags/tag2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5.xml><?xml version="1.0" encoding="utf-8"?>
<p:tagLst xmlns:p="http://schemas.openxmlformats.org/presentationml/2006/main">
  <p:tag name="RAINPROBLEM" val="ProblemItem"/>
</p:tagLst>
</file>

<file path=ppt/tags/tag2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p="http://schemas.openxmlformats.org/presentationml/2006/main">
  <p:tag name="RAINPROBLEM" val="ProblemItem"/>
</p:tagLst>
</file>

<file path=ppt/tags/tag20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9.xml><?xml version="1.0" encoding="utf-8"?>
<p:tagLst xmlns:p="http://schemas.openxmlformats.org/presentationml/2006/main">
  <p:tag name="RAINPROBLEM" val="ProblemItem"/>
</p:tagLst>
</file>

<file path=ppt/tags/tag2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1.xml><?xml version="1.0" encoding="utf-8"?>
<p:tagLst xmlns:p="http://schemas.openxmlformats.org/presentationml/2006/main">
  <p:tag name="RAINPROBLEM" val="ProblemSubmit"/>
  <p:tag name="RAINPROBLEMTYPE" val="MultipleChoice"/>
</p:tagLst>
</file>

<file path=ppt/tags/tag212.xml><?xml version="1.0" encoding="utf-8"?>
<p:tagLst xmlns:p="http://schemas.openxmlformats.org/presentationml/2006/main">
  <p:tag name="RAINPROBLEMTYPE" val="ProblemTypeMarker"/>
</p:tagLst>
</file>

<file path=ppt/tags/tag213.xml><?xml version="1.0" encoding="utf-8"?>
<p:tagLst xmlns:p="http://schemas.openxmlformats.org/presentationml/2006/main">
  <p:tag name="RAINPROBLEMTYPE" val="ProblemTypeMarker"/>
</p:tagLst>
</file>

<file path=ppt/tags/tag214.xml><?xml version="1.0" encoding="utf-8"?>
<p:tagLst xmlns:p="http://schemas.openxmlformats.org/presentationml/2006/main">
  <p:tag name="RAINPROBLEMTYPE" val="ProblemTypeMarker"/>
</p:tagLst>
</file>

<file path=ppt/tags/tag215.xml><?xml version="1.0" encoding="utf-8"?>
<p:tagLst xmlns:p="http://schemas.openxmlformats.org/presentationml/2006/main">
  <p:tag name="RAINPROBLEMTYPE" val="ProblemTypeMarker"/>
</p:tagLst>
</file>

<file path=ppt/tags/tag216.xml><?xml version="1.0" encoding="utf-8"?>
<p:tagLst xmlns:p="http://schemas.openxmlformats.org/presentationml/2006/main">
  <p:tag name="RAINPROBLEMTYPE" val="ProblemTypeMarker"/>
</p:tagLst>
</file>

<file path=ppt/tags/tag217.xml><?xml version="1.0" encoding="utf-8"?>
<p:tagLst xmlns:p="http://schemas.openxmlformats.org/presentationml/2006/main">
  <p:tag name="RAINPROBLEM" val="ProblemSetting"/>
  <p:tag name="RAINPROBLEMTYPE" val="MultipleChoice"/>
</p:tagLst>
</file>

<file path=ppt/tags/tag218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19.xml><?xml version="1.0" encoding="utf-8"?>
<p:tagLst xmlns:p="http://schemas.openxmlformats.org/presentationml/2006/main">
  <p:tag name="RAINPROBLEM" val="ProblemBody"/>
</p:tagLst>
</file>

<file path=ppt/tags/tag220.xml><?xml version="1.0" encoding="utf-8"?>
<p:tagLst xmlns:p="http://schemas.openxmlformats.org/presentationml/2006/main">
  <p:tag name="RAINPROBLEM" val="ProblemItem"/>
</p:tagLst>
</file>

<file path=ppt/tags/tag2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.xml><?xml version="1.0" encoding="utf-8"?>
<p:tagLst xmlns:p="http://schemas.openxmlformats.org/presentationml/2006/main">
  <p:tag name="RAINPROBLEM" val="ProblemItem"/>
</p:tagLst>
</file>

<file path=ppt/tags/tag2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.xml><?xml version="1.0" encoding="utf-8"?>
<p:tagLst xmlns:p="http://schemas.openxmlformats.org/presentationml/2006/main">
  <p:tag name="RAINPROBLEM" val="ProblemItem"/>
</p:tagLst>
</file>

<file path=ppt/tags/tag2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6.xml><?xml version="1.0" encoding="utf-8"?>
<p:tagLst xmlns:p="http://schemas.openxmlformats.org/presentationml/2006/main">
  <p:tag name="RAINPROBLEM" val="ProblemItem"/>
</p:tagLst>
</file>

<file path=ppt/tags/tag22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8.xml><?xml version="1.0" encoding="utf-8"?>
<p:tagLst xmlns:p="http://schemas.openxmlformats.org/presentationml/2006/main">
  <p:tag name="RAINPROBLEM" val="ProblemSubmit"/>
  <p:tag name="RAINPROBLEMTYPE" val="MultipleChoice"/>
</p:tagLst>
</file>

<file path=ppt/tags/tag229.xml><?xml version="1.0" encoding="utf-8"?>
<p:tagLst xmlns:p="http://schemas.openxmlformats.org/presentationml/2006/main">
  <p:tag name="RAINPROBLEMTYPE" val="ProblemTypeMarker"/>
</p:tagLst>
</file>

<file path=ppt/tags/tag230.xml><?xml version="1.0" encoding="utf-8"?>
<p:tagLst xmlns:p="http://schemas.openxmlformats.org/presentationml/2006/main">
  <p:tag name="RAINPROBLEMTYPE" val="ProblemTypeMarker"/>
</p:tagLst>
</file>

<file path=ppt/tags/tag231.xml><?xml version="1.0" encoding="utf-8"?>
<p:tagLst xmlns:p="http://schemas.openxmlformats.org/presentationml/2006/main">
  <p:tag name="RAINPROBLEMTYPE" val="ProblemTypeMarker"/>
</p:tagLst>
</file>

<file path=ppt/tags/tag232.xml><?xml version="1.0" encoding="utf-8"?>
<p:tagLst xmlns:p="http://schemas.openxmlformats.org/presentationml/2006/main">
  <p:tag name="RAINPROBLEMTYPE" val="ProblemTypeMarker"/>
</p:tagLst>
</file>

<file path=ppt/tags/tag233.xml><?xml version="1.0" encoding="utf-8"?>
<p:tagLst xmlns:p="http://schemas.openxmlformats.org/presentationml/2006/main">
  <p:tag name="RAINPROBLEMTYPE" val="ProblemTypeMarker"/>
</p:tagLst>
</file>

<file path=ppt/tags/tag234.xml><?xml version="1.0" encoding="utf-8"?>
<p:tagLst xmlns:p="http://schemas.openxmlformats.org/presentationml/2006/main">
  <p:tag name="RAINPROBLEM" val="ProblemSetting"/>
  <p:tag name="RAINPROBLEMTYPE" val="MultipleChoice"/>
</p:tagLst>
</file>

<file path=ppt/tags/tag235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36.xml><?xml version="1.0" encoding="utf-8"?>
<p:tagLst xmlns:p="http://schemas.openxmlformats.org/presentationml/2006/main">
  <p:tag name="RAINPROBLEM" val="ProblemBody"/>
</p:tagLst>
</file>

<file path=ppt/tags/tag237.xml><?xml version="1.0" encoding="utf-8"?>
<p:tagLst xmlns:p="http://schemas.openxmlformats.org/presentationml/2006/main">
  <p:tag name="RAINPROBLEM" val="ProblemItem"/>
</p:tagLst>
</file>

<file path=ppt/tags/tag2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.xml><?xml version="1.0" encoding="utf-8"?>
<p:tagLst xmlns:p="http://schemas.openxmlformats.org/presentationml/2006/main">
  <p:tag name="RAINPROBLEM" val="ProblemItem"/>
</p:tagLst>
</file>

<file path=ppt/tags/tag2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1.xml><?xml version="1.0" encoding="utf-8"?>
<p:tagLst xmlns:p="http://schemas.openxmlformats.org/presentationml/2006/main">
  <p:tag name="RAINPROBLEM" val="ProblemItem"/>
</p:tagLst>
</file>

<file path=ppt/tags/tag2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3.xml><?xml version="1.0" encoding="utf-8"?>
<p:tagLst xmlns:p="http://schemas.openxmlformats.org/presentationml/2006/main">
  <p:tag name="RAINPROBLEM" val="ProblemItem"/>
</p:tagLst>
</file>

<file path=ppt/tags/tag2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5.xml><?xml version="1.0" encoding="utf-8"?>
<p:tagLst xmlns:p="http://schemas.openxmlformats.org/presentationml/2006/main">
  <p:tag name="RAINPROBLEM" val="ProblemSubmit"/>
  <p:tag name="RAINPROBLEMTYPE" val="MultipleChoice"/>
</p:tagLst>
</file>

<file path=ppt/tags/tag246.xml><?xml version="1.0" encoding="utf-8"?>
<p:tagLst xmlns:p="http://schemas.openxmlformats.org/presentationml/2006/main">
  <p:tag name="RAINPROBLEMTYPE" val="ProblemTypeMarker"/>
</p:tagLst>
</file>

<file path=ppt/tags/tag247.xml><?xml version="1.0" encoding="utf-8"?>
<p:tagLst xmlns:p="http://schemas.openxmlformats.org/presentationml/2006/main">
  <p:tag name="RAINPROBLEMTYPE" val="ProblemTypeMarker"/>
</p:tagLst>
</file>

<file path=ppt/tags/tag248.xml><?xml version="1.0" encoding="utf-8"?>
<p:tagLst xmlns:p="http://schemas.openxmlformats.org/presentationml/2006/main">
  <p:tag name="RAINPROBLEMTYPE" val="ProblemTypeMarker"/>
</p:tagLst>
</file>

<file path=ppt/tags/tag249.xml><?xml version="1.0" encoding="utf-8"?>
<p:tagLst xmlns:p="http://schemas.openxmlformats.org/presentationml/2006/main">
  <p:tag name="RAINPROBLEMTYPE" val="ProblemTypeMarker"/>
</p:tagLst>
</file>

<file path=ppt/tags/tag250.xml><?xml version="1.0" encoding="utf-8"?>
<p:tagLst xmlns:p="http://schemas.openxmlformats.org/presentationml/2006/main">
  <p:tag name="RAINPROBLEMTYPE" val="ProblemTypeMarker"/>
</p:tagLst>
</file>

<file path=ppt/tags/tag251.xml><?xml version="1.0" encoding="utf-8"?>
<p:tagLst xmlns:p="http://schemas.openxmlformats.org/presentationml/2006/main">
  <p:tag name="RAINPROBLEM" val="ProblemSetting"/>
  <p:tag name="RAINPROBLEMTYPE" val="MultipleChoice"/>
</p:tagLst>
</file>

<file path=ppt/tags/tag252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53.xml><?xml version="1.0" encoding="utf-8"?>
<p:tagLst xmlns:p="http://schemas.openxmlformats.org/presentationml/2006/main">
  <p:tag name="RAINPROBLEM" val="ProblemBody"/>
</p:tagLst>
</file>

<file path=ppt/tags/tag254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5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8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59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60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26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62.xml><?xml version="1.0" encoding="utf-8"?>
<p:tagLst xmlns:p="http://schemas.openxmlformats.org/presentationml/2006/main">
  <p:tag name="RAINPROBLEM" val="ProblemSubmit"/>
  <p:tag name="RAINPROBLEMTYPE" val="MultipleChoice"/>
</p:tagLst>
</file>

<file path=ppt/tags/tag263.xml><?xml version="1.0" encoding="utf-8"?>
<p:tagLst xmlns:p="http://schemas.openxmlformats.org/presentationml/2006/main">
  <p:tag name="RAINPROBLEMTYPE" val="ProblemTypeMarker"/>
</p:tagLst>
</file>

<file path=ppt/tags/tag264.xml><?xml version="1.0" encoding="utf-8"?>
<p:tagLst xmlns:p="http://schemas.openxmlformats.org/presentationml/2006/main">
  <p:tag name="RAINPROBLEMTYPE" val="ProblemTypeMarker"/>
</p:tagLst>
</file>

<file path=ppt/tags/tag265.xml><?xml version="1.0" encoding="utf-8"?>
<p:tagLst xmlns:p="http://schemas.openxmlformats.org/presentationml/2006/main">
  <p:tag name="RAINPROBLEMTYPE" val="ProblemTypeMarker"/>
</p:tagLst>
</file>

<file path=ppt/tags/tag266.xml><?xml version="1.0" encoding="utf-8"?>
<p:tagLst xmlns:p="http://schemas.openxmlformats.org/presentationml/2006/main">
  <p:tag name="RAINPROBLEMTYPE" val="ProblemTypeMarker"/>
</p:tagLst>
</file>

<file path=ppt/tags/tag267.xml><?xml version="1.0" encoding="utf-8"?>
<p:tagLst xmlns:p="http://schemas.openxmlformats.org/presentationml/2006/main">
  <p:tag name="RAINPROBLEMTYPE" val="ProblemTypeMarker"/>
</p:tagLst>
</file>

<file path=ppt/tags/tag268.xml><?xml version="1.0" encoding="utf-8"?>
<p:tagLst xmlns:p="http://schemas.openxmlformats.org/presentationml/2006/main">
  <p:tag name="RAINPROBLEM" val="ProblemSetting"/>
  <p:tag name="RAINPROBLEMTYPE" val="MultipleChoice"/>
</p:tagLst>
</file>

<file path=ppt/tags/tag269.xml><?xml version="1.0" encoding="utf-8"?>
<p:tagLst xmlns:p="http://schemas.openxmlformats.org/presentationml/2006/main">
  <p:tag name="RAINPROBLEM" val="MultipleChoice"/>
  <p:tag name="PROBLEMSCORE" val="1.0"/>
</p:tagLst>
</file>

<file path=ppt/tags/tag270.xml><?xml version="1.0" encoding="utf-8"?>
<p:tagLst xmlns:p="http://schemas.openxmlformats.org/presentationml/2006/main">
  <p:tag name="RAINPROBLEM" val="ProblemBody"/>
</p:tagLst>
</file>

<file path=ppt/tags/tag271.xml><?xml version="1.0" encoding="utf-8"?>
<p:tagLst xmlns:p="http://schemas.openxmlformats.org/presentationml/2006/main">
  <p:tag name="RAINPROBLEM" val="ProblemItem"/>
</p:tagLst>
</file>

<file path=ppt/tags/tag2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3.xml><?xml version="1.0" encoding="utf-8"?>
<p:tagLst xmlns:p="http://schemas.openxmlformats.org/presentationml/2006/main">
  <p:tag name="RAINPROBLEM" val="ProblemItem"/>
</p:tagLst>
</file>

<file path=ppt/tags/tag27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5.xml><?xml version="1.0" encoding="utf-8"?>
<p:tagLst xmlns:p="http://schemas.openxmlformats.org/presentationml/2006/main">
  <p:tag name="RAINPROBLEM" val="ProblemItem"/>
</p:tagLst>
</file>

<file path=ppt/tags/tag2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.xml><?xml version="1.0" encoding="utf-8"?>
<p:tagLst xmlns:p="http://schemas.openxmlformats.org/presentationml/2006/main">
  <p:tag name="RAINPROBLEM" val="ProblemItem"/>
</p:tagLst>
</file>

<file path=ppt/tags/tag2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.xml><?xml version="1.0" encoding="utf-8"?>
<p:tagLst xmlns:p="http://schemas.openxmlformats.org/presentationml/2006/main">
  <p:tag name="RAINPROBLEM" val="ProblemSubmit"/>
  <p:tag name="RAINPROBLEMTYPE" val="MultipleChoice"/>
</p:tagLst>
</file>

<file path=ppt/tags/tag280.xml><?xml version="1.0" encoding="utf-8"?>
<p:tagLst xmlns:p="http://schemas.openxmlformats.org/presentationml/2006/main">
  <p:tag name="RAINPROBLEMTYPE" val="ProblemTypeMarker"/>
</p:tagLst>
</file>

<file path=ppt/tags/tag281.xml><?xml version="1.0" encoding="utf-8"?>
<p:tagLst xmlns:p="http://schemas.openxmlformats.org/presentationml/2006/main">
  <p:tag name="RAINPROBLEMTYPE" val="ProblemTypeMarker"/>
</p:tagLst>
</file>

<file path=ppt/tags/tag282.xml><?xml version="1.0" encoding="utf-8"?>
<p:tagLst xmlns:p="http://schemas.openxmlformats.org/presentationml/2006/main">
  <p:tag name="RAINPROBLEMTYPE" val="ProblemTypeMarker"/>
</p:tagLst>
</file>

<file path=ppt/tags/tag283.xml><?xml version="1.0" encoding="utf-8"?>
<p:tagLst xmlns:p="http://schemas.openxmlformats.org/presentationml/2006/main">
  <p:tag name="RAINPROBLEMTYPE" val="ProblemTypeMarker"/>
</p:tagLst>
</file>

<file path=ppt/tags/tag284.xml><?xml version="1.0" encoding="utf-8"?>
<p:tagLst xmlns:p="http://schemas.openxmlformats.org/presentationml/2006/main">
  <p:tag name="RAINPROBLEMTYPE" val="ProblemTypeMarker"/>
</p:tagLst>
</file>

<file path=ppt/tags/tag285.xml><?xml version="1.0" encoding="utf-8"?>
<p:tagLst xmlns:p="http://schemas.openxmlformats.org/presentationml/2006/main">
  <p:tag name="RAINPROBLEM" val="ProblemSetting"/>
  <p:tag name="RAINPROBLEMTYPE" val="MultipleChoice"/>
</p:tagLst>
</file>

<file path=ppt/tags/tag286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87.xml><?xml version="1.0" encoding="utf-8"?>
<p:tagLst xmlns:p="http://schemas.openxmlformats.org/presentationml/2006/main">
  <p:tag name="RAINPROBLEM" val="ProblemBody"/>
</p:tagLst>
</file>

<file path=ppt/tags/tag288.xml><?xml version="1.0" encoding="utf-8"?>
<p:tagLst xmlns:p="http://schemas.openxmlformats.org/presentationml/2006/main">
  <p:tag name="RAINPROBLEM" val="ProblemItem"/>
</p:tagLst>
</file>

<file path=ppt/tags/tag2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0.xml><?xml version="1.0" encoding="utf-8"?>
<p:tagLst xmlns:p="http://schemas.openxmlformats.org/presentationml/2006/main">
  <p:tag name="RAINPROBLEM" val="ProblemItem"/>
</p:tagLst>
</file>

<file path=ppt/tags/tag29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2.xml><?xml version="1.0" encoding="utf-8"?>
<p:tagLst xmlns:p="http://schemas.openxmlformats.org/presentationml/2006/main">
  <p:tag name="RAINPROBLEM" val="ProblemItem"/>
</p:tagLst>
</file>

<file path=ppt/tags/tag2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.xml><?xml version="1.0" encoding="utf-8"?>
<p:tagLst xmlns:p="http://schemas.openxmlformats.org/presentationml/2006/main">
  <p:tag name="RAINPROBLEM" val="ProblemItem"/>
</p:tagLst>
</file>

<file path=ppt/tags/tag2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6.xml><?xml version="1.0" encoding="utf-8"?>
<p:tagLst xmlns:p="http://schemas.openxmlformats.org/presentationml/2006/main">
  <p:tag name="RAINPROBLEM" val="ProblemSubmit"/>
  <p:tag name="RAINPROBLEMTYPE" val="MultipleChoice"/>
</p:tagLst>
</file>

<file path=ppt/tags/tag297.xml><?xml version="1.0" encoding="utf-8"?>
<p:tagLst xmlns:p="http://schemas.openxmlformats.org/presentationml/2006/main">
  <p:tag name="RAINPROBLEMTYPE" val="ProblemTypeMarker"/>
</p:tagLst>
</file>

<file path=ppt/tags/tag298.xml><?xml version="1.0" encoding="utf-8"?>
<p:tagLst xmlns:p="http://schemas.openxmlformats.org/presentationml/2006/main">
  <p:tag name="RAINPROBLEMTYPE" val="ProblemTypeMarker"/>
</p:tagLst>
</file>

<file path=ppt/tags/tag299.xml><?xml version="1.0" encoding="utf-8"?>
<p:tagLst xmlns:p="http://schemas.openxmlformats.org/presentationml/2006/main">
  <p:tag name="RAINPROBLEMTYPE" val="ProblemTypeMarker"/>
</p:tagLst>
</file>

<file path=ppt/tags/tag300.xml><?xml version="1.0" encoding="utf-8"?>
<p:tagLst xmlns:p="http://schemas.openxmlformats.org/presentationml/2006/main">
  <p:tag name="RAINPROBLEMTYPE" val="ProblemTypeMarker"/>
</p:tagLst>
</file>

<file path=ppt/tags/tag301.xml><?xml version="1.0" encoding="utf-8"?>
<p:tagLst xmlns:p="http://schemas.openxmlformats.org/presentationml/2006/main">
  <p:tag name="RAINPROBLEMTYPE" val="ProblemTypeMarker"/>
</p:tagLst>
</file>

<file path=ppt/tags/tag302.xml><?xml version="1.0" encoding="utf-8"?>
<p:tagLst xmlns:p="http://schemas.openxmlformats.org/presentationml/2006/main">
  <p:tag name="RAINPROBLEM" val="ProblemSetting"/>
  <p:tag name="RAINPROBLEMTYPE" val="MultipleChoice"/>
</p:tagLst>
</file>

<file path=ppt/tags/tag30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04.xml><?xml version="1.0" encoding="utf-8"?>
<p:tagLst xmlns:p="http://schemas.openxmlformats.org/presentationml/2006/main">
  <p:tag name="RAINPROBLEM" val="ProblemBody"/>
</p:tagLst>
</file>

<file path=ppt/tags/tag305.xml><?xml version="1.0" encoding="utf-8"?>
<p:tagLst xmlns:p="http://schemas.openxmlformats.org/presentationml/2006/main">
  <p:tag name="RAINPROBLEM" val="ProblemItem"/>
</p:tagLst>
</file>

<file path=ppt/tags/tag3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.xml><?xml version="1.0" encoding="utf-8"?>
<p:tagLst xmlns:p="http://schemas.openxmlformats.org/presentationml/2006/main">
  <p:tag name="RAINPROBLEM" val="ProblemItem"/>
</p:tagLst>
</file>

<file path=ppt/tags/tag30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9.xml><?xml version="1.0" encoding="utf-8"?>
<p:tagLst xmlns:p="http://schemas.openxmlformats.org/presentationml/2006/main">
  <p:tag name="RAINPROBLEM" val="ProblemItem"/>
</p:tagLst>
</file>

<file path=ppt/tags/tag3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11.xml><?xml version="1.0" encoding="utf-8"?>
<p:tagLst xmlns:p="http://schemas.openxmlformats.org/presentationml/2006/main">
  <p:tag name="RAINPROBLEM" val="ProblemItem"/>
</p:tagLst>
</file>

<file path=ppt/tags/tag3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3.xml><?xml version="1.0" encoding="utf-8"?>
<p:tagLst xmlns:p="http://schemas.openxmlformats.org/presentationml/2006/main">
  <p:tag name="RAINPROBLEM" val="ProblemSubmit"/>
  <p:tag name="RAINPROBLEMTYPE" val="MultipleChoice"/>
</p:tagLst>
</file>

<file path=ppt/tags/tag314.xml><?xml version="1.0" encoding="utf-8"?>
<p:tagLst xmlns:p="http://schemas.openxmlformats.org/presentationml/2006/main">
  <p:tag name="RAINPROBLEMTYPE" val="ProblemTypeMarker"/>
</p:tagLst>
</file>

<file path=ppt/tags/tag315.xml><?xml version="1.0" encoding="utf-8"?>
<p:tagLst xmlns:p="http://schemas.openxmlformats.org/presentationml/2006/main">
  <p:tag name="RAINPROBLEMTYPE" val="ProblemTypeMarker"/>
</p:tagLst>
</file>

<file path=ppt/tags/tag316.xml><?xml version="1.0" encoding="utf-8"?>
<p:tagLst xmlns:p="http://schemas.openxmlformats.org/presentationml/2006/main">
  <p:tag name="RAINPROBLEMTYPE" val="ProblemTypeMarker"/>
</p:tagLst>
</file>

<file path=ppt/tags/tag317.xml><?xml version="1.0" encoding="utf-8"?>
<p:tagLst xmlns:p="http://schemas.openxmlformats.org/presentationml/2006/main">
  <p:tag name="RAINPROBLEMTYPE" val="ProblemTypeMarker"/>
</p:tagLst>
</file>

<file path=ppt/tags/tag318.xml><?xml version="1.0" encoding="utf-8"?>
<p:tagLst xmlns:p="http://schemas.openxmlformats.org/presentationml/2006/main">
  <p:tag name="RAINPROBLEMTYPE" val="ProblemTypeMarker"/>
</p:tagLst>
</file>

<file path=ppt/tags/tag319.xml><?xml version="1.0" encoding="utf-8"?>
<p:tagLst xmlns:p="http://schemas.openxmlformats.org/presentationml/2006/main">
  <p:tag name="RAINPROBLEM" val="ProblemSetting"/>
  <p:tag name="RAINPROBLEMTYPE" val="MultipleChoice"/>
</p:tagLst>
</file>

<file path=ppt/tags/tag32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21.xml><?xml version="1.0" encoding="utf-8"?>
<p:tagLst xmlns:p="http://schemas.openxmlformats.org/presentationml/2006/main">
  <p:tag name="RAINPROBLEM" val="ProblemBody"/>
</p:tagLst>
</file>

<file path=ppt/tags/tag322.xml><?xml version="1.0" encoding="utf-8"?>
<p:tagLst xmlns:p="http://schemas.openxmlformats.org/presentationml/2006/main">
  <p:tag name="RAINPROBLEM" val="ProblemItem"/>
</p:tagLst>
</file>

<file path=ppt/tags/tag32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4.xml><?xml version="1.0" encoding="utf-8"?>
<p:tagLst xmlns:p="http://schemas.openxmlformats.org/presentationml/2006/main">
  <p:tag name="RAINPROBLEM" val="ProblemItem"/>
</p:tagLst>
</file>

<file path=ppt/tags/tag32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6.xml><?xml version="1.0" encoding="utf-8"?>
<p:tagLst xmlns:p="http://schemas.openxmlformats.org/presentationml/2006/main">
  <p:tag name="RAINPROBLEM" val="ProblemItem"/>
</p:tagLst>
</file>

<file path=ppt/tags/tag32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8.xml><?xml version="1.0" encoding="utf-8"?>
<p:tagLst xmlns:p="http://schemas.openxmlformats.org/presentationml/2006/main">
  <p:tag name="RAINPROBLEM" val="ProblemItem"/>
</p:tagLst>
</file>

<file path=ppt/tags/tag32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30.xml><?xml version="1.0" encoding="utf-8"?>
<p:tagLst xmlns:p="http://schemas.openxmlformats.org/presentationml/2006/main">
  <p:tag name="RAINPROBLEM" val="ProblemSubmit"/>
  <p:tag name="RAINPROBLEMTYPE" val="MultipleChoiceMA"/>
</p:tagLst>
</file>

<file path=ppt/tags/tag331.xml><?xml version="1.0" encoding="utf-8"?>
<p:tagLst xmlns:p="http://schemas.openxmlformats.org/presentationml/2006/main">
  <p:tag name="RAINPROBLEMTYPE" val="ProblemTypeMarker"/>
</p:tagLst>
</file>

<file path=ppt/tags/tag332.xml><?xml version="1.0" encoding="utf-8"?>
<p:tagLst xmlns:p="http://schemas.openxmlformats.org/presentationml/2006/main">
  <p:tag name="RAINPROBLEMTYPE" val="ProblemTypeMarker"/>
</p:tagLst>
</file>

<file path=ppt/tags/tag333.xml><?xml version="1.0" encoding="utf-8"?>
<p:tagLst xmlns:p="http://schemas.openxmlformats.org/presentationml/2006/main">
  <p:tag name="RAINPROBLEMTYPE" val="ProblemTypeMarker"/>
</p:tagLst>
</file>

<file path=ppt/tags/tag334.xml><?xml version="1.0" encoding="utf-8"?>
<p:tagLst xmlns:p="http://schemas.openxmlformats.org/presentationml/2006/main">
  <p:tag name="RAINPROBLEMTYPE" val="ProblemTypeMarker"/>
</p:tagLst>
</file>

<file path=ppt/tags/tag335.xml><?xml version="1.0" encoding="utf-8"?>
<p:tagLst xmlns:p="http://schemas.openxmlformats.org/presentationml/2006/main">
  <p:tag name="RAINPROBLEMTYPE" val="ProblemTypeMarker"/>
</p:tagLst>
</file>

<file path=ppt/tags/tag336.xml><?xml version="1.0" encoding="utf-8"?>
<p:tagLst xmlns:p="http://schemas.openxmlformats.org/presentationml/2006/main">
  <p:tag name="RAINPROBLEM" val="ProblemSetting"/>
  <p:tag name="RAINPROBLEMTYPE" val="MultipleChoiceMA"/>
</p:tagLst>
</file>

<file path=ppt/tags/tag337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338.xml><?xml version="1.0" encoding="utf-8"?>
<p:tagLst xmlns:p="http://schemas.openxmlformats.org/presentationml/2006/main">
  <p:tag name="RAINPROBLEMTYPE" val="ProblemTypeMarker"/>
</p:tagLst>
</file>

<file path=ppt/tags/tag339.xml><?xml version="1.0" encoding="utf-8"?>
<p:tagLst xmlns:p="http://schemas.openxmlformats.org/presentationml/2006/main">
  <p:tag name="RAINPROBLEMTYPE" val="ProblemTypeMarker"/>
</p:tagLst>
</file>

<file path=ppt/tags/tag340.xml><?xml version="1.0" encoding="utf-8"?>
<p:tagLst xmlns:p="http://schemas.openxmlformats.org/presentationml/2006/main">
  <p:tag name="RAINPROBLEMTYPE" val="ProblemTypeMarker"/>
</p:tagLst>
</file>

<file path=ppt/tags/tag341.xml><?xml version="1.0" encoding="utf-8"?>
<p:tagLst xmlns:p="http://schemas.openxmlformats.org/presentationml/2006/main">
  <p:tag name="RAINPROBLEMTYPE" val="ProblemTypeMarker"/>
</p:tagLst>
</file>

<file path=ppt/tags/tag342.xml><?xml version="1.0" encoding="utf-8"?>
<p:tagLst xmlns:p="http://schemas.openxmlformats.org/presentationml/2006/main">
  <p:tag name="RAINPROBLEMTYPE" val="ProblemTypeMarker"/>
</p:tagLst>
</file>

<file path=ppt/tags/tag343.xml><?xml version="1.0" encoding="utf-8"?>
<p:tagLst xmlns:p="http://schemas.openxmlformats.org/presentationml/2006/main">
  <p:tag name="RAINPROBLEM" val="ProblemSetting"/>
  <p:tag name="RAINPROBLEMTYPE" val="MultipleChoiceMA"/>
</p:tagLst>
</file>

<file path=ppt/tags/tag344.xml><?xml version="1.0" encoding="utf-8"?>
<p:tagLst xmlns:p="http://schemas.openxmlformats.org/presentationml/2006/main">
  <p:tag name="RAINPROBLEM" val="ProblemBody"/>
</p:tagLst>
</file>

<file path=ppt/tags/tag345.xml><?xml version="1.0" encoding="utf-8"?>
<p:tagLst xmlns:p="http://schemas.openxmlformats.org/presentationml/2006/main">
  <p:tag name="RAINPROBLEM" val="ProblemItem"/>
</p:tagLst>
</file>

<file path=ppt/tags/tag34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47.xml><?xml version="1.0" encoding="utf-8"?>
<p:tagLst xmlns:p="http://schemas.openxmlformats.org/presentationml/2006/main">
  <p:tag name="RAINPROBLEM" val="ProblemItem"/>
</p:tagLst>
</file>

<file path=ppt/tags/tag34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49.xml><?xml version="1.0" encoding="utf-8"?>
<p:tagLst xmlns:p="http://schemas.openxmlformats.org/presentationml/2006/main">
  <p:tag name="RAINPROBLEM" val="ProblemItem"/>
</p:tagLst>
</file>

<file path=ppt/tags/tag35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51.xml><?xml version="1.0" encoding="utf-8"?>
<p:tagLst xmlns:p="http://schemas.openxmlformats.org/presentationml/2006/main">
  <p:tag name="RAINPROBLEM" val="ProblemItem"/>
</p:tagLst>
</file>

<file path=ppt/tags/tag35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53.xml><?xml version="1.0" encoding="utf-8"?>
<p:tagLst xmlns:p="http://schemas.openxmlformats.org/presentationml/2006/main">
  <p:tag name="RAINPROBLEM" val="ProblemSubmit"/>
  <p:tag name="RAINPROBLEMTYPE" val="MultipleChoiceMA"/>
</p:tagLst>
</file>

<file path=ppt/tags/tag354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355.xml><?xml version="1.0" encoding="utf-8"?>
<p:tagLst xmlns:p="http://schemas.openxmlformats.org/presentationml/2006/main">
  <p:tag name="RAINPROBLEMTYPE" val="ProblemTypeMarker"/>
</p:tagLst>
</file>

<file path=ppt/tags/tag356.xml><?xml version="1.0" encoding="utf-8"?>
<p:tagLst xmlns:p="http://schemas.openxmlformats.org/presentationml/2006/main">
  <p:tag name="RAINPROBLEMTYPE" val="ProblemTypeMarker"/>
</p:tagLst>
</file>

<file path=ppt/tags/tag357.xml><?xml version="1.0" encoding="utf-8"?>
<p:tagLst xmlns:p="http://schemas.openxmlformats.org/presentationml/2006/main">
  <p:tag name="RAINPROBLEMTYPE" val="ProblemTypeMarker"/>
</p:tagLst>
</file>

<file path=ppt/tags/tag358.xml><?xml version="1.0" encoding="utf-8"?>
<p:tagLst xmlns:p="http://schemas.openxmlformats.org/presentationml/2006/main">
  <p:tag name="RAINPROBLEMTYPE" val="ProblemTypeMarker"/>
</p:tagLst>
</file>

<file path=ppt/tags/tag359.xml><?xml version="1.0" encoding="utf-8"?>
<p:tagLst xmlns:p="http://schemas.openxmlformats.org/presentationml/2006/main">
  <p:tag name="RAINPROBLEMTYPE" val="ProblemTypeMarker"/>
</p:tagLst>
</file>

<file path=ppt/tags/tag360.xml><?xml version="1.0" encoding="utf-8"?>
<p:tagLst xmlns:p="http://schemas.openxmlformats.org/presentationml/2006/main">
  <p:tag name="RAINPROBLEM" val="ProblemSetting"/>
  <p:tag name="RAINPROBLEMTYPE" val="FillBlank"/>
</p:tagLst>
</file>

<file path=ppt/tags/tag361.xml><?xml version="1.0" encoding="utf-8"?>
<p:tagLst xmlns:p="http://schemas.openxmlformats.org/presentationml/2006/main">
  <p:tag name="RAINPROBLEM" val="ProblemBody"/>
</p:tagLst>
</file>

<file path=ppt/tags/tag362.xml><?xml version="1.0" encoding="utf-8"?>
<p:tagLst xmlns:p="http://schemas.openxmlformats.org/presentationml/2006/main">
  <p:tag name="RAINPROBLEM" val="ProblemSubmit"/>
  <p:tag name="RAINPROBLEMTYPE" val="FillBlank"/>
</p:tagLst>
</file>

<file path=ppt/tags/tag363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DFD&quot;,&quot;数据流图&quot;]}]"/>
  <p:tag name="PROBLEMBLANKKEYWORD" val="填空"/>
  <p:tag name="PROBLEMPROVIDER" val="AI"/>
</p:tagLst>
</file>

<file path=ppt/tags/tag364.xml><?xml version="1.0" encoding="utf-8"?>
<p:tagLst xmlns:p="http://schemas.openxmlformats.org/presentationml/2006/main">
  <p:tag name="RAINPROBLEM" val="ProblemBody"/>
</p:tagLst>
</file>

<file path=ppt/tags/tag365.xml><?xml version="1.0" encoding="utf-8"?>
<p:tagLst xmlns:p="http://schemas.openxmlformats.org/presentationml/2006/main">
  <p:tag name="RAINPROBLEM" val="ProblemItem"/>
</p:tagLst>
</file>

<file path=ppt/tags/tag36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67.xml><?xml version="1.0" encoding="utf-8"?>
<p:tagLst xmlns:p="http://schemas.openxmlformats.org/presentationml/2006/main">
  <p:tag name="RAINPROBLEM" val="ProblemItem"/>
</p:tagLst>
</file>

<file path=ppt/tags/tag36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9.xml><?xml version="1.0" encoding="utf-8"?>
<p:tagLst xmlns:p="http://schemas.openxmlformats.org/presentationml/2006/main">
  <p:tag name="RAINPROBLEM" val="ProblemItem"/>
</p:tagLst>
</file>

<file path=ppt/tags/tag3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1.xml><?xml version="1.0" encoding="utf-8"?>
<p:tagLst xmlns:p="http://schemas.openxmlformats.org/presentationml/2006/main">
  <p:tag name="RAINPROBLEM" val="ProblemItem"/>
</p:tagLst>
</file>

<file path=ppt/tags/tag3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3.xml><?xml version="1.0" encoding="utf-8"?>
<p:tagLst xmlns:p="http://schemas.openxmlformats.org/presentationml/2006/main">
  <p:tag name="RAINPROBLEM" val="ProblemSubmit"/>
  <p:tag name="RAINPROBLEMTYPE" val="MultipleChoice"/>
</p:tagLst>
</file>

<file path=ppt/tags/tag374.xml><?xml version="1.0" encoding="utf-8"?>
<p:tagLst xmlns:p="http://schemas.openxmlformats.org/presentationml/2006/main">
  <p:tag name="RAINPROBLEMTYPE" val="ProblemTypeMarker"/>
</p:tagLst>
</file>

<file path=ppt/tags/tag375.xml><?xml version="1.0" encoding="utf-8"?>
<p:tagLst xmlns:p="http://schemas.openxmlformats.org/presentationml/2006/main">
  <p:tag name="RAINPROBLEMTYPE" val="ProblemTypeMarker"/>
</p:tagLst>
</file>

<file path=ppt/tags/tag376.xml><?xml version="1.0" encoding="utf-8"?>
<p:tagLst xmlns:p="http://schemas.openxmlformats.org/presentationml/2006/main">
  <p:tag name="RAINPROBLEMTYPE" val="ProblemTypeMarker"/>
</p:tagLst>
</file>

<file path=ppt/tags/tag377.xml><?xml version="1.0" encoding="utf-8"?>
<p:tagLst xmlns:p="http://schemas.openxmlformats.org/presentationml/2006/main">
  <p:tag name="RAINPROBLEMTYPE" val="ProblemTypeMarker"/>
</p:tagLst>
</file>

<file path=ppt/tags/tag378.xml><?xml version="1.0" encoding="utf-8"?>
<p:tagLst xmlns:p="http://schemas.openxmlformats.org/presentationml/2006/main">
  <p:tag name="RAINPROBLEMTYPE" val="ProblemTypeMarker"/>
</p:tagLst>
</file>

<file path=ppt/tags/tag379.xml><?xml version="1.0" encoding="utf-8"?>
<p:tagLst xmlns:p="http://schemas.openxmlformats.org/presentationml/2006/main">
  <p:tag name="RAINPROBLEM" val="ProblemSetting"/>
  <p:tag name="RAINPROBLEMTYPE" val="MultipleChoice"/>
</p:tagLst>
</file>

<file path=ppt/tags/tag38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81.xml><?xml version="1.0" encoding="utf-8"?>
<p:tagLst xmlns:p="http://schemas.openxmlformats.org/presentationml/2006/main">
  <p:tag name="RAINPROBLEMTYPE" val="ProblemTypeMarker"/>
</p:tagLst>
</file>

<file path=ppt/tags/tag382.xml><?xml version="1.0" encoding="utf-8"?>
<p:tagLst xmlns:p="http://schemas.openxmlformats.org/presentationml/2006/main">
  <p:tag name="RAINPROBLEMTYPE" val="ProblemTypeMarker"/>
</p:tagLst>
</file>

<file path=ppt/tags/tag383.xml><?xml version="1.0" encoding="utf-8"?>
<p:tagLst xmlns:p="http://schemas.openxmlformats.org/presentationml/2006/main">
  <p:tag name="RAINPROBLEMTYPE" val="ProblemTypeMarker"/>
</p:tagLst>
</file>

<file path=ppt/tags/tag384.xml><?xml version="1.0" encoding="utf-8"?>
<p:tagLst xmlns:p="http://schemas.openxmlformats.org/presentationml/2006/main">
  <p:tag name="RAINPROBLEMTYPE" val="ProblemTypeMarker"/>
</p:tagLst>
</file>

<file path=ppt/tags/tag385.xml><?xml version="1.0" encoding="utf-8"?>
<p:tagLst xmlns:p="http://schemas.openxmlformats.org/presentationml/2006/main">
  <p:tag name="RAINPROBLEMTYPE" val="ProblemTypeMarker"/>
</p:tagLst>
</file>

<file path=ppt/tags/tag386.xml><?xml version="1.0" encoding="utf-8"?>
<p:tagLst xmlns:p="http://schemas.openxmlformats.org/presentationml/2006/main">
  <p:tag name="RAINPROBLEM" val="ProblemSetting"/>
  <p:tag name="RAINPROBLEMTYPE" val="MultipleChoice"/>
</p:tagLst>
</file>

<file path=ppt/tags/tag387.xml><?xml version="1.0" encoding="utf-8"?>
<p:tagLst xmlns:p="http://schemas.openxmlformats.org/presentationml/2006/main">
  <p:tag name="RAINPROBLEM" val="ProblemBody"/>
</p:tagLst>
</file>

<file path=ppt/tags/tag388.xml><?xml version="1.0" encoding="utf-8"?>
<p:tagLst xmlns:p="http://schemas.openxmlformats.org/presentationml/2006/main">
  <p:tag name="RAINPROBLEM" val="ProblemItem"/>
</p:tagLst>
</file>

<file path=ppt/tags/tag3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0.xml><?xml version="1.0" encoding="utf-8"?>
<p:tagLst xmlns:p="http://schemas.openxmlformats.org/presentationml/2006/main">
  <p:tag name="RAINPROBLEM" val="ProblemItem"/>
</p:tagLst>
</file>

<file path=ppt/tags/tag39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92.xml><?xml version="1.0" encoding="utf-8"?>
<p:tagLst xmlns:p="http://schemas.openxmlformats.org/presentationml/2006/main">
  <p:tag name="RAINPROBLEM" val="ProblemItem"/>
</p:tagLst>
</file>

<file path=ppt/tags/tag3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4.xml><?xml version="1.0" encoding="utf-8"?>
<p:tagLst xmlns:p="http://schemas.openxmlformats.org/presentationml/2006/main">
  <p:tag name="RAINPROBLEM" val="ProblemItem"/>
</p:tagLst>
</file>

<file path=ppt/tags/tag3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6.xml><?xml version="1.0" encoding="utf-8"?>
<p:tagLst xmlns:p="http://schemas.openxmlformats.org/presentationml/2006/main">
  <p:tag name="RAINPROBLEM" val="ProblemSubmit"/>
  <p:tag name="RAINPROBLEMTYPE" val="MultipleChoice"/>
</p:tagLst>
</file>

<file path=ppt/tags/tag39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98.xml><?xml version="1.0" encoding="utf-8"?>
<p:tagLst xmlns:p="http://schemas.openxmlformats.org/presentationml/2006/main">
  <p:tag name="RAINPROBLEMTYPE" val="ProblemTypeMarker"/>
</p:tagLst>
</file>

<file path=ppt/tags/tag399.xml><?xml version="1.0" encoding="utf-8"?>
<p:tagLst xmlns:p="http://schemas.openxmlformats.org/presentationml/2006/main">
  <p:tag name="RAINPROBLEMTYPE" val="ProblemTypeMarker"/>
</p:tagLst>
</file>

<file path=ppt/tags/tag400.xml><?xml version="1.0" encoding="utf-8"?>
<p:tagLst xmlns:p="http://schemas.openxmlformats.org/presentationml/2006/main">
  <p:tag name="RAINPROBLEMTYPE" val="ProblemTypeMarker"/>
</p:tagLst>
</file>

<file path=ppt/tags/tag401.xml><?xml version="1.0" encoding="utf-8"?>
<p:tagLst xmlns:p="http://schemas.openxmlformats.org/presentationml/2006/main">
  <p:tag name="RAINPROBLEMTYPE" val="ProblemTypeMarker"/>
</p:tagLst>
</file>

<file path=ppt/tags/tag402.xml><?xml version="1.0" encoding="utf-8"?>
<p:tagLst xmlns:p="http://schemas.openxmlformats.org/presentationml/2006/main">
  <p:tag name="RAINPROBLEMTYPE" val="ProblemTypeMarker"/>
</p:tagLst>
</file>

<file path=ppt/tags/tag403.xml><?xml version="1.0" encoding="utf-8"?>
<p:tagLst xmlns:p="http://schemas.openxmlformats.org/presentationml/2006/main">
  <p:tag name="RAINPROBLEM" val="ProblemSetting"/>
  <p:tag name="RAINPROBLEMTYPE" val="MultipleChoice"/>
</p:tagLst>
</file>

<file path=ppt/tags/tag404.xml><?xml version="1.0" encoding="utf-8"?>
<p:tagLst xmlns:p="http://schemas.openxmlformats.org/presentationml/2006/main">
  <p:tag name="RAINPROBLEM" val="ProblemBody"/>
</p:tagLst>
</file>

<file path=ppt/tags/tag405.xml><?xml version="1.0" encoding="utf-8"?>
<p:tagLst xmlns:p="http://schemas.openxmlformats.org/presentationml/2006/main">
  <p:tag name="RAINPROBLEM" val="ProblemItem"/>
</p:tagLst>
</file>

<file path=ppt/tags/tag4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07.xml><?xml version="1.0" encoding="utf-8"?>
<p:tagLst xmlns:p="http://schemas.openxmlformats.org/presentationml/2006/main">
  <p:tag name="RAINPROBLEM" val="ProblemItem"/>
</p:tagLst>
</file>

<file path=ppt/tags/tag40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09.xml><?xml version="1.0" encoding="utf-8"?>
<p:tagLst xmlns:p="http://schemas.openxmlformats.org/presentationml/2006/main">
  <p:tag name="RAINPROBLEM" val="ProblemItem"/>
</p:tagLst>
</file>

<file path=ppt/tags/tag4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11.xml><?xml version="1.0" encoding="utf-8"?>
<p:tagLst xmlns:p="http://schemas.openxmlformats.org/presentationml/2006/main">
  <p:tag name="RAINPROBLEM" val="ProblemItem"/>
</p:tagLst>
</file>

<file path=ppt/tags/tag4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3.xml><?xml version="1.0" encoding="utf-8"?>
<p:tagLst xmlns:p="http://schemas.openxmlformats.org/presentationml/2006/main">
  <p:tag name="RAINPROBLEM" val="ProblemSubmit"/>
  <p:tag name="RAINPROBLEMTYPE" val="MultipleChoice"/>
</p:tagLst>
</file>

<file path=ppt/tags/tag41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415.xml><?xml version="1.0" encoding="utf-8"?>
<p:tagLst xmlns:p="http://schemas.openxmlformats.org/presentationml/2006/main">
  <p:tag name="RAINPROBLEM" val="ProblemBody"/>
</p:tagLst>
</file>

<file path=ppt/tags/tag416.xml><?xml version="1.0" encoding="utf-8"?>
<p:tagLst xmlns:p="http://schemas.openxmlformats.org/presentationml/2006/main">
  <p:tag name="RAINPROBLEM" val="ProblemItem"/>
</p:tagLst>
</file>

<file path=ppt/tags/tag4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18.xml><?xml version="1.0" encoding="utf-8"?>
<p:tagLst xmlns:p="http://schemas.openxmlformats.org/presentationml/2006/main">
  <p:tag name="RAINPROBLEM" val="ProblemItem"/>
</p:tagLst>
</file>

<file path=ppt/tags/tag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0.xml><?xml version="1.0" encoding="utf-8"?>
<p:tagLst xmlns:p="http://schemas.openxmlformats.org/presentationml/2006/main">
  <p:tag name="RAINPROBLEM" val="ProblemItem"/>
</p:tagLst>
</file>

<file path=ppt/tags/tag4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2.xml><?xml version="1.0" encoding="utf-8"?>
<p:tagLst xmlns:p="http://schemas.openxmlformats.org/presentationml/2006/main">
  <p:tag name="RAINPROBLEM" val="ProblemItem"/>
</p:tagLst>
</file>

<file path=ppt/tags/tag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4.xml><?xml version="1.0" encoding="utf-8"?>
<p:tagLst xmlns:p="http://schemas.openxmlformats.org/presentationml/2006/main">
  <p:tag name="RAINPROBLEM" val="ProblemSubmit"/>
  <p:tag name="RAINPROBLEMTYPE" val="MultipleChoice"/>
</p:tagLst>
</file>

<file path=ppt/tags/tag425.xml><?xml version="1.0" encoding="utf-8"?>
<p:tagLst xmlns:p="http://schemas.openxmlformats.org/presentationml/2006/main">
  <p:tag name="RAINPROBLEMTYPE" val="ProblemTypeMarker"/>
</p:tagLst>
</file>

<file path=ppt/tags/tag426.xml><?xml version="1.0" encoding="utf-8"?>
<p:tagLst xmlns:p="http://schemas.openxmlformats.org/presentationml/2006/main">
  <p:tag name="RAINPROBLEMTYPE" val="ProblemTypeMarker"/>
</p:tagLst>
</file>

<file path=ppt/tags/tag427.xml><?xml version="1.0" encoding="utf-8"?>
<p:tagLst xmlns:p="http://schemas.openxmlformats.org/presentationml/2006/main">
  <p:tag name="RAINPROBLEMTYPE" val="ProblemTypeMarker"/>
</p:tagLst>
</file>

<file path=ppt/tags/tag428.xml><?xml version="1.0" encoding="utf-8"?>
<p:tagLst xmlns:p="http://schemas.openxmlformats.org/presentationml/2006/main">
  <p:tag name="RAINPROBLEMTYPE" val="ProblemTypeMarker"/>
</p:tagLst>
</file>

<file path=ppt/tags/tag429.xml><?xml version="1.0" encoding="utf-8"?>
<p:tagLst xmlns:p="http://schemas.openxmlformats.org/presentationml/2006/main">
  <p:tag name="RAINPROBLEMTYPE" val="ProblemTypeMarker"/>
</p:tagLst>
</file>

<file path=ppt/tags/tag430.xml><?xml version="1.0" encoding="utf-8"?>
<p:tagLst xmlns:p="http://schemas.openxmlformats.org/presentationml/2006/main">
  <p:tag name="RAINPROBLEM" val="ProblemSetting"/>
  <p:tag name="RAINPROBLEMTYPE" val="MultipleChoice"/>
</p:tagLst>
</file>

<file path=ppt/tags/tag431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432.xml><?xml version="1.0" encoding="utf-8"?>
<p:tagLst xmlns:p="http://schemas.openxmlformats.org/presentationml/2006/main">
  <p:tag name="RAINPROBLEM" val="ProblemBody"/>
</p:tagLst>
</file>

<file path=ppt/tags/tag433.xml><?xml version="1.0" encoding="utf-8"?>
<p:tagLst xmlns:p="http://schemas.openxmlformats.org/presentationml/2006/main">
  <p:tag name="RAINPROBLEM" val="ProblemItem"/>
</p:tagLst>
</file>

<file path=ppt/tags/tag43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35.xml><?xml version="1.0" encoding="utf-8"?>
<p:tagLst xmlns:p="http://schemas.openxmlformats.org/presentationml/2006/main">
  <p:tag name="RAINPROBLEM" val="ProblemItem"/>
</p:tagLst>
</file>

<file path=ppt/tags/tag43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37.xml><?xml version="1.0" encoding="utf-8"?>
<p:tagLst xmlns:p="http://schemas.openxmlformats.org/presentationml/2006/main">
  <p:tag name="RAINPROBLEM" val="ProblemItem"/>
</p:tagLst>
</file>

<file path=ppt/tags/tag43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39.xml><?xml version="1.0" encoding="utf-8"?>
<p:tagLst xmlns:p="http://schemas.openxmlformats.org/presentationml/2006/main">
  <p:tag name="RAINPROBLEM" val="ProblemItem"/>
</p:tagLst>
</file>

<file path=ppt/tags/tag44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41.xml><?xml version="1.0" encoding="utf-8"?>
<p:tagLst xmlns:p="http://schemas.openxmlformats.org/presentationml/2006/main">
  <p:tag name="RAINPROBLEM" val="ProblemSubmit"/>
  <p:tag name="RAINPROBLEMTYPE" val="MultipleChoiceMA"/>
</p:tagLst>
</file>

<file path=ppt/tags/tag442.xml><?xml version="1.0" encoding="utf-8"?>
<p:tagLst xmlns:p="http://schemas.openxmlformats.org/presentationml/2006/main">
  <p:tag name="RAINPROBLEMTYPE" val="ProblemTypeMarker"/>
</p:tagLst>
</file>

<file path=ppt/tags/tag443.xml><?xml version="1.0" encoding="utf-8"?>
<p:tagLst xmlns:p="http://schemas.openxmlformats.org/presentationml/2006/main">
  <p:tag name="RAINPROBLEMTYPE" val="ProblemTypeMarker"/>
</p:tagLst>
</file>

<file path=ppt/tags/tag444.xml><?xml version="1.0" encoding="utf-8"?>
<p:tagLst xmlns:p="http://schemas.openxmlformats.org/presentationml/2006/main">
  <p:tag name="RAINPROBLEMTYPE" val="ProblemTypeMarker"/>
</p:tagLst>
</file>

<file path=ppt/tags/tag445.xml><?xml version="1.0" encoding="utf-8"?>
<p:tagLst xmlns:p="http://schemas.openxmlformats.org/presentationml/2006/main">
  <p:tag name="RAINPROBLEMTYPE" val="ProblemTypeMarker"/>
</p:tagLst>
</file>

<file path=ppt/tags/tag446.xml><?xml version="1.0" encoding="utf-8"?>
<p:tagLst xmlns:p="http://schemas.openxmlformats.org/presentationml/2006/main">
  <p:tag name="RAINPROBLEMTYPE" val="ProblemTypeMarker"/>
</p:tagLst>
</file>

<file path=ppt/tags/tag447.xml><?xml version="1.0" encoding="utf-8"?>
<p:tagLst xmlns:p="http://schemas.openxmlformats.org/presentationml/2006/main">
  <p:tag name="RAINPROBLEM" val="ProblemSetting"/>
  <p:tag name="RAINPROBLEMTYPE" val="MultipleChoiceMA"/>
</p:tagLst>
</file>

<file path=ppt/tags/tag448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449.xml><?xml version="1.0" encoding="utf-8"?>
<p:tagLst xmlns:p="http://schemas.openxmlformats.org/presentationml/2006/main">
  <p:tag name="RAINPROBLEMTYPE" val="ProblemTypeMarker"/>
</p:tagLst>
</file>

<file path=ppt/tags/tag450.xml><?xml version="1.0" encoding="utf-8"?>
<p:tagLst xmlns:p="http://schemas.openxmlformats.org/presentationml/2006/main">
  <p:tag name="RAINPROBLEMTYPE" val="ProblemTypeMarker"/>
</p:tagLst>
</file>

<file path=ppt/tags/tag451.xml><?xml version="1.0" encoding="utf-8"?>
<p:tagLst xmlns:p="http://schemas.openxmlformats.org/presentationml/2006/main">
  <p:tag name="RAINPROBLEMTYPE" val="ProblemTypeMarker"/>
</p:tagLst>
</file>

<file path=ppt/tags/tag452.xml><?xml version="1.0" encoding="utf-8"?>
<p:tagLst xmlns:p="http://schemas.openxmlformats.org/presentationml/2006/main">
  <p:tag name="RAINPROBLEMTYPE" val="ProblemTypeMarker"/>
</p:tagLst>
</file>

<file path=ppt/tags/tag453.xml><?xml version="1.0" encoding="utf-8"?>
<p:tagLst xmlns:p="http://schemas.openxmlformats.org/presentationml/2006/main">
  <p:tag name="RAINPROBLEMTYPE" val="ProblemTypeMarker"/>
</p:tagLst>
</file>

<file path=ppt/tags/tag454.xml><?xml version="1.0" encoding="utf-8"?>
<p:tagLst xmlns:p="http://schemas.openxmlformats.org/presentationml/2006/main">
  <p:tag name="RAINPROBLEM" val="ProblemSetting"/>
  <p:tag name="RAINPROBLEMTYPE" val="MultipleChoice"/>
</p:tagLst>
</file>

<file path=ppt/tags/tag455.xml><?xml version="1.0" encoding="utf-8"?>
<p:tagLst xmlns:p="http://schemas.openxmlformats.org/presentationml/2006/main">
  <p:tag name="RAINPROBLEM" val="ProblemBody"/>
</p:tagLst>
</file>

<file path=ppt/tags/tag456.xml><?xml version="1.0" encoding="utf-8"?>
<p:tagLst xmlns:p="http://schemas.openxmlformats.org/presentationml/2006/main">
  <p:tag name="RAINPROBLEM" val="ProblemItem"/>
</p:tagLst>
</file>

<file path=ppt/tags/tag4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8.xml><?xml version="1.0" encoding="utf-8"?>
<p:tagLst xmlns:p="http://schemas.openxmlformats.org/presentationml/2006/main">
  <p:tag name="RAINPROBLEM" val="ProblemItem"/>
</p:tagLst>
</file>

<file path=ppt/tags/tag45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60.xml><?xml version="1.0" encoding="utf-8"?>
<p:tagLst xmlns:p="http://schemas.openxmlformats.org/presentationml/2006/main">
  <p:tag name="RAINPROBLEM" val="ProblemItem"/>
</p:tagLst>
</file>

<file path=ppt/tags/tag4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62.xml><?xml version="1.0" encoding="utf-8"?>
<p:tagLst xmlns:p="http://schemas.openxmlformats.org/presentationml/2006/main">
  <p:tag name="RAINPROBLEM" val="ProblemItem"/>
</p:tagLst>
</file>

<file path=ppt/tags/tag4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64.xml><?xml version="1.0" encoding="utf-8"?>
<p:tagLst xmlns:p="http://schemas.openxmlformats.org/presentationml/2006/main">
  <p:tag name="RAINPROBLEM" val="ProblemSubmit"/>
  <p:tag name="RAINPROBLEMTYPE" val="MultipleChoice"/>
</p:tagLst>
</file>

<file path=ppt/tags/tag465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466.xml><?xml version="1.0" encoding="utf-8"?>
<p:tagLst xmlns:p="http://schemas.openxmlformats.org/presentationml/2006/main">
  <p:tag name="RAINPROBLEMTYPE" val="ProblemTypeMarker"/>
</p:tagLst>
</file>

<file path=ppt/tags/tag467.xml><?xml version="1.0" encoding="utf-8"?>
<p:tagLst xmlns:p="http://schemas.openxmlformats.org/presentationml/2006/main">
  <p:tag name="RAINPROBLEMTYPE" val="ProblemTypeMarker"/>
</p:tagLst>
</file>

<file path=ppt/tags/tag468.xml><?xml version="1.0" encoding="utf-8"?>
<p:tagLst xmlns:p="http://schemas.openxmlformats.org/presentationml/2006/main">
  <p:tag name="RAINPROBLEMTYPE" val="ProblemTypeMarker"/>
</p:tagLst>
</file>

<file path=ppt/tags/tag469.xml><?xml version="1.0" encoding="utf-8"?>
<p:tagLst xmlns:p="http://schemas.openxmlformats.org/presentationml/2006/main">
  <p:tag name="RAINPROBLEMTYPE" val="ProblemTypeMarker"/>
</p:tagLst>
</file>

<file path=ppt/tags/tag470.xml><?xml version="1.0" encoding="utf-8"?>
<p:tagLst xmlns:p="http://schemas.openxmlformats.org/presentationml/2006/main">
  <p:tag name="RAINPROBLEMTYPE" val="ProblemTypeMarker"/>
</p:tagLst>
</file>

<file path=ppt/tags/tag471.xml><?xml version="1.0" encoding="utf-8"?>
<p:tagLst xmlns:p="http://schemas.openxmlformats.org/presentationml/2006/main">
  <p:tag name="RAINPROBLEM" val="ProblemSetting"/>
  <p:tag name="RAINPROBLEMTYPE" val="MultipleChoiceMA"/>
</p:tagLst>
</file>

<file path=ppt/tags/tag472.xml><?xml version="1.0" encoding="utf-8"?>
<p:tagLst xmlns:p="http://schemas.openxmlformats.org/presentationml/2006/main">
  <p:tag name="RAINPROBLEM" val="ProblemBody"/>
</p:tagLst>
</file>

<file path=ppt/tags/tag473.xml><?xml version="1.0" encoding="utf-8"?>
<p:tagLst xmlns:p="http://schemas.openxmlformats.org/presentationml/2006/main">
  <p:tag name="RAINPROBLEM" val="ProblemItem"/>
</p:tagLst>
</file>

<file path=ppt/tags/tag4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5.xml><?xml version="1.0" encoding="utf-8"?>
<p:tagLst xmlns:p="http://schemas.openxmlformats.org/presentationml/2006/main">
  <p:tag name="RAINPROBLEM" val="ProblemItem"/>
</p:tagLst>
</file>

<file path=ppt/tags/tag47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7.xml><?xml version="1.0" encoding="utf-8"?>
<p:tagLst xmlns:p="http://schemas.openxmlformats.org/presentationml/2006/main">
  <p:tag name="RAINPROBLEM" val="ProblemItem"/>
</p:tagLst>
</file>

<file path=ppt/tags/tag47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9.xml><?xml version="1.0" encoding="utf-8"?>
<p:tagLst xmlns:p="http://schemas.openxmlformats.org/presentationml/2006/main">
  <p:tag name="RAINPROBLEM" val="ProblemItem"/>
</p:tagLst>
</file>

<file path=ppt/tags/tag48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81.xml><?xml version="1.0" encoding="utf-8"?>
<p:tagLst xmlns:p="http://schemas.openxmlformats.org/presentationml/2006/main">
  <p:tag name="RAINPROBLEM" val="ProblemSubmit"/>
  <p:tag name="RAINPROBLEMTYPE" val="MultipleChoiceMA"/>
</p:tagLst>
</file>

<file path=ppt/tags/tag482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483.xml><?xml version="1.0" encoding="utf-8"?>
<p:tagLst xmlns:p="http://schemas.openxmlformats.org/presentationml/2006/main">
  <p:tag name="RAINPROBLEMTYPE" val="ProblemTypeMarker"/>
</p:tagLst>
</file>

<file path=ppt/tags/tag484.xml><?xml version="1.0" encoding="utf-8"?>
<p:tagLst xmlns:p="http://schemas.openxmlformats.org/presentationml/2006/main">
  <p:tag name="RAINPROBLEMTYPE" val="ProblemTypeMarker"/>
</p:tagLst>
</file>

<file path=ppt/tags/tag485.xml><?xml version="1.0" encoding="utf-8"?>
<p:tagLst xmlns:p="http://schemas.openxmlformats.org/presentationml/2006/main">
  <p:tag name="RAINPROBLEMTYPE" val="ProblemTypeMarker"/>
</p:tagLst>
</file>

<file path=ppt/tags/tag486.xml><?xml version="1.0" encoding="utf-8"?>
<p:tagLst xmlns:p="http://schemas.openxmlformats.org/presentationml/2006/main">
  <p:tag name="RAINPROBLEMTYPE" val="ProblemTypeMarker"/>
</p:tagLst>
</file>

<file path=ppt/tags/tag487.xml><?xml version="1.0" encoding="utf-8"?>
<p:tagLst xmlns:p="http://schemas.openxmlformats.org/presentationml/2006/main">
  <p:tag name="RAINPROBLEMTYPE" val="ProblemTypeMarker"/>
</p:tagLst>
</file>

<file path=ppt/tags/tag488.xml><?xml version="1.0" encoding="utf-8"?>
<p:tagLst xmlns:p="http://schemas.openxmlformats.org/presentationml/2006/main">
  <p:tag name="RAINPROBLEM" val="ProblemSetting"/>
  <p:tag name="RAINPROBLEMTYPE" val="MultipleChoice"/>
</p:tagLst>
</file>

<file path=ppt/tags/tag489.xml><?xml version="1.0" encoding="utf-8"?>
<p:tagLst xmlns:p="http://schemas.openxmlformats.org/presentationml/2006/main">
  <p:tag name="RAINPROBLEM" val="ProblemBody"/>
</p:tagLst>
</file>

<file path=ppt/tags/tag490.xml><?xml version="1.0" encoding="utf-8"?>
<p:tagLst xmlns:p="http://schemas.openxmlformats.org/presentationml/2006/main">
  <p:tag name="RAINPROBLEM" val="ProblemItem"/>
</p:tagLst>
</file>

<file path=ppt/tags/tag4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2.xml><?xml version="1.0" encoding="utf-8"?>
<p:tagLst xmlns:p="http://schemas.openxmlformats.org/presentationml/2006/main">
  <p:tag name="RAINPROBLEM" val="ProblemItem"/>
</p:tagLst>
</file>

<file path=ppt/tags/tag49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94.xml><?xml version="1.0" encoding="utf-8"?>
<p:tagLst xmlns:p="http://schemas.openxmlformats.org/presentationml/2006/main">
  <p:tag name="RAINPROBLEM" val="ProblemItem"/>
</p:tagLst>
</file>

<file path=ppt/tags/tag4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6.xml><?xml version="1.0" encoding="utf-8"?>
<p:tagLst xmlns:p="http://schemas.openxmlformats.org/presentationml/2006/main">
  <p:tag name="RAINPROBLEM" val="ProblemItem"/>
</p:tagLst>
</file>

<file path=ppt/tags/tag49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8.xml><?xml version="1.0" encoding="utf-8"?>
<p:tagLst xmlns:p="http://schemas.openxmlformats.org/presentationml/2006/main">
  <p:tag name="RAINPROBLEM" val="ProblemSubmit"/>
  <p:tag name="RAINPROBLEMTYPE" val="MultipleChoice"/>
</p:tagLst>
</file>

<file path=ppt/tags/tag499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00.xml><?xml version="1.0" encoding="utf-8"?>
<p:tagLst xmlns:p="http://schemas.openxmlformats.org/presentationml/2006/main">
  <p:tag name="RAINPROBLEMTYPE" val="ProblemTypeMarker"/>
</p:tagLst>
</file>

<file path=ppt/tags/tag501.xml><?xml version="1.0" encoding="utf-8"?>
<p:tagLst xmlns:p="http://schemas.openxmlformats.org/presentationml/2006/main">
  <p:tag name="RAINPROBLEMTYPE" val="ProblemTypeMarker"/>
</p:tagLst>
</file>

<file path=ppt/tags/tag502.xml><?xml version="1.0" encoding="utf-8"?>
<p:tagLst xmlns:p="http://schemas.openxmlformats.org/presentationml/2006/main">
  <p:tag name="RAINPROBLEMTYPE" val="ProblemTypeMarker"/>
</p:tagLst>
</file>

<file path=ppt/tags/tag503.xml><?xml version="1.0" encoding="utf-8"?>
<p:tagLst xmlns:p="http://schemas.openxmlformats.org/presentationml/2006/main">
  <p:tag name="RAINPROBLEMTYPE" val="ProblemTypeMarker"/>
</p:tagLst>
</file>

<file path=ppt/tags/tag504.xml><?xml version="1.0" encoding="utf-8"?>
<p:tagLst xmlns:p="http://schemas.openxmlformats.org/presentationml/2006/main">
  <p:tag name="RAINPROBLEMTYPE" val="ProblemTypeMarker"/>
</p:tagLst>
</file>

<file path=ppt/tags/tag505.xml><?xml version="1.0" encoding="utf-8"?>
<p:tagLst xmlns:p="http://schemas.openxmlformats.org/presentationml/2006/main">
  <p:tag name="RAINPROBLEM" val="ProblemSetting"/>
  <p:tag name="RAINPROBLEMTYPE" val="MultipleChoiceMA"/>
</p:tagLst>
</file>

<file path=ppt/tags/tag506.xml><?xml version="1.0" encoding="utf-8"?>
<p:tagLst xmlns:p="http://schemas.openxmlformats.org/presentationml/2006/main">
  <p:tag name="RAINPROBLEM" val="ProblemBody"/>
</p:tagLst>
</file>

<file path=ppt/tags/tag507.xml><?xml version="1.0" encoding="utf-8"?>
<p:tagLst xmlns:p="http://schemas.openxmlformats.org/presentationml/2006/main">
  <p:tag name="RAINPROBLEM" val="ProblemItem"/>
</p:tagLst>
</file>

<file path=ppt/tags/tag50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09.xml><?xml version="1.0" encoding="utf-8"?>
<p:tagLst xmlns:p="http://schemas.openxmlformats.org/presentationml/2006/main">
  <p:tag name="RAINPROBLEM" val="ProblemItem"/>
</p:tagLst>
</file>

<file path=ppt/tags/tag51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11.xml><?xml version="1.0" encoding="utf-8"?>
<p:tagLst xmlns:p="http://schemas.openxmlformats.org/presentationml/2006/main">
  <p:tag name="RAINPROBLEM" val="ProblemItem"/>
</p:tagLst>
</file>

<file path=ppt/tags/tag5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13.xml><?xml version="1.0" encoding="utf-8"?>
<p:tagLst xmlns:p="http://schemas.openxmlformats.org/presentationml/2006/main">
  <p:tag name="RAINPROBLEM" val="ProblemItem"/>
</p:tagLst>
</file>

<file path=ppt/tags/tag51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15.xml><?xml version="1.0" encoding="utf-8"?>
<p:tagLst xmlns:p="http://schemas.openxmlformats.org/presentationml/2006/main">
  <p:tag name="RAINPROBLEM" val="ProblemSubmit"/>
  <p:tag name="RAINPROBLEMTYPE" val="MultipleChoiceMA"/>
</p:tagLst>
</file>

<file path=ppt/tags/tag516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517.xml><?xml version="1.0" encoding="utf-8"?>
<p:tagLst xmlns:p="http://schemas.openxmlformats.org/presentationml/2006/main">
  <p:tag name="RAINPROBLEM" val="ProblemBody"/>
</p:tagLst>
</file>

<file path=ppt/tags/tag518.xml><?xml version="1.0" encoding="utf-8"?>
<p:tagLst xmlns:p="http://schemas.openxmlformats.org/presentationml/2006/main">
  <p:tag name="RAINPROBLEM" val="ProblemItem"/>
</p:tagLst>
</file>

<file path=ppt/tags/tag5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0.xml><?xml version="1.0" encoding="utf-8"?>
<p:tagLst xmlns:p="http://schemas.openxmlformats.org/presentationml/2006/main">
  <p:tag name="RAINPROBLEM" val="ProblemItem"/>
</p:tagLst>
</file>

<file path=ppt/tags/tag5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2.xml><?xml version="1.0" encoding="utf-8"?>
<p:tagLst xmlns:p="http://schemas.openxmlformats.org/presentationml/2006/main">
  <p:tag name="RAINPROBLEM" val="ProblemItem"/>
</p:tagLst>
</file>

<file path=ppt/tags/tag5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4.xml><?xml version="1.0" encoding="utf-8"?>
<p:tagLst xmlns:p="http://schemas.openxmlformats.org/presentationml/2006/main">
  <p:tag name="RAINPROBLEM" val="ProblemItem"/>
</p:tagLst>
</file>

<file path=ppt/tags/tag5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26.xml><?xml version="1.0" encoding="utf-8"?>
<p:tagLst xmlns:p="http://schemas.openxmlformats.org/presentationml/2006/main">
  <p:tag name="RAINPROBLEM" val="ProblemSubmit"/>
  <p:tag name="RAINPROBLEMTYPE" val="MultipleChoice"/>
</p:tagLst>
</file>

<file path=ppt/tags/tag527.xml><?xml version="1.0" encoding="utf-8"?>
<p:tagLst xmlns:p="http://schemas.openxmlformats.org/presentationml/2006/main">
  <p:tag name="RAINPROBLEMTYPE" val="ProblemTypeMarker"/>
</p:tagLst>
</file>

<file path=ppt/tags/tag528.xml><?xml version="1.0" encoding="utf-8"?>
<p:tagLst xmlns:p="http://schemas.openxmlformats.org/presentationml/2006/main">
  <p:tag name="RAINPROBLEMTYPE" val="ProblemTypeMarker"/>
</p:tagLst>
</file>

<file path=ppt/tags/tag529.xml><?xml version="1.0" encoding="utf-8"?>
<p:tagLst xmlns:p="http://schemas.openxmlformats.org/presentationml/2006/main">
  <p:tag name="RAINPROBLEMTYPE" val="ProblemTypeMarker"/>
</p:tagLst>
</file>

<file path=ppt/tags/tag530.xml><?xml version="1.0" encoding="utf-8"?>
<p:tagLst xmlns:p="http://schemas.openxmlformats.org/presentationml/2006/main">
  <p:tag name="RAINPROBLEMTYPE" val="ProblemTypeMarker"/>
</p:tagLst>
</file>

<file path=ppt/tags/tag531.xml><?xml version="1.0" encoding="utf-8"?>
<p:tagLst xmlns:p="http://schemas.openxmlformats.org/presentationml/2006/main">
  <p:tag name="RAINPROBLEMTYPE" val="ProblemTypeMarker"/>
</p:tagLst>
</file>

<file path=ppt/tags/tag532.xml><?xml version="1.0" encoding="utf-8"?>
<p:tagLst xmlns:p="http://schemas.openxmlformats.org/presentationml/2006/main">
  <p:tag name="RAINPROBLEM" val="ProblemSetting"/>
  <p:tag name="RAINPROBLEMTYPE" val="MultipleChoice"/>
</p:tagLst>
</file>

<file path=ppt/tags/tag53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34.xml><?xml version="1.0" encoding="utf-8"?>
<p:tagLst xmlns:p="http://schemas.openxmlformats.org/presentationml/2006/main">
  <p:tag name="RAINPROBLEMTYPE" val="ProblemTypeMarker"/>
</p:tagLst>
</file>

<file path=ppt/tags/tag535.xml><?xml version="1.0" encoding="utf-8"?>
<p:tagLst xmlns:p="http://schemas.openxmlformats.org/presentationml/2006/main">
  <p:tag name="RAINPROBLEMTYPE" val="ProblemTypeMarker"/>
</p:tagLst>
</file>

<file path=ppt/tags/tag536.xml><?xml version="1.0" encoding="utf-8"?>
<p:tagLst xmlns:p="http://schemas.openxmlformats.org/presentationml/2006/main">
  <p:tag name="RAINPROBLEMTYPE" val="ProblemTypeMarker"/>
</p:tagLst>
</file>

<file path=ppt/tags/tag537.xml><?xml version="1.0" encoding="utf-8"?>
<p:tagLst xmlns:p="http://schemas.openxmlformats.org/presentationml/2006/main">
  <p:tag name="RAINPROBLEMTYPE" val="ProblemTypeMarker"/>
</p:tagLst>
</file>

<file path=ppt/tags/tag538.xml><?xml version="1.0" encoding="utf-8"?>
<p:tagLst xmlns:p="http://schemas.openxmlformats.org/presentationml/2006/main">
  <p:tag name="RAINPROBLEMTYPE" val="ProblemTypeMarker"/>
</p:tagLst>
</file>

<file path=ppt/tags/tag539.xml><?xml version="1.0" encoding="utf-8"?>
<p:tagLst xmlns:p="http://schemas.openxmlformats.org/presentationml/2006/main">
  <p:tag name="RAINPROBLEM" val="ProblemSetting"/>
  <p:tag name="RAINPROBLEMTYPE" val="MultipleChoice"/>
</p:tagLst>
</file>

<file path=ppt/tags/tag540.xml><?xml version="1.0" encoding="utf-8"?>
<p:tagLst xmlns:p="http://schemas.openxmlformats.org/presentationml/2006/main">
  <p:tag name="RAINPROBLEM" val="ProblemBody"/>
</p:tagLst>
</file>

<file path=ppt/tags/tag541.xml><?xml version="1.0" encoding="utf-8"?>
<p:tagLst xmlns:p="http://schemas.openxmlformats.org/presentationml/2006/main">
  <p:tag name="RAINPROBLEM" val="ProblemItem"/>
</p:tagLst>
</file>

<file path=ppt/tags/tag5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43.xml><?xml version="1.0" encoding="utf-8"?>
<p:tagLst xmlns:p="http://schemas.openxmlformats.org/presentationml/2006/main">
  <p:tag name="RAINPROBLEM" val="ProblemItem"/>
</p:tagLst>
</file>

<file path=ppt/tags/tag5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5.xml><?xml version="1.0" encoding="utf-8"?>
<p:tagLst xmlns:p="http://schemas.openxmlformats.org/presentationml/2006/main">
  <p:tag name="RAINPROBLEM" val="ProblemItem"/>
</p:tagLst>
</file>

<file path=ppt/tags/tag5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7.xml><?xml version="1.0" encoding="utf-8"?>
<p:tagLst xmlns:p="http://schemas.openxmlformats.org/presentationml/2006/main">
  <p:tag name="RAINPROBLEM" val="ProblemItem"/>
</p:tagLst>
</file>

<file path=ppt/tags/tag5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9.xml><?xml version="1.0" encoding="utf-8"?>
<p:tagLst xmlns:p="http://schemas.openxmlformats.org/presentationml/2006/main">
  <p:tag name="RAINPROBLEM" val="ProblemSubmit"/>
  <p:tag name="RAINPROBLEMTYPE" val="MultipleChoice"/>
</p:tagLst>
</file>

<file path=ppt/tags/tag55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51.xml><?xml version="1.0" encoding="utf-8"?>
<p:tagLst xmlns:p="http://schemas.openxmlformats.org/presentationml/2006/main">
  <p:tag name="RAINPROBLEMTYPE" val="ProblemTypeMarker"/>
</p:tagLst>
</file>

<file path=ppt/tags/tag552.xml><?xml version="1.0" encoding="utf-8"?>
<p:tagLst xmlns:p="http://schemas.openxmlformats.org/presentationml/2006/main">
  <p:tag name="RAINPROBLEMTYPE" val="ProblemTypeMarker"/>
</p:tagLst>
</file>

<file path=ppt/tags/tag553.xml><?xml version="1.0" encoding="utf-8"?>
<p:tagLst xmlns:p="http://schemas.openxmlformats.org/presentationml/2006/main">
  <p:tag name="RAINPROBLEMTYPE" val="ProblemTypeMarker"/>
</p:tagLst>
</file>

<file path=ppt/tags/tag554.xml><?xml version="1.0" encoding="utf-8"?>
<p:tagLst xmlns:p="http://schemas.openxmlformats.org/presentationml/2006/main">
  <p:tag name="RAINPROBLEMTYPE" val="ProblemTypeMarker"/>
</p:tagLst>
</file>

<file path=ppt/tags/tag555.xml><?xml version="1.0" encoding="utf-8"?>
<p:tagLst xmlns:p="http://schemas.openxmlformats.org/presentationml/2006/main">
  <p:tag name="RAINPROBLEMTYPE" val="ProblemTypeMarker"/>
</p:tagLst>
</file>

<file path=ppt/tags/tag556.xml><?xml version="1.0" encoding="utf-8"?>
<p:tagLst xmlns:p="http://schemas.openxmlformats.org/presentationml/2006/main">
  <p:tag name="RAINPROBLEM" val="ProblemSetting"/>
  <p:tag name="RAINPROBLEMTYPE" val="MultipleChoice"/>
</p:tagLst>
</file>

<file path=ppt/tags/tag557.xml><?xml version="1.0" encoding="utf-8"?>
<p:tagLst xmlns:p="http://schemas.openxmlformats.org/presentationml/2006/main">
  <p:tag name="RAINPROBLEM" val="ProblemBody"/>
</p:tagLst>
</file>

<file path=ppt/tags/tag558.xml><?xml version="1.0" encoding="utf-8"?>
<p:tagLst xmlns:p="http://schemas.openxmlformats.org/presentationml/2006/main">
  <p:tag name="RAINPROBLEM" val="ProblemItem"/>
</p:tagLst>
</file>

<file path=ppt/tags/tag55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60.xml><?xml version="1.0" encoding="utf-8"?>
<p:tagLst xmlns:p="http://schemas.openxmlformats.org/presentationml/2006/main">
  <p:tag name="RAINPROBLEM" val="ProblemItem"/>
</p:tagLst>
</file>

<file path=ppt/tags/tag5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2.xml><?xml version="1.0" encoding="utf-8"?>
<p:tagLst xmlns:p="http://schemas.openxmlformats.org/presentationml/2006/main">
  <p:tag name="RAINPROBLEM" val="ProblemItem"/>
</p:tagLst>
</file>

<file path=ppt/tags/tag5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4.xml><?xml version="1.0" encoding="utf-8"?>
<p:tagLst xmlns:p="http://schemas.openxmlformats.org/presentationml/2006/main">
  <p:tag name="RAINPROBLEM" val="ProblemItem"/>
</p:tagLst>
</file>

<file path=ppt/tags/tag5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6.xml><?xml version="1.0" encoding="utf-8"?>
<p:tagLst xmlns:p="http://schemas.openxmlformats.org/presentationml/2006/main">
  <p:tag name="RAINPROBLEM" val="ProblemSubmit"/>
  <p:tag name="RAINPROBLEMTYPE" val="MultipleChoice"/>
</p:tagLst>
</file>

<file path=ppt/tags/tag56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68.xml><?xml version="1.0" encoding="utf-8"?>
<p:tagLst xmlns:p="http://schemas.openxmlformats.org/presentationml/2006/main">
  <p:tag name="RAINPROBLEM" val="ProblemBody"/>
</p:tagLst>
</file>

<file path=ppt/tags/tag569.xml><?xml version="1.0" encoding="utf-8"?>
<p:tagLst xmlns:p="http://schemas.openxmlformats.org/presentationml/2006/main">
  <p:tag name="RAINPROBLEM" val="ProblemItem"/>
</p:tagLst>
</file>

<file path=ppt/tags/tag5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1.xml><?xml version="1.0" encoding="utf-8"?>
<p:tagLst xmlns:p="http://schemas.openxmlformats.org/presentationml/2006/main">
  <p:tag name="RAINPROBLEM" val="ProblemItem"/>
</p:tagLst>
</file>

<file path=ppt/tags/tag5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3.xml><?xml version="1.0" encoding="utf-8"?>
<p:tagLst xmlns:p="http://schemas.openxmlformats.org/presentationml/2006/main">
  <p:tag name="RAINPROBLEM" val="ProblemItem"/>
</p:tagLst>
</file>

<file path=ppt/tags/tag57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75.xml><?xml version="1.0" encoding="utf-8"?>
<p:tagLst xmlns:p="http://schemas.openxmlformats.org/presentationml/2006/main">
  <p:tag name="RAINPROBLEM" val="ProblemItem"/>
</p:tagLst>
</file>

<file path=ppt/tags/tag5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7.xml><?xml version="1.0" encoding="utf-8"?>
<p:tagLst xmlns:p="http://schemas.openxmlformats.org/presentationml/2006/main">
  <p:tag name="RAINPROBLEM" val="ProblemSubmit"/>
  <p:tag name="RAINPROBLEMTYPE" val="MultipleChoice"/>
</p:tagLst>
</file>

<file path=ppt/tags/tag578.xml><?xml version="1.0" encoding="utf-8"?>
<p:tagLst xmlns:p="http://schemas.openxmlformats.org/presentationml/2006/main">
  <p:tag name="RAINPROBLEMTYPE" val="ProblemTypeMarker"/>
</p:tagLst>
</file>

<file path=ppt/tags/tag579.xml><?xml version="1.0" encoding="utf-8"?>
<p:tagLst xmlns:p="http://schemas.openxmlformats.org/presentationml/2006/main">
  <p:tag name="RAINPROBLEMTYPE" val="ProblemTypeMarker"/>
</p:tagLst>
</file>

<file path=ppt/tags/tag580.xml><?xml version="1.0" encoding="utf-8"?>
<p:tagLst xmlns:p="http://schemas.openxmlformats.org/presentationml/2006/main">
  <p:tag name="RAINPROBLEMTYPE" val="ProblemTypeMarker"/>
</p:tagLst>
</file>

<file path=ppt/tags/tag581.xml><?xml version="1.0" encoding="utf-8"?>
<p:tagLst xmlns:p="http://schemas.openxmlformats.org/presentationml/2006/main">
  <p:tag name="RAINPROBLEMTYPE" val="ProblemTypeMarker"/>
</p:tagLst>
</file>

<file path=ppt/tags/tag582.xml><?xml version="1.0" encoding="utf-8"?>
<p:tagLst xmlns:p="http://schemas.openxmlformats.org/presentationml/2006/main">
  <p:tag name="RAINPROBLEMTYPE" val="ProblemTypeMarker"/>
</p:tagLst>
</file>

<file path=ppt/tags/tag583.xml><?xml version="1.0" encoding="utf-8"?>
<p:tagLst xmlns:p="http://schemas.openxmlformats.org/presentationml/2006/main">
  <p:tag name="RAINPROBLEM" val="ProblemSetting"/>
  <p:tag name="RAINPROBLEMTYPE" val="MultipleChoice"/>
</p:tagLst>
</file>

<file path=ppt/tags/tag58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85.xml><?xml version="1.0" encoding="utf-8"?>
<p:tagLst xmlns:p="http://schemas.openxmlformats.org/presentationml/2006/main">
  <p:tag name="RAINPROBLEMTYPE" val="ProblemTypeMarker"/>
</p:tagLst>
</file>

<file path=ppt/tags/tag586.xml><?xml version="1.0" encoding="utf-8"?>
<p:tagLst xmlns:p="http://schemas.openxmlformats.org/presentationml/2006/main">
  <p:tag name="RAINPROBLEMTYPE" val="ProblemTypeMarker"/>
</p:tagLst>
</file>

<file path=ppt/tags/tag587.xml><?xml version="1.0" encoding="utf-8"?>
<p:tagLst xmlns:p="http://schemas.openxmlformats.org/presentationml/2006/main">
  <p:tag name="RAINPROBLEMTYPE" val="ProblemTypeMarker"/>
</p:tagLst>
</file>

<file path=ppt/tags/tag588.xml><?xml version="1.0" encoding="utf-8"?>
<p:tagLst xmlns:p="http://schemas.openxmlformats.org/presentationml/2006/main">
  <p:tag name="RAINPROBLEMTYPE" val="ProblemTypeMarker"/>
</p:tagLst>
</file>

<file path=ppt/tags/tag589.xml><?xml version="1.0" encoding="utf-8"?>
<p:tagLst xmlns:p="http://schemas.openxmlformats.org/presentationml/2006/main">
  <p:tag name="RAINPROBLEMTYPE" val="ProblemTypeMarker"/>
</p:tagLst>
</file>

<file path=ppt/tags/tag590.xml><?xml version="1.0" encoding="utf-8"?>
<p:tagLst xmlns:p="http://schemas.openxmlformats.org/presentationml/2006/main">
  <p:tag name="RAINPROBLEM" val="ProblemSetting"/>
  <p:tag name="RAINPROBLEMTYPE" val="MultipleChoice"/>
</p:tagLst>
</file>

<file path=ppt/tags/tag591.xml><?xml version="1.0" encoding="utf-8"?>
<p:tagLst xmlns:p="http://schemas.openxmlformats.org/presentationml/2006/main">
  <p:tag name="RAINPROBLEM" val="ProblemBody"/>
</p:tagLst>
</file>

<file path=ppt/tags/tag592.xml><?xml version="1.0" encoding="utf-8"?>
<p:tagLst xmlns:p="http://schemas.openxmlformats.org/presentationml/2006/main">
  <p:tag name="RAINPROBLEM" val="ProblemItem"/>
</p:tagLst>
</file>

<file path=ppt/tags/tag5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4.xml><?xml version="1.0" encoding="utf-8"?>
<p:tagLst xmlns:p="http://schemas.openxmlformats.org/presentationml/2006/main">
  <p:tag name="RAINPROBLEM" val="ProblemItem"/>
</p:tagLst>
</file>

<file path=ppt/tags/tag5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6.xml><?xml version="1.0" encoding="utf-8"?>
<p:tagLst xmlns:p="http://schemas.openxmlformats.org/presentationml/2006/main">
  <p:tag name="RAINPROBLEM" val="ProblemItem"/>
</p:tagLst>
</file>

<file path=ppt/tags/tag59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98.xml><?xml version="1.0" encoding="utf-8"?>
<p:tagLst xmlns:p="http://schemas.openxmlformats.org/presentationml/2006/main">
  <p:tag name="RAINPROBLEM" val="ProblemItem"/>
</p:tagLst>
</file>

<file path=ppt/tags/tag59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0.xml><?xml version="1.0" encoding="utf-8"?>
<p:tagLst xmlns:p="http://schemas.openxmlformats.org/presentationml/2006/main">
  <p:tag name="RAINPROBLEM" val="ProblemSubmit"/>
  <p:tag name="RAINPROBLEMTYPE" val="MultipleChoice"/>
</p:tagLst>
</file>

<file path=ppt/tags/tag601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602.xml><?xml version="1.0" encoding="utf-8"?>
<p:tagLst xmlns:p="http://schemas.openxmlformats.org/presentationml/2006/main">
  <p:tag name="RAINPROBLEMTYPE" val="ProblemTypeMarker"/>
</p:tagLst>
</file>

<file path=ppt/tags/tag603.xml><?xml version="1.0" encoding="utf-8"?>
<p:tagLst xmlns:p="http://schemas.openxmlformats.org/presentationml/2006/main">
  <p:tag name="RAINPROBLEMTYPE" val="ProblemTypeMarker"/>
</p:tagLst>
</file>

<file path=ppt/tags/tag604.xml><?xml version="1.0" encoding="utf-8"?>
<p:tagLst xmlns:p="http://schemas.openxmlformats.org/presentationml/2006/main">
  <p:tag name="RAINPROBLEMTYPE" val="ProblemTypeMarker"/>
</p:tagLst>
</file>

<file path=ppt/tags/tag605.xml><?xml version="1.0" encoding="utf-8"?>
<p:tagLst xmlns:p="http://schemas.openxmlformats.org/presentationml/2006/main">
  <p:tag name="RAINPROBLEMTYPE" val="ProblemTypeMarker"/>
</p:tagLst>
</file>

<file path=ppt/tags/tag606.xml><?xml version="1.0" encoding="utf-8"?>
<p:tagLst xmlns:p="http://schemas.openxmlformats.org/presentationml/2006/main">
  <p:tag name="RAINPROBLEMTYPE" val="ProblemTypeMarker"/>
</p:tagLst>
</file>

<file path=ppt/tags/tag607.xml><?xml version="1.0" encoding="utf-8"?>
<p:tagLst xmlns:p="http://schemas.openxmlformats.org/presentationml/2006/main">
  <p:tag name="RAINPROBLEM" val="ProblemSetting"/>
  <p:tag name="RAINPROBLEMTYPE" val="FillBlank"/>
</p:tagLst>
</file>

<file path=ppt/tags/tag608.xml><?xml version="1.0" encoding="utf-8"?>
<p:tagLst xmlns:p="http://schemas.openxmlformats.org/presentationml/2006/main">
  <p:tag name="RAINPROBLEM" val="ProblemBody"/>
</p:tagLst>
</file>

<file path=ppt/tags/tag609.xml><?xml version="1.0" encoding="utf-8"?>
<p:tagLst xmlns:p="http://schemas.openxmlformats.org/presentationml/2006/main">
  <p:tag name="RAINPROBLEM" val="ProblemSubmit"/>
  <p:tag name="RAINPROBLEMTYPE" val="FillBlank"/>
</p:tagLst>
</file>

<file path=ppt/tags/tag610.xml><?xml version="1.0" encoding="utf-8"?>
<p:tagLst xmlns:p="http://schemas.openxmlformats.org/presentationml/2006/main">
  <p:tag name="RAINPROBLEM" val="FillBlank"/>
  <p:tag name="PROBLEMSCORE" val="2.0"/>
  <p:tag name="PROBLEMBLANK" val="[{&quot;num&quot;:1,&quot;caseSensitive&quot;:false,&quot;fuzzyMatch&quot;:false,&quot;Score&quot;:1.0,&quot;answers&quot;:[&quot;页面转向&quot;,&quot;页面跳转&quot;,&quot;路由转发&quot;,&quot;视图跳转&quot;]},{&quot;num&quot;:2,&quot;caseSensitive&quot;:false,&quot;fuzzyMatch&quot;:false,&quot;Score&quot;:1.0,&quot;answers&quot;:[&quot;传递页面数据&quot;,&quot;传递请求参数&quot;,&quot;传递模型数据&quot;,&quot;传递视图数据&quot;]}]"/>
  <p:tag name="PROBLEMBLANKKEYWORD" val="填空"/>
  <p:tag name="PROBLEMPROVIDER" val="AI"/>
</p:tagLst>
</file>

<file path=ppt/tags/tag611.xml><?xml version="1.0" encoding="utf-8"?>
<p:tagLst xmlns:p="http://schemas.openxmlformats.org/presentationml/2006/main">
  <p:tag name="RAINPROBLEM" val="ProblemBody"/>
</p:tagLst>
</file>

<file path=ppt/tags/tag612.xml><?xml version="1.0" encoding="utf-8"?>
<p:tagLst xmlns:p="http://schemas.openxmlformats.org/presentationml/2006/main">
  <p:tag name="RAINPROBLEM" val="ProblemItem"/>
</p:tagLst>
</file>

<file path=ppt/tags/tag6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4.xml><?xml version="1.0" encoding="utf-8"?>
<p:tagLst xmlns:p="http://schemas.openxmlformats.org/presentationml/2006/main">
  <p:tag name="RAINPROBLEM" val="ProblemItem"/>
</p:tagLst>
</file>

<file path=ppt/tags/tag6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6.xml><?xml version="1.0" encoding="utf-8"?>
<p:tagLst xmlns:p="http://schemas.openxmlformats.org/presentationml/2006/main">
  <p:tag name="RAINPROBLEM" val="ProblemItem"/>
</p:tagLst>
</file>

<file path=ppt/tags/tag6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18.xml><?xml version="1.0" encoding="utf-8"?>
<p:tagLst xmlns:p="http://schemas.openxmlformats.org/presentationml/2006/main">
  <p:tag name="RAINPROBLEM" val="ProblemItem"/>
</p:tagLst>
</file>

<file path=ppt/tags/tag6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0.xml><?xml version="1.0" encoding="utf-8"?>
<p:tagLst xmlns:p="http://schemas.openxmlformats.org/presentationml/2006/main">
  <p:tag name="RAINPROBLEM" val="ProblemSubmit"/>
  <p:tag name="RAINPROBLEMTYPE" val="MultipleChoice"/>
</p:tagLst>
</file>

<file path=ppt/tags/tag621.xml><?xml version="1.0" encoding="utf-8"?>
<p:tagLst xmlns:p="http://schemas.openxmlformats.org/presentationml/2006/main">
  <p:tag name="RAINPROBLEMTYPE" val="ProblemTypeMarker"/>
</p:tagLst>
</file>

<file path=ppt/tags/tag622.xml><?xml version="1.0" encoding="utf-8"?>
<p:tagLst xmlns:p="http://schemas.openxmlformats.org/presentationml/2006/main">
  <p:tag name="RAINPROBLEMTYPE" val="ProblemTypeMarker"/>
</p:tagLst>
</file>

<file path=ppt/tags/tag623.xml><?xml version="1.0" encoding="utf-8"?>
<p:tagLst xmlns:p="http://schemas.openxmlformats.org/presentationml/2006/main">
  <p:tag name="RAINPROBLEMTYPE" val="ProblemTypeMarker"/>
</p:tagLst>
</file>

<file path=ppt/tags/tag624.xml><?xml version="1.0" encoding="utf-8"?>
<p:tagLst xmlns:p="http://schemas.openxmlformats.org/presentationml/2006/main">
  <p:tag name="RAINPROBLEMTYPE" val="ProblemTypeMarker"/>
</p:tagLst>
</file>

<file path=ppt/tags/tag625.xml><?xml version="1.0" encoding="utf-8"?>
<p:tagLst xmlns:p="http://schemas.openxmlformats.org/presentationml/2006/main">
  <p:tag name="RAINPROBLEMTYPE" val="ProblemTypeMarker"/>
</p:tagLst>
</file>

<file path=ppt/tags/tag626.xml><?xml version="1.0" encoding="utf-8"?>
<p:tagLst xmlns:p="http://schemas.openxmlformats.org/presentationml/2006/main">
  <p:tag name="RAINPROBLEM" val="ProblemSetting"/>
  <p:tag name="RAINPROBLEMTYPE" val="MultipleChoice"/>
</p:tagLst>
</file>

<file path=ppt/tags/tag62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628.xml><?xml version="1.0" encoding="utf-8"?>
<p:tagLst xmlns:p="http://schemas.openxmlformats.org/presentationml/2006/main">
  <p:tag name="RAINPROBLEM" val="ProblemBody"/>
</p:tagLst>
</file>

<file path=ppt/tags/tag629.xml><?xml version="1.0" encoding="utf-8"?>
<p:tagLst xmlns:p="http://schemas.openxmlformats.org/presentationml/2006/main">
  <p:tag name="RAINPROBLEM" val="ProblemItem"/>
</p:tagLst>
</file>

<file path=ppt/tags/tag63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1.xml><?xml version="1.0" encoding="utf-8"?>
<p:tagLst xmlns:p="http://schemas.openxmlformats.org/presentationml/2006/main">
  <p:tag name="RAINPROBLEM" val="ProblemItem"/>
</p:tagLst>
</file>

<file path=ppt/tags/tag6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3.xml><?xml version="1.0" encoding="utf-8"?>
<p:tagLst xmlns:p="http://schemas.openxmlformats.org/presentationml/2006/main">
  <p:tag name="RAINPROBLEM" val="ProblemItem"/>
</p:tagLst>
</file>

<file path=ppt/tags/tag63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35.xml><?xml version="1.0" encoding="utf-8"?>
<p:tagLst xmlns:p="http://schemas.openxmlformats.org/presentationml/2006/main">
  <p:tag name="RAINPROBLEM" val="ProblemItem"/>
</p:tagLst>
</file>

<file path=ppt/tags/tag6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7.xml><?xml version="1.0" encoding="utf-8"?>
<p:tagLst xmlns:p="http://schemas.openxmlformats.org/presentationml/2006/main">
  <p:tag name="RAINPROBLEM" val="ProblemSubmit"/>
  <p:tag name="RAINPROBLEMTYPE" val="MultipleChoice"/>
</p:tagLst>
</file>

<file path=ppt/tags/tag638.xml><?xml version="1.0" encoding="utf-8"?>
<p:tagLst xmlns:p="http://schemas.openxmlformats.org/presentationml/2006/main">
  <p:tag name="RAINPROBLEMTYPE" val="ProblemTypeMarker"/>
</p:tagLst>
</file>

<file path=ppt/tags/tag639.xml><?xml version="1.0" encoding="utf-8"?>
<p:tagLst xmlns:p="http://schemas.openxmlformats.org/presentationml/2006/main">
  <p:tag name="RAINPROBLEMTYPE" val="ProblemTypeMarker"/>
</p:tagLst>
</file>

<file path=ppt/tags/tag640.xml><?xml version="1.0" encoding="utf-8"?>
<p:tagLst xmlns:p="http://schemas.openxmlformats.org/presentationml/2006/main">
  <p:tag name="RAINPROBLEMTYPE" val="ProblemTypeMarker"/>
</p:tagLst>
</file>

<file path=ppt/tags/tag641.xml><?xml version="1.0" encoding="utf-8"?>
<p:tagLst xmlns:p="http://schemas.openxmlformats.org/presentationml/2006/main">
  <p:tag name="RAINPROBLEMTYPE" val="ProblemTypeMarker"/>
</p:tagLst>
</file>

<file path=ppt/tags/tag642.xml><?xml version="1.0" encoding="utf-8"?>
<p:tagLst xmlns:p="http://schemas.openxmlformats.org/presentationml/2006/main">
  <p:tag name="RAINPROBLEMTYPE" val="ProblemTypeMarker"/>
</p:tagLst>
</file>

<file path=ppt/tags/tag643.xml><?xml version="1.0" encoding="utf-8"?>
<p:tagLst xmlns:p="http://schemas.openxmlformats.org/presentationml/2006/main">
  <p:tag name="RAINPROBLEM" val="ProblemSetting"/>
  <p:tag name="RAINPROBLEMTYPE" val="MultipleChoice"/>
</p:tagLst>
</file>

<file path=ppt/tags/tag64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645.xml><?xml version="1.0" encoding="utf-8"?>
<p:tagLst xmlns:p="http://schemas.openxmlformats.org/presentationml/2006/main">
  <p:tag name="RAINPROBLEM" val="ProblemBody"/>
</p:tagLst>
</file>

<file path=ppt/tags/tag646.xml><?xml version="1.0" encoding="utf-8"?>
<p:tagLst xmlns:p="http://schemas.openxmlformats.org/presentationml/2006/main">
  <p:tag name="RAINPROBLEM" val="ProblemItem"/>
</p:tagLst>
</file>

<file path=ppt/tags/tag64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48.xml><?xml version="1.0" encoding="utf-8"?>
<p:tagLst xmlns:p="http://schemas.openxmlformats.org/presentationml/2006/main">
  <p:tag name="RAINPROBLEM" val="ProblemItem"/>
</p:tagLst>
</file>

<file path=ppt/tags/tag64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50.xml><?xml version="1.0" encoding="utf-8"?>
<p:tagLst xmlns:p="http://schemas.openxmlformats.org/presentationml/2006/main">
  <p:tag name="RAINPROBLEM" val="ProblemItem"/>
</p:tagLst>
</file>

<file path=ppt/tags/tag65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52.xml><?xml version="1.0" encoding="utf-8"?>
<p:tagLst xmlns:p="http://schemas.openxmlformats.org/presentationml/2006/main">
  <p:tag name="RAINPROBLEM" val="ProblemItem"/>
</p:tagLst>
</file>

<file path=ppt/tags/tag65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54.xml><?xml version="1.0" encoding="utf-8"?>
<p:tagLst xmlns:p="http://schemas.openxmlformats.org/presentationml/2006/main">
  <p:tag name="RAINPROBLEM" val="ProblemSubmit"/>
  <p:tag name="RAINPROBLEMTYPE" val="MultipleChoiceMA"/>
</p:tagLst>
</file>

<file path=ppt/tags/tag655.xml><?xml version="1.0" encoding="utf-8"?>
<p:tagLst xmlns:p="http://schemas.openxmlformats.org/presentationml/2006/main">
  <p:tag name="RAINPROBLEMTYPE" val="ProblemTypeMarker"/>
</p:tagLst>
</file>

<file path=ppt/tags/tag656.xml><?xml version="1.0" encoding="utf-8"?>
<p:tagLst xmlns:p="http://schemas.openxmlformats.org/presentationml/2006/main">
  <p:tag name="RAINPROBLEMTYPE" val="ProblemTypeMarker"/>
</p:tagLst>
</file>

<file path=ppt/tags/tag657.xml><?xml version="1.0" encoding="utf-8"?>
<p:tagLst xmlns:p="http://schemas.openxmlformats.org/presentationml/2006/main">
  <p:tag name="RAINPROBLEMTYPE" val="ProblemTypeMarker"/>
</p:tagLst>
</file>

<file path=ppt/tags/tag658.xml><?xml version="1.0" encoding="utf-8"?>
<p:tagLst xmlns:p="http://schemas.openxmlformats.org/presentationml/2006/main">
  <p:tag name="RAINPROBLEMTYPE" val="ProblemTypeMarker"/>
</p:tagLst>
</file>

<file path=ppt/tags/tag659.xml><?xml version="1.0" encoding="utf-8"?>
<p:tagLst xmlns:p="http://schemas.openxmlformats.org/presentationml/2006/main">
  <p:tag name="RAINPROBLEMTYPE" val="ProblemTypeMarker"/>
</p:tagLst>
</file>

<file path=ppt/tags/tag660.xml><?xml version="1.0" encoding="utf-8"?>
<p:tagLst xmlns:p="http://schemas.openxmlformats.org/presentationml/2006/main">
  <p:tag name="RAINPROBLEM" val="ProblemSetting"/>
  <p:tag name="RAINPROBLEMTYPE" val="MultipleChoiceMA"/>
</p:tagLst>
</file>

<file path=ppt/tags/tag661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662.xml><?xml version="1.0" encoding="utf-8"?>
<p:tagLst xmlns:p="http://schemas.openxmlformats.org/presentationml/2006/main">
  <p:tag name="RAINPROBLEMTYPE" val="ProblemTypeMarker"/>
</p:tagLst>
</file>

<file path=ppt/tags/tag663.xml><?xml version="1.0" encoding="utf-8"?>
<p:tagLst xmlns:p="http://schemas.openxmlformats.org/presentationml/2006/main">
  <p:tag name="RAINPROBLEMTYPE" val="ProblemTypeMarker"/>
</p:tagLst>
</file>

<file path=ppt/tags/tag664.xml><?xml version="1.0" encoding="utf-8"?>
<p:tagLst xmlns:p="http://schemas.openxmlformats.org/presentationml/2006/main">
  <p:tag name="RAINPROBLEMTYPE" val="ProblemTypeMarker"/>
</p:tagLst>
</file>

<file path=ppt/tags/tag665.xml><?xml version="1.0" encoding="utf-8"?>
<p:tagLst xmlns:p="http://schemas.openxmlformats.org/presentationml/2006/main">
  <p:tag name="RAINPROBLEMTYPE" val="ProblemTypeMarker"/>
</p:tagLst>
</file>

<file path=ppt/tags/tag666.xml><?xml version="1.0" encoding="utf-8"?>
<p:tagLst xmlns:p="http://schemas.openxmlformats.org/presentationml/2006/main">
  <p:tag name="RAINPROBLEMTYPE" val="ProblemTypeMarker"/>
</p:tagLst>
</file>

<file path=ppt/tags/tag667.xml><?xml version="1.0" encoding="utf-8"?>
<p:tagLst xmlns:p="http://schemas.openxmlformats.org/presentationml/2006/main">
  <p:tag name="RAINPROBLEM" val="ProblemSetting"/>
  <p:tag name="RAINPROBLEMTYPE" val="MultipleChoiceMA"/>
</p:tagLst>
</file>

<file path=ppt/tags/tag668.xml><?xml version="1.0" encoding="utf-8"?>
<p:tagLst xmlns:p="http://schemas.openxmlformats.org/presentationml/2006/main">
  <p:tag name="RAINPROBLEM" val="ProblemBody"/>
</p:tagLst>
</file>

<file path=ppt/tags/tag669.xml><?xml version="1.0" encoding="utf-8"?>
<p:tagLst xmlns:p="http://schemas.openxmlformats.org/presentationml/2006/main">
  <p:tag name="RAINPROBLEM" val="ProblemItem"/>
</p:tagLst>
</file>

<file path=ppt/tags/tag67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1.xml><?xml version="1.0" encoding="utf-8"?>
<p:tagLst xmlns:p="http://schemas.openxmlformats.org/presentationml/2006/main">
  <p:tag name="RAINPROBLEM" val="ProblemItem"/>
</p:tagLst>
</file>

<file path=ppt/tags/tag67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3.xml><?xml version="1.0" encoding="utf-8"?>
<p:tagLst xmlns:p="http://schemas.openxmlformats.org/presentationml/2006/main">
  <p:tag name="RAINPROBLEM" val="ProblemItem"/>
</p:tagLst>
</file>

<file path=ppt/tags/tag6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5.xml><?xml version="1.0" encoding="utf-8"?>
<p:tagLst xmlns:p="http://schemas.openxmlformats.org/presentationml/2006/main">
  <p:tag name="RAINPROBLEM" val="ProblemItem"/>
</p:tagLst>
</file>

<file path=ppt/tags/tag67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77.xml><?xml version="1.0" encoding="utf-8"?>
<p:tagLst xmlns:p="http://schemas.openxmlformats.org/presentationml/2006/main">
  <p:tag name="RAINPROBLEM" val="ProblemSubmit"/>
  <p:tag name="RAINPROBLEMTYPE" val="MultipleChoiceMA"/>
</p:tagLst>
</file>

<file path=ppt/tags/tag678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679.xml><?xml version="1.0" encoding="utf-8"?>
<p:tagLst xmlns:p="http://schemas.openxmlformats.org/presentationml/2006/main">
  <p:tag name="RAINPROBLEMTYPE" val="ProblemTypeMarker"/>
</p:tagLst>
</file>

<file path=ppt/tags/tag680.xml><?xml version="1.0" encoding="utf-8"?>
<p:tagLst xmlns:p="http://schemas.openxmlformats.org/presentationml/2006/main">
  <p:tag name="RAINPROBLEMTYPE" val="ProblemTypeMarker"/>
</p:tagLst>
</file>

<file path=ppt/tags/tag681.xml><?xml version="1.0" encoding="utf-8"?>
<p:tagLst xmlns:p="http://schemas.openxmlformats.org/presentationml/2006/main">
  <p:tag name="RAINPROBLEMTYPE" val="ProblemTypeMarker"/>
</p:tagLst>
</file>

<file path=ppt/tags/tag682.xml><?xml version="1.0" encoding="utf-8"?>
<p:tagLst xmlns:p="http://schemas.openxmlformats.org/presentationml/2006/main">
  <p:tag name="RAINPROBLEMTYPE" val="ProblemTypeMarker"/>
</p:tagLst>
</file>

<file path=ppt/tags/tag683.xml><?xml version="1.0" encoding="utf-8"?>
<p:tagLst xmlns:p="http://schemas.openxmlformats.org/presentationml/2006/main">
  <p:tag name="RAINPROBLEMTYPE" val="ProblemTypeMarker"/>
</p:tagLst>
</file>

<file path=ppt/tags/tag684.xml><?xml version="1.0" encoding="utf-8"?>
<p:tagLst xmlns:p="http://schemas.openxmlformats.org/presentationml/2006/main">
  <p:tag name="RAINPROBLEM" val="ProblemSetting"/>
  <p:tag name="RAINPROBLEMTYPE" val="MultipleChoiceMA"/>
</p:tagLst>
</file>

<file path=ppt/tags/tag685.xml><?xml version="1.0" encoding="utf-8"?>
<p:tagLst xmlns:p="http://schemas.openxmlformats.org/presentationml/2006/main">
  <p:tag name="RAINPROBLEM" val="ProblemBody"/>
</p:tagLst>
</file>

<file path=ppt/tags/tag686.xml><?xml version="1.0" encoding="utf-8"?>
<p:tagLst xmlns:p="http://schemas.openxmlformats.org/presentationml/2006/main">
  <p:tag name="RAINPROBLEM" val="ProblemItem"/>
</p:tagLst>
</file>

<file path=ppt/tags/tag68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88.xml><?xml version="1.0" encoding="utf-8"?>
<p:tagLst xmlns:p="http://schemas.openxmlformats.org/presentationml/2006/main">
  <p:tag name="RAINPROBLEM" val="ProblemItem"/>
</p:tagLst>
</file>

<file path=ppt/tags/tag68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90.xml><?xml version="1.0" encoding="utf-8"?>
<p:tagLst xmlns:p="http://schemas.openxmlformats.org/presentationml/2006/main">
  <p:tag name="RAINPROBLEM" val="ProblemItem"/>
</p:tagLst>
</file>

<file path=ppt/tags/tag69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92.xml><?xml version="1.0" encoding="utf-8"?>
<p:tagLst xmlns:p="http://schemas.openxmlformats.org/presentationml/2006/main">
  <p:tag name="RAINPROBLEM" val="ProblemItem"/>
</p:tagLst>
</file>

<file path=ppt/tags/tag69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94.xml><?xml version="1.0" encoding="utf-8"?>
<p:tagLst xmlns:p="http://schemas.openxmlformats.org/presentationml/2006/main">
  <p:tag name="RAINPROBLEM" val="ProblemSubmit"/>
  <p:tag name="RAINPROBLEMTYPE" val="MultipleChoiceMA"/>
</p:tagLst>
</file>

<file path=ppt/tags/tag695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696.xml><?xml version="1.0" encoding="utf-8"?>
<p:tagLst xmlns:p="http://schemas.openxmlformats.org/presentationml/2006/main">
  <p:tag name="RAINPROBLEMTYPE" val="ProblemTypeMarker"/>
</p:tagLst>
</file>

<file path=ppt/tags/tag697.xml><?xml version="1.0" encoding="utf-8"?>
<p:tagLst xmlns:p="http://schemas.openxmlformats.org/presentationml/2006/main">
  <p:tag name="RAINPROBLEMTYPE" val="ProblemTypeMarker"/>
</p:tagLst>
</file>

<file path=ppt/tags/tag698.xml><?xml version="1.0" encoding="utf-8"?>
<p:tagLst xmlns:p="http://schemas.openxmlformats.org/presentationml/2006/main">
  <p:tag name="RAINPROBLEMTYPE" val="ProblemTypeMarker"/>
</p:tagLst>
</file>

<file path=ppt/tags/tag699.xml><?xml version="1.0" encoding="utf-8"?>
<p:tagLst xmlns:p="http://schemas.openxmlformats.org/presentationml/2006/main">
  <p:tag name="RAINPROBLEMTYPE" val="ProblemTypeMarker"/>
</p:tagLst>
</file>

<file path=ppt/tags/tag700.xml><?xml version="1.0" encoding="utf-8"?>
<p:tagLst xmlns:p="http://schemas.openxmlformats.org/presentationml/2006/main">
  <p:tag name="RAINPROBLEMTYPE" val="ProblemTypeMarker"/>
</p:tagLst>
</file>

<file path=ppt/tags/tag701.xml><?xml version="1.0" encoding="utf-8"?>
<p:tagLst xmlns:p="http://schemas.openxmlformats.org/presentationml/2006/main">
  <p:tag name="RAINPROBLEM" val="ProblemSetting"/>
  <p:tag name="RAINPROBLEMTYPE" val="MultipleChoice"/>
</p:tagLst>
</file>

<file path=ppt/tags/tag702.xml><?xml version="1.0" encoding="utf-8"?>
<p:tagLst xmlns:p="http://schemas.openxmlformats.org/presentationml/2006/main">
  <p:tag name="RAINPROBLEM" val="ProblemBody"/>
</p:tagLst>
</file>

<file path=ppt/tags/tag703.xml><?xml version="1.0" encoding="utf-8"?>
<p:tagLst xmlns:p="http://schemas.openxmlformats.org/presentationml/2006/main">
  <p:tag name="RAINPROBLEM" val="ProblemItem"/>
</p:tagLst>
</file>

<file path=ppt/tags/tag7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05.xml><?xml version="1.0" encoding="utf-8"?>
<p:tagLst xmlns:p="http://schemas.openxmlformats.org/presentationml/2006/main">
  <p:tag name="RAINPROBLEM" val="ProblemItem"/>
</p:tagLst>
</file>

<file path=ppt/tags/tag7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07.xml><?xml version="1.0" encoding="utf-8"?>
<p:tagLst xmlns:p="http://schemas.openxmlformats.org/presentationml/2006/main">
  <p:tag name="RAINPROBLEM" val="ProblemItem"/>
</p:tagLst>
</file>

<file path=ppt/tags/tag70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09.xml><?xml version="1.0" encoding="utf-8"?>
<p:tagLst xmlns:p="http://schemas.openxmlformats.org/presentationml/2006/main">
  <p:tag name="RAINPROBLEM" val="ProblemItem"/>
</p:tagLst>
</file>

<file path=ppt/tags/tag7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1.xml><?xml version="1.0" encoding="utf-8"?>
<p:tagLst xmlns:p="http://schemas.openxmlformats.org/presentationml/2006/main">
  <p:tag name="RAINPROBLEM" val="ProblemSubmit"/>
  <p:tag name="RAINPROBLEMTYPE" val="MultipleChoice"/>
</p:tagLst>
</file>

<file path=ppt/tags/tag712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13.xml><?xml version="1.0" encoding="utf-8"?>
<p:tagLst xmlns:p="http://schemas.openxmlformats.org/presentationml/2006/main">
  <p:tag name="RAINPROBLEM" val="ProblemBody"/>
</p:tagLst>
</file>

<file path=ppt/tags/tag714.xml><?xml version="1.0" encoding="utf-8"?>
<p:tagLst xmlns:p="http://schemas.openxmlformats.org/presentationml/2006/main">
  <p:tag name="RAINPROBLEM" val="ProblemItem"/>
</p:tagLst>
</file>

<file path=ppt/tags/tag7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6.xml><?xml version="1.0" encoding="utf-8"?>
<p:tagLst xmlns:p="http://schemas.openxmlformats.org/presentationml/2006/main">
  <p:tag name="RAINPROBLEM" val="ProblemItem"/>
</p:tagLst>
</file>

<file path=ppt/tags/tag7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18.xml><?xml version="1.0" encoding="utf-8"?>
<p:tagLst xmlns:p="http://schemas.openxmlformats.org/presentationml/2006/main">
  <p:tag name="RAINPROBLEM" val="ProblemItem"/>
</p:tagLst>
</file>

<file path=ppt/tags/tag7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20.xml><?xml version="1.0" encoding="utf-8"?>
<p:tagLst xmlns:p="http://schemas.openxmlformats.org/presentationml/2006/main">
  <p:tag name="RAINPROBLEM" val="ProblemItem"/>
</p:tagLst>
</file>

<file path=ppt/tags/tag7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22.xml><?xml version="1.0" encoding="utf-8"?>
<p:tagLst xmlns:p="http://schemas.openxmlformats.org/presentationml/2006/main">
  <p:tag name="RAINPROBLEM" val="ProblemSubmit"/>
  <p:tag name="RAINPROBLEMTYPE" val="MultipleChoice"/>
</p:tagLst>
</file>

<file path=ppt/tags/tag723.xml><?xml version="1.0" encoding="utf-8"?>
<p:tagLst xmlns:p="http://schemas.openxmlformats.org/presentationml/2006/main">
  <p:tag name="RAINPROBLEMTYPE" val="ProblemTypeMarker"/>
</p:tagLst>
</file>

<file path=ppt/tags/tag724.xml><?xml version="1.0" encoding="utf-8"?>
<p:tagLst xmlns:p="http://schemas.openxmlformats.org/presentationml/2006/main">
  <p:tag name="RAINPROBLEMTYPE" val="ProblemTypeMarker"/>
</p:tagLst>
</file>

<file path=ppt/tags/tag725.xml><?xml version="1.0" encoding="utf-8"?>
<p:tagLst xmlns:p="http://schemas.openxmlformats.org/presentationml/2006/main">
  <p:tag name="RAINPROBLEMTYPE" val="ProblemTypeMarker"/>
</p:tagLst>
</file>

<file path=ppt/tags/tag726.xml><?xml version="1.0" encoding="utf-8"?>
<p:tagLst xmlns:p="http://schemas.openxmlformats.org/presentationml/2006/main">
  <p:tag name="RAINPROBLEMTYPE" val="ProblemTypeMarker"/>
</p:tagLst>
</file>

<file path=ppt/tags/tag727.xml><?xml version="1.0" encoding="utf-8"?>
<p:tagLst xmlns:p="http://schemas.openxmlformats.org/presentationml/2006/main">
  <p:tag name="RAINPROBLEMTYPE" val="ProblemTypeMarker"/>
</p:tagLst>
</file>

<file path=ppt/tags/tag728.xml><?xml version="1.0" encoding="utf-8"?>
<p:tagLst xmlns:p="http://schemas.openxmlformats.org/presentationml/2006/main">
  <p:tag name="RAINPROBLEM" val="ProblemSetting"/>
  <p:tag name="RAINPROBLEMTYPE" val="MultipleChoice"/>
</p:tagLst>
</file>

<file path=ppt/tags/tag729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30.xml><?xml version="1.0" encoding="utf-8"?>
<p:tagLst xmlns:p="http://schemas.openxmlformats.org/presentationml/2006/main">
  <p:tag name="RAINPROBLEM" val="ProblemBody"/>
</p:tagLst>
</file>

<file path=ppt/tags/tag731.xml><?xml version="1.0" encoding="utf-8"?>
<p:tagLst xmlns:p="http://schemas.openxmlformats.org/presentationml/2006/main">
  <p:tag name="RAINPROBLEM" val="ProblemItem"/>
</p:tagLst>
</file>

<file path=ppt/tags/tag7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3.xml><?xml version="1.0" encoding="utf-8"?>
<p:tagLst xmlns:p="http://schemas.openxmlformats.org/presentationml/2006/main">
  <p:tag name="RAINPROBLEM" val="ProblemItem"/>
</p:tagLst>
</file>

<file path=ppt/tags/tag73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35.xml><?xml version="1.0" encoding="utf-8"?>
<p:tagLst xmlns:p="http://schemas.openxmlformats.org/presentationml/2006/main">
  <p:tag name="RAINPROBLEM" val="ProblemItem"/>
</p:tagLst>
</file>

<file path=ppt/tags/tag7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7.xml><?xml version="1.0" encoding="utf-8"?>
<p:tagLst xmlns:p="http://schemas.openxmlformats.org/presentationml/2006/main">
  <p:tag name="RAINPROBLEM" val="ProblemItem"/>
</p:tagLst>
</file>

<file path=ppt/tags/tag7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9.xml><?xml version="1.0" encoding="utf-8"?>
<p:tagLst xmlns:p="http://schemas.openxmlformats.org/presentationml/2006/main">
  <p:tag name="RAINPROBLEM" val="ProblemSubmit"/>
  <p:tag name="RAINPROBLEMTYPE" val="MultipleChoice"/>
</p:tagLst>
</file>

<file path=ppt/tags/tag740.xml><?xml version="1.0" encoding="utf-8"?>
<p:tagLst xmlns:p="http://schemas.openxmlformats.org/presentationml/2006/main">
  <p:tag name="RAINPROBLEMTYPE" val="ProblemTypeMarker"/>
</p:tagLst>
</file>

<file path=ppt/tags/tag741.xml><?xml version="1.0" encoding="utf-8"?>
<p:tagLst xmlns:p="http://schemas.openxmlformats.org/presentationml/2006/main">
  <p:tag name="RAINPROBLEMTYPE" val="ProblemTypeMarker"/>
</p:tagLst>
</file>

<file path=ppt/tags/tag742.xml><?xml version="1.0" encoding="utf-8"?>
<p:tagLst xmlns:p="http://schemas.openxmlformats.org/presentationml/2006/main">
  <p:tag name="RAINPROBLEMTYPE" val="ProblemTypeMarker"/>
</p:tagLst>
</file>

<file path=ppt/tags/tag743.xml><?xml version="1.0" encoding="utf-8"?>
<p:tagLst xmlns:p="http://schemas.openxmlformats.org/presentationml/2006/main">
  <p:tag name="RAINPROBLEMTYPE" val="ProblemTypeMarker"/>
</p:tagLst>
</file>

<file path=ppt/tags/tag744.xml><?xml version="1.0" encoding="utf-8"?>
<p:tagLst xmlns:p="http://schemas.openxmlformats.org/presentationml/2006/main">
  <p:tag name="RAINPROBLEMTYPE" val="ProblemTypeMarker"/>
</p:tagLst>
</file>

<file path=ppt/tags/tag745.xml><?xml version="1.0" encoding="utf-8"?>
<p:tagLst xmlns:p="http://schemas.openxmlformats.org/presentationml/2006/main">
  <p:tag name="RAINPROBLEM" val="ProblemSetting"/>
  <p:tag name="RAINPROBLEMTYPE" val="MultipleChoice"/>
</p:tagLst>
</file>

<file path=ppt/tags/tag746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47.xml><?xml version="1.0" encoding="utf-8"?>
<p:tagLst xmlns:p="http://schemas.openxmlformats.org/presentationml/2006/main">
  <p:tag name="RAINPROBLEM" val="ProblemBody"/>
</p:tagLst>
</file>

<file path=ppt/tags/tag74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49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50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51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5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753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754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75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756.xml><?xml version="1.0" encoding="utf-8"?>
<p:tagLst xmlns:p="http://schemas.openxmlformats.org/presentationml/2006/main">
  <p:tag name="RAINPROBLEM" val="ProblemSubmit"/>
  <p:tag name="RAINPROBLEMTYPE" val="MultipleChoice"/>
</p:tagLst>
</file>

<file path=ppt/tags/tag757.xml><?xml version="1.0" encoding="utf-8"?>
<p:tagLst xmlns:p="http://schemas.openxmlformats.org/presentationml/2006/main">
  <p:tag name="RAINPROBLEMTYPE" val="ProblemTypeMarker"/>
</p:tagLst>
</file>

<file path=ppt/tags/tag758.xml><?xml version="1.0" encoding="utf-8"?>
<p:tagLst xmlns:p="http://schemas.openxmlformats.org/presentationml/2006/main">
  <p:tag name="RAINPROBLEMTYPE" val="ProblemTypeMarker"/>
</p:tagLst>
</file>

<file path=ppt/tags/tag759.xml><?xml version="1.0" encoding="utf-8"?>
<p:tagLst xmlns:p="http://schemas.openxmlformats.org/presentationml/2006/main">
  <p:tag name="RAINPROBLEMTYPE" val="ProblemTypeMarker"/>
</p:tagLst>
</file>

<file path=ppt/tags/tag760.xml><?xml version="1.0" encoding="utf-8"?>
<p:tagLst xmlns:p="http://schemas.openxmlformats.org/presentationml/2006/main">
  <p:tag name="RAINPROBLEMTYPE" val="ProblemTypeMarker"/>
</p:tagLst>
</file>

<file path=ppt/tags/tag761.xml><?xml version="1.0" encoding="utf-8"?>
<p:tagLst xmlns:p="http://schemas.openxmlformats.org/presentationml/2006/main">
  <p:tag name="RAINPROBLEMTYPE" val="ProblemTypeMarker"/>
</p:tagLst>
</file>

<file path=ppt/tags/tag762.xml><?xml version="1.0" encoding="utf-8"?>
<p:tagLst xmlns:p="http://schemas.openxmlformats.org/presentationml/2006/main">
  <p:tag name="RAINPROBLEM" val="ProblemSetting"/>
  <p:tag name="RAINPROBLEMTYPE" val="MultipleChoice"/>
</p:tagLst>
</file>

<file path=ppt/tags/tag763.xml><?xml version="1.0" encoding="utf-8"?>
<p:tagLst xmlns:p="http://schemas.openxmlformats.org/presentationml/2006/main">
  <p:tag name="RAINPROBLEM" val="MultipleChoice"/>
  <p:tag name="PROBLEMSCORE" val="2.0"/>
</p:tagLst>
</file>

<file path=ppt/tags/tag764.xml><?xml version="1.0" encoding="utf-8"?>
<p:tagLst xmlns:p="http://schemas.openxmlformats.org/presentationml/2006/main">
  <p:tag name="RAINPROBLEMTYPE" val="ProblemTypeMarker"/>
</p:tagLst>
</file>

<file path=ppt/tags/tag765.xml><?xml version="1.0" encoding="utf-8"?>
<p:tagLst xmlns:p="http://schemas.openxmlformats.org/presentationml/2006/main">
  <p:tag name="RAINPROBLEMTYPE" val="ProblemTypeMarker"/>
</p:tagLst>
</file>

<file path=ppt/tags/tag766.xml><?xml version="1.0" encoding="utf-8"?>
<p:tagLst xmlns:p="http://schemas.openxmlformats.org/presentationml/2006/main">
  <p:tag name="RAINPROBLEMTYPE" val="ProblemTypeMarker"/>
</p:tagLst>
</file>

<file path=ppt/tags/tag767.xml><?xml version="1.0" encoding="utf-8"?>
<p:tagLst xmlns:p="http://schemas.openxmlformats.org/presentationml/2006/main">
  <p:tag name="RAINPROBLEMTYPE" val="ProblemTypeMarker"/>
</p:tagLst>
</file>

<file path=ppt/tags/tag768.xml><?xml version="1.0" encoding="utf-8"?>
<p:tagLst xmlns:p="http://schemas.openxmlformats.org/presentationml/2006/main">
  <p:tag name="RAINPROBLEMTYPE" val="ProblemTypeMarker"/>
</p:tagLst>
</file>

<file path=ppt/tags/tag769.xml><?xml version="1.0" encoding="utf-8"?>
<p:tagLst xmlns:p="http://schemas.openxmlformats.org/presentationml/2006/main">
  <p:tag name="RAINPROBLEM" val="ProblemSetting"/>
  <p:tag name="RAINPROBLEMTYPE" val="MultipleChoice"/>
</p:tagLst>
</file>

<file path=ppt/tags/tag770.xml><?xml version="1.0" encoding="utf-8"?>
<p:tagLst xmlns:p="http://schemas.openxmlformats.org/presentationml/2006/main">
  <p:tag name="RAINPROBLEM" val="ProblemBody"/>
</p:tagLst>
</file>

<file path=ppt/tags/tag771.xml><?xml version="1.0" encoding="utf-8"?>
<p:tagLst xmlns:p="http://schemas.openxmlformats.org/presentationml/2006/main">
  <p:tag name="RAINPROBLEM" val="ProblemItem"/>
</p:tagLst>
</file>

<file path=ppt/tags/tag7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73.xml><?xml version="1.0" encoding="utf-8"?>
<p:tagLst xmlns:p="http://schemas.openxmlformats.org/presentationml/2006/main">
  <p:tag name="RAINPROBLEM" val="ProblemItem"/>
</p:tagLst>
</file>

<file path=ppt/tags/tag7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5.xml><?xml version="1.0" encoding="utf-8"?>
<p:tagLst xmlns:p="http://schemas.openxmlformats.org/presentationml/2006/main">
  <p:tag name="RAINPROBLEM" val="ProblemItem"/>
</p:tagLst>
</file>

<file path=ppt/tags/tag7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7.xml><?xml version="1.0" encoding="utf-8"?>
<p:tagLst xmlns:p="http://schemas.openxmlformats.org/presentationml/2006/main">
  <p:tag name="RAINPROBLEM" val="ProblemItem"/>
</p:tagLst>
</file>

<file path=ppt/tags/tag7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9.xml><?xml version="1.0" encoding="utf-8"?>
<p:tagLst xmlns:p="http://schemas.openxmlformats.org/presentationml/2006/main">
  <p:tag name="RAINPROBLEM" val="ProblemSubmit"/>
  <p:tag name="RAINPROBLEMTYPE" val="MultipleChoice"/>
</p:tagLst>
</file>

<file path=ppt/tags/tag78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81.xml><?xml version="1.0" encoding="utf-8"?>
<p:tagLst xmlns:p="http://schemas.openxmlformats.org/presentationml/2006/main">
  <p:tag name="RAINPROBLEM" val="ProblemBody"/>
</p:tagLst>
</file>

<file path=ppt/tags/tag782.xml><?xml version="1.0" encoding="utf-8"?>
<p:tagLst xmlns:p="http://schemas.openxmlformats.org/presentationml/2006/main">
  <p:tag name="RAINPROBLEM" val="ProblemItem"/>
</p:tagLst>
</file>

<file path=ppt/tags/tag78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84.xml><?xml version="1.0" encoding="utf-8"?>
<p:tagLst xmlns:p="http://schemas.openxmlformats.org/presentationml/2006/main">
  <p:tag name="RAINPROBLEM" val="ProblemItem"/>
</p:tagLst>
</file>

<file path=ppt/tags/tag78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6.xml><?xml version="1.0" encoding="utf-8"?>
<p:tagLst xmlns:p="http://schemas.openxmlformats.org/presentationml/2006/main">
  <p:tag name="RAINPROBLEM" val="ProblemItem"/>
</p:tagLst>
</file>

<file path=ppt/tags/tag78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8.xml><?xml version="1.0" encoding="utf-8"?>
<p:tagLst xmlns:p="http://schemas.openxmlformats.org/presentationml/2006/main">
  <p:tag name="RAINPROBLEM" val="ProblemItem"/>
</p:tagLst>
</file>

<file path=ppt/tags/tag7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0.xml><?xml version="1.0" encoding="utf-8"?>
<p:tagLst xmlns:p="http://schemas.openxmlformats.org/presentationml/2006/main">
  <p:tag name="RAINPROBLEM" val="ProblemSubmit"/>
  <p:tag name="RAINPROBLEMTYPE" val="MultipleChoice"/>
</p:tagLst>
</file>

<file path=ppt/tags/tag791.xml><?xml version="1.0" encoding="utf-8"?>
<p:tagLst xmlns:p="http://schemas.openxmlformats.org/presentationml/2006/main">
  <p:tag name="RAINPROBLEMTYPE" val="ProblemTypeMarker"/>
</p:tagLst>
</file>

<file path=ppt/tags/tag792.xml><?xml version="1.0" encoding="utf-8"?>
<p:tagLst xmlns:p="http://schemas.openxmlformats.org/presentationml/2006/main">
  <p:tag name="RAINPROBLEMTYPE" val="ProblemTypeMarker"/>
</p:tagLst>
</file>

<file path=ppt/tags/tag793.xml><?xml version="1.0" encoding="utf-8"?>
<p:tagLst xmlns:p="http://schemas.openxmlformats.org/presentationml/2006/main">
  <p:tag name="RAINPROBLEMTYPE" val="ProblemTypeMarker"/>
</p:tagLst>
</file>

<file path=ppt/tags/tag794.xml><?xml version="1.0" encoding="utf-8"?>
<p:tagLst xmlns:p="http://schemas.openxmlformats.org/presentationml/2006/main">
  <p:tag name="RAINPROBLEMTYPE" val="ProblemTypeMarker"/>
</p:tagLst>
</file>

<file path=ppt/tags/tag795.xml><?xml version="1.0" encoding="utf-8"?>
<p:tagLst xmlns:p="http://schemas.openxmlformats.org/presentationml/2006/main">
  <p:tag name="RAINPROBLEMTYPE" val="ProblemTypeMarker"/>
</p:tagLst>
</file>

<file path=ppt/tags/tag796.xml><?xml version="1.0" encoding="utf-8"?>
<p:tagLst xmlns:p="http://schemas.openxmlformats.org/presentationml/2006/main">
  <p:tag name="RAINPROBLEM" val="ProblemSetting"/>
  <p:tag name="RAINPROBLEMTYPE" val="MultipleChoice"/>
</p:tagLst>
</file>

<file path=ppt/tags/tag79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98.xml><?xml version="1.0" encoding="utf-8"?>
<p:tagLst xmlns:p="http://schemas.openxmlformats.org/presentationml/2006/main">
  <p:tag name="RAINPROBLEMTYPE" val="ProblemTypeMarker"/>
</p:tagLst>
</file>

<file path=ppt/tags/tag799.xml><?xml version="1.0" encoding="utf-8"?>
<p:tagLst xmlns:p="http://schemas.openxmlformats.org/presentationml/2006/main">
  <p:tag name="RAINPROBLEMTYPE" val="ProblemTypeMarker"/>
</p:tagLst>
</file>

<file path=ppt/tags/tag800.xml><?xml version="1.0" encoding="utf-8"?>
<p:tagLst xmlns:p="http://schemas.openxmlformats.org/presentationml/2006/main">
  <p:tag name="RAINPROBLEMTYPE" val="ProblemTypeMarker"/>
</p:tagLst>
</file>

<file path=ppt/tags/tag801.xml><?xml version="1.0" encoding="utf-8"?>
<p:tagLst xmlns:p="http://schemas.openxmlformats.org/presentationml/2006/main">
  <p:tag name="RAINPROBLEMTYPE" val="ProblemTypeMarker"/>
</p:tagLst>
</file>

<file path=ppt/tags/tag802.xml><?xml version="1.0" encoding="utf-8"?>
<p:tagLst xmlns:p="http://schemas.openxmlformats.org/presentationml/2006/main">
  <p:tag name="RAINPROBLEMTYPE" val="ProblemTypeMarker"/>
</p:tagLst>
</file>

<file path=ppt/tags/tag803.xml><?xml version="1.0" encoding="utf-8"?>
<p:tagLst xmlns:p="http://schemas.openxmlformats.org/presentationml/2006/main">
  <p:tag name="RAINPROBLEM" val="ProblemSetting"/>
  <p:tag name="RAINPROBLEMTYPE" val="FillBlank"/>
</p:tagLst>
</file>

<file path=ppt/tags/tag804.xml><?xml version="1.0" encoding="utf-8"?>
<p:tagLst xmlns:p="http://schemas.openxmlformats.org/presentationml/2006/main">
  <p:tag name="RAINPROBLEM" val="ProblemBody"/>
</p:tagLst>
</file>

<file path=ppt/tags/tag805.xml><?xml version="1.0" encoding="utf-8"?>
<p:tagLst xmlns:p="http://schemas.openxmlformats.org/presentationml/2006/main">
  <p:tag name="RAINPROBLEM" val="ProblemSubmit"/>
  <p:tag name="RAINPROBLEMTYPE" val="FillBlank"/>
</p:tagLst>
</file>

<file path=ppt/tags/tag806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可读性&quot;]}]"/>
  <p:tag name="PROBLEMBLANKKEYWORD" val="填空"/>
  <p:tag name="PROBLEMPROVIDER" val="AI"/>
</p:tagLst>
</file>

<file path=ppt/tags/tag807.xml><?xml version="1.0" encoding="utf-8"?>
<p:tagLst xmlns:p="http://schemas.openxmlformats.org/presentationml/2006/main">
  <p:tag name="RAINPROBLEMTYPE" val="ProblemTypeMarker"/>
</p:tagLst>
</file>

<file path=ppt/tags/tag808.xml><?xml version="1.0" encoding="utf-8"?>
<p:tagLst xmlns:p="http://schemas.openxmlformats.org/presentationml/2006/main">
  <p:tag name="RAINPROBLEMTYPE" val="ProblemTypeMarker"/>
</p:tagLst>
</file>

<file path=ppt/tags/tag809.xml><?xml version="1.0" encoding="utf-8"?>
<p:tagLst xmlns:p="http://schemas.openxmlformats.org/presentationml/2006/main">
  <p:tag name="RAINPROBLEMTYPE" val="ProblemTypeMarker"/>
</p:tagLst>
</file>

<file path=ppt/tags/tag810.xml><?xml version="1.0" encoding="utf-8"?>
<p:tagLst xmlns:p="http://schemas.openxmlformats.org/presentationml/2006/main">
  <p:tag name="RAINPROBLEMTYPE" val="ProblemTypeMarker"/>
</p:tagLst>
</file>

<file path=ppt/tags/tag811.xml><?xml version="1.0" encoding="utf-8"?>
<p:tagLst xmlns:p="http://schemas.openxmlformats.org/presentationml/2006/main">
  <p:tag name="RAINPROBLEMTYPE" val="ProblemTypeMarker"/>
</p:tagLst>
</file>

<file path=ppt/tags/tag812.xml><?xml version="1.0" encoding="utf-8"?>
<p:tagLst xmlns:p="http://schemas.openxmlformats.org/presentationml/2006/main">
  <p:tag name="RAINPROBLEM" val="ProblemSetting"/>
  <p:tag name="RAINPROBLEMTYPE" val="MultipleChoice"/>
</p:tagLst>
</file>

<file path=ppt/tags/tag813.xml><?xml version="1.0" encoding="utf-8"?>
<p:tagLst xmlns:p="http://schemas.openxmlformats.org/presentationml/2006/main">
  <p:tag name="RAINPROBLEM" val="ProblemBody"/>
</p:tagLst>
</file>

<file path=ppt/tags/tag814.xml><?xml version="1.0" encoding="utf-8"?>
<p:tagLst xmlns:p="http://schemas.openxmlformats.org/presentationml/2006/main">
  <p:tag name="RAINPROBLEM" val="ProblemItem"/>
</p:tagLst>
</file>

<file path=ppt/tags/tag81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16.xml><?xml version="1.0" encoding="utf-8"?>
<p:tagLst xmlns:p="http://schemas.openxmlformats.org/presentationml/2006/main">
  <p:tag name="RAINPROBLEM" val="ProblemItem"/>
</p:tagLst>
</file>

<file path=ppt/tags/tag8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18.xml><?xml version="1.0" encoding="utf-8"?>
<p:tagLst xmlns:p="http://schemas.openxmlformats.org/presentationml/2006/main">
  <p:tag name="RAINPROBLEM" val="ProblemItem"/>
</p:tagLst>
</file>

<file path=ppt/tags/tag8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0.xml><?xml version="1.0" encoding="utf-8"?>
<p:tagLst xmlns:p="http://schemas.openxmlformats.org/presentationml/2006/main">
  <p:tag name="RAINPROBLEM" val="ProblemItem"/>
</p:tagLst>
</file>

<file path=ppt/tags/tag8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2.xml><?xml version="1.0" encoding="utf-8"?>
<p:tagLst xmlns:p="http://schemas.openxmlformats.org/presentationml/2006/main">
  <p:tag name="RAINPROBLEM" val="ProblemSubmit"/>
  <p:tag name="RAINPROBLEMTYPE" val="MultipleChoice"/>
</p:tagLst>
</file>

<file path=ppt/tags/tag82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24.xml><?xml version="1.0" encoding="utf-8"?>
<p:tagLst xmlns:p="http://schemas.openxmlformats.org/presentationml/2006/main">
  <p:tag name="RAINPROBLEM" val="ProblemBody"/>
</p:tagLst>
</file>

<file path=ppt/tags/tag825.xml><?xml version="1.0" encoding="utf-8"?>
<p:tagLst xmlns:p="http://schemas.openxmlformats.org/presentationml/2006/main">
  <p:tag name="RAINPROBLEM" val="ProblemItem"/>
</p:tagLst>
</file>

<file path=ppt/tags/tag8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7.xml><?xml version="1.0" encoding="utf-8"?>
<p:tagLst xmlns:p="http://schemas.openxmlformats.org/presentationml/2006/main">
  <p:tag name="RAINPROBLEM" val="ProblemItem"/>
</p:tagLst>
</file>

<file path=ppt/tags/tag8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9.xml><?xml version="1.0" encoding="utf-8"?>
<p:tagLst xmlns:p="http://schemas.openxmlformats.org/presentationml/2006/main">
  <p:tag name="RAINPROBLEM" val="ProblemItem"/>
</p:tagLst>
</file>

<file path=ppt/tags/tag83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31.xml><?xml version="1.0" encoding="utf-8"?>
<p:tagLst xmlns:p="http://schemas.openxmlformats.org/presentationml/2006/main">
  <p:tag name="RAINPROBLEM" val="ProblemItem"/>
</p:tagLst>
</file>

<file path=ppt/tags/tag83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33.xml><?xml version="1.0" encoding="utf-8"?>
<p:tagLst xmlns:p="http://schemas.openxmlformats.org/presentationml/2006/main">
  <p:tag name="RAINPROBLEM" val="ProblemSubmit"/>
  <p:tag name="RAINPROBLEMTYPE" val="MultipleChoice"/>
</p:tagLst>
</file>

<file path=ppt/tags/tag834.xml><?xml version="1.0" encoding="utf-8"?>
<p:tagLst xmlns:p="http://schemas.openxmlformats.org/presentationml/2006/main">
  <p:tag name="RAINPROBLEMTYPE" val="ProblemTypeMarker"/>
</p:tagLst>
</file>

<file path=ppt/tags/tag835.xml><?xml version="1.0" encoding="utf-8"?>
<p:tagLst xmlns:p="http://schemas.openxmlformats.org/presentationml/2006/main">
  <p:tag name="RAINPROBLEMTYPE" val="ProblemTypeMarker"/>
</p:tagLst>
</file>

<file path=ppt/tags/tag836.xml><?xml version="1.0" encoding="utf-8"?>
<p:tagLst xmlns:p="http://schemas.openxmlformats.org/presentationml/2006/main">
  <p:tag name="RAINPROBLEMTYPE" val="ProblemTypeMarker"/>
</p:tagLst>
</file>

<file path=ppt/tags/tag837.xml><?xml version="1.0" encoding="utf-8"?>
<p:tagLst xmlns:p="http://schemas.openxmlformats.org/presentationml/2006/main">
  <p:tag name="RAINPROBLEMTYPE" val="ProblemTypeMarker"/>
</p:tagLst>
</file>

<file path=ppt/tags/tag838.xml><?xml version="1.0" encoding="utf-8"?>
<p:tagLst xmlns:p="http://schemas.openxmlformats.org/presentationml/2006/main">
  <p:tag name="RAINPROBLEMTYPE" val="ProblemTypeMarker"/>
</p:tagLst>
</file>

<file path=ppt/tags/tag839.xml><?xml version="1.0" encoding="utf-8"?>
<p:tagLst xmlns:p="http://schemas.openxmlformats.org/presentationml/2006/main">
  <p:tag name="RAINPROBLEM" val="ProblemSetting"/>
  <p:tag name="RAINPROBLEMTYPE" val="MultipleChoice"/>
</p:tagLst>
</file>

<file path=ppt/tags/tag84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41.xml><?xml version="1.0" encoding="utf-8"?>
<p:tagLst xmlns:p="http://schemas.openxmlformats.org/presentationml/2006/main">
  <p:tag name="RAINPROBLEM" val="ProblemBody"/>
</p:tagLst>
</file>

<file path=ppt/tags/tag842.xml><?xml version="1.0" encoding="utf-8"?>
<p:tagLst xmlns:p="http://schemas.openxmlformats.org/presentationml/2006/main">
  <p:tag name="RAINPROBLEM" val="ProblemItem"/>
</p:tagLst>
</file>

<file path=ppt/tags/tag8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44.xml><?xml version="1.0" encoding="utf-8"?>
<p:tagLst xmlns:p="http://schemas.openxmlformats.org/presentationml/2006/main">
  <p:tag name="RAINPROBLEM" val="ProblemItem"/>
</p:tagLst>
</file>

<file path=ppt/tags/tag84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46.xml><?xml version="1.0" encoding="utf-8"?>
<p:tagLst xmlns:p="http://schemas.openxmlformats.org/presentationml/2006/main">
  <p:tag name="RAINPROBLEM" val="ProblemItem"/>
</p:tagLst>
</file>

<file path=ppt/tags/tag84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48.xml><?xml version="1.0" encoding="utf-8"?>
<p:tagLst xmlns:p="http://schemas.openxmlformats.org/presentationml/2006/main">
  <p:tag name="RAINPROBLEM" val="ProblemItem"/>
</p:tagLst>
</file>

<file path=ppt/tags/tag84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50.xml><?xml version="1.0" encoding="utf-8"?>
<p:tagLst xmlns:p="http://schemas.openxmlformats.org/presentationml/2006/main">
  <p:tag name="RAINPROBLEM" val="ProblemSubmit"/>
  <p:tag name="RAINPROBLEMTYPE" val="MultipleChoice"/>
</p:tagLst>
</file>

<file path=ppt/tags/tag851.xml><?xml version="1.0" encoding="utf-8"?>
<p:tagLst xmlns:p="http://schemas.openxmlformats.org/presentationml/2006/main">
  <p:tag name="RAINPROBLEMTYPE" val="ProblemTypeMarker"/>
</p:tagLst>
</file>

<file path=ppt/tags/tag852.xml><?xml version="1.0" encoding="utf-8"?>
<p:tagLst xmlns:p="http://schemas.openxmlformats.org/presentationml/2006/main">
  <p:tag name="RAINPROBLEMTYPE" val="ProblemTypeMarker"/>
</p:tagLst>
</file>

<file path=ppt/tags/tag853.xml><?xml version="1.0" encoding="utf-8"?>
<p:tagLst xmlns:p="http://schemas.openxmlformats.org/presentationml/2006/main">
  <p:tag name="RAINPROBLEMTYPE" val="ProblemTypeMarker"/>
</p:tagLst>
</file>

<file path=ppt/tags/tag854.xml><?xml version="1.0" encoding="utf-8"?>
<p:tagLst xmlns:p="http://schemas.openxmlformats.org/presentationml/2006/main">
  <p:tag name="RAINPROBLEMTYPE" val="ProblemTypeMarker"/>
</p:tagLst>
</file>

<file path=ppt/tags/tag855.xml><?xml version="1.0" encoding="utf-8"?>
<p:tagLst xmlns:p="http://schemas.openxmlformats.org/presentationml/2006/main">
  <p:tag name="RAINPROBLEMTYPE" val="ProblemTypeMarker"/>
</p:tagLst>
</file>

<file path=ppt/tags/tag856.xml><?xml version="1.0" encoding="utf-8"?>
<p:tagLst xmlns:p="http://schemas.openxmlformats.org/presentationml/2006/main">
  <p:tag name="RAINPROBLEM" val="ProblemSetting"/>
  <p:tag name="RAINPROBLEMTYPE" val="MultipleChoice"/>
</p:tagLst>
</file>

<file path=ppt/tags/tag85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58.xml><?xml version="1.0" encoding="utf-8"?>
<p:tagLst xmlns:p="http://schemas.openxmlformats.org/presentationml/2006/main">
  <p:tag name="RAINPROBLEM" val="ProblemBody"/>
</p:tagLst>
</file>

<file path=ppt/tags/tag859.xml><?xml version="1.0" encoding="utf-8"?>
<p:tagLst xmlns:p="http://schemas.openxmlformats.org/presentationml/2006/main">
  <p:tag name="RAINPROBLEM" val="ProblemItem"/>
</p:tagLst>
</file>

<file path=ppt/tags/tag86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61.xml><?xml version="1.0" encoding="utf-8"?>
<p:tagLst xmlns:p="http://schemas.openxmlformats.org/presentationml/2006/main">
  <p:tag name="RAINPROBLEM" val="ProblemItem"/>
</p:tagLst>
</file>

<file path=ppt/tags/tag86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63.xml><?xml version="1.0" encoding="utf-8"?>
<p:tagLst xmlns:p="http://schemas.openxmlformats.org/presentationml/2006/main">
  <p:tag name="RAINPROBLEM" val="ProblemItem"/>
</p:tagLst>
</file>

<file path=ppt/tags/tag864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65.xml><?xml version="1.0" encoding="utf-8"?>
<p:tagLst xmlns:p="http://schemas.openxmlformats.org/presentationml/2006/main">
  <p:tag name="RAINPROBLEM" val="ProblemItem"/>
</p:tagLst>
</file>

<file path=ppt/tags/tag86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67.xml><?xml version="1.0" encoding="utf-8"?>
<p:tagLst xmlns:p="http://schemas.openxmlformats.org/presentationml/2006/main">
  <p:tag name="RAINPROBLEM" val="ProblemSubmit"/>
  <p:tag name="RAINPROBLEMTYPE" val="MultipleChoiceMA"/>
</p:tagLst>
</file>

<file path=ppt/tags/tag868.xml><?xml version="1.0" encoding="utf-8"?>
<p:tagLst xmlns:p="http://schemas.openxmlformats.org/presentationml/2006/main">
  <p:tag name="RAINPROBLEMTYPE" val="ProblemTypeMarker"/>
</p:tagLst>
</file>

<file path=ppt/tags/tag869.xml><?xml version="1.0" encoding="utf-8"?>
<p:tagLst xmlns:p="http://schemas.openxmlformats.org/presentationml/2006/main">
  <p:tag name="RAINPROBLEMTYPE" val="ProblemTypeMarker"/>
</p:tagLst>
</file>

<file path=ppt/tags/tag870.xml><?xml version="1.0" encoding="utf-8"?>
<p:tagLst xmlns:p="http://schemas.openxmlformats.org/presentationml/2006/main">
  <p:tag name="RAINPROBLEMTYPE" val="ProblemTypeMarker"/>
</p:tagLst>
</file>

<file path=ppt/tags/tag871.xml><?xml version="1.0" encoding="utf-8"?>
<p:tagLst xmlns:p="http://schemas.openxmlformats.org/presentationml/2006/main">
  <p:tag name="RAINPROBLEMTYPE" val="ProblemTypeMarker"/>
</p:tagLst>
</file>

<file path=ppt/tags/tag872.xml><?xml version="1.0" encoding="utf-8"?>
<p:tagLst xmlns:p="http://schemas.openxmlformats.org/presentationml/2006/main">
  <p:tag name="RAINPROBLEMTYPE" val="ProblemTypeMarker"/>
</p:tagLst>
</file>

<file path=ppt/tags/tag873.xml><?xml version="1.0" encoding="utf-8"?>
<p:tagLst xmlns:p="http://schemas.openxmlformats.org/presentationml/2006/main">
  <p:tag name="RAINPROBLEM" val="ProblemSetting"/>
  <p:tag name="RAINPROBLEMTYPE" val="MultipleChoiceMA"/>
</p:tagLst>
</file>

<file path=ppt/tags/tag874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875.xml><?xml version="1.0" encoding="utf-8"?>
<p:tagLst xmlns:p="http://schemas.openxmlformats.org/presentationml/2006/main">
  <p:tag name="RAINPROBLEMTYPE" val="ProblemTypeMarker"/>
</p:tagLst>
</file>

<file path=ppt/tags/tag876.xml><?xml version="1.0" encoding="utf-8"?>
<p:tagLst xmlns:p="http://schemas.openxmlformats.org/presentationml/2006/main">
  <p:tag name="RAINPROBLEMTYPE" val="ProblemTypeMarker"/>
</p:tagLst>
</file>

<file path=ppt/tags/tag877.xml><?xml version="1.0" encoding="utf-8"?>
<p:tagLst xmlns:p="http://schemas.openxmlformats.org/presentationml/2006/main">
  <p:tag name="RAINPROBLEMTYPE" val="ProblemTypeMarker"/>
</p:tagLst>
</file>

<file path=ppt/tags/tag878.xml><?xml version="1.0" encoding="utf-8"?>
<p:tagLst xmlns:p="http://schemas.openxmlformats.org/presentationml/2006/main">
  <p:tag name="RAINPROBLEMTYPE" val="ProblemTypeMarker"/>
</p:tagLst>
</file>

<file path=ppt/tags/tag879.xml><?xml version="1.0" encoding="utf-8"?>
<p:tagLst xmlns:p="http://schemas.openxmlformats.org/presentationml/2006/main">
  <p:tag name="RAINPROBLEMTYPE" val="ProblemTypeMarker"/>
</p:tagLst>
</file>

<file path=ppt/tags/tag880.xml><?xml version="1.0" encoding="utf-8"?>
<p:tagLst xmlns:p="http://schemas.openxmlformats.org/presentationml/2006/main">
  <p:tag name="RAINPROBLEM" val="ProblemSetting"/>
  <p:tag name="RAINPROBLEMTYPE" val="MultipleChoiceMA"/>
</p:tagLst>
</file>

<file path=ppt/tags/tag881.xml><?xml version="1.0" encoding="utf-8"?>
<p:tagLst xmlns:p="http://schemas.openxmlformats.org/presentationml/2006/main">
  <p:tag name="RAINPROBLEM" val="ProblemBody"/>
</p:tagLst>
</file>

<file path=ppt/tags/tag882.xml><?xml version="1.0" encoding="utf-8"?>
<p:tagLst xmlns:p="http://schemas.openxmlformats.org/presentationml/2006/main">
  <p:tag name="RAINPROBLEM" val="ProblemItem"/>
</p:tagLst>
</file>

<file path=ppt/tags/tag88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84.xml><?xml version="1.0" encoding="utf-8"?>
<p:tagLst xmlns:p="http://schemas.openxmlformats.org/presentationml/2006/main">
  <p:tag name="RAINPROBLEM" val="ProblemItem"/>
</p:tagLst>
</file>

<file path=ppt/tags/tag88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86.xml><?xml version="1.0" encoding="utf-8"?>
<p:tagLst xmlns:p="http://schemas.openxmlformats.org/presentationml/2006/main">
  <p:tag name="RAINPROBLEM" val="ProblemItem"/>
</p:tagLst>
</file>

<file path=ppt/tags/tag88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88.xml><?xml version="1.0" encoding="utf-8"?>
<p:tagLst xmlns:p="http://schemas.openxmlformats.org/presentationml/2006/main">
  <p:tag name="RAINPROBLEM" val="ProblemItem"/>
</p:tagLst>
</file>

<file path=ppt/tags/tag88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90.xml><?xml version="1.0" encoding="utf-8"?>
<p:tagLst xmlns:p="http://schemas.openxmlformats.org/presentationml/2006/main">
  <p:tag name="RAINPROBLEM" val="ProblemSubmit"/>
  <p:tag name="RAINPROBLEMTYPE" val="MultipleChoiceMA"/>
</p:tagLst>
</file>

<file path=ppt/tags/tag891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892.xml><?xml version="1.0" encoding="utf-8"?>
<p:tagLst xmlns:p="http://schemas.openxmlformats.org/presentationml/2006/main">
  <p:tag name="RAINPROBLEM" val="ProblemBody"/>
</p:tagLst>
</file>

<file path=ppt/tags/tag893.xml><?xml version="1.0" encoding="utf-8"?>
<p:tagLst xmlns:p="http://schemas.openxmlformats.org/presentationml/2006/main">
  <p:tag name="RAINPROBLEM" val="ProblemItem"/>
</p:tagLst>
</file>

<file path=ppt/tags/tag8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95.xml><?xml version="1.0" encoding="utf-8"?>
<p:tagLst xmlns:p="http://schemas.openxmlformats.org/presentationml/2006/main">
  <p:tag name="RAINPROBLEM" val="ProblemItem"/>
</p:tagLst>
</file>

<file path=ppt/tags/tag8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97.xml><?xml version="1.0" encoding="utf-8"?>
<p:tagLst xmlns:p="http://schemas.openxmlformats.org/presentationml/2006/main">
  <p:tag name="RAINPROBLEM" val="ProblemItem"/>
</p:tagLst>
</file>

<file path=ppt/tags/tag8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99.xml><?xml version="1.0" encoding="utf-8"?>
<p:tagLst xmlns:p="http://schemas.openxmlformats.org/presentationml/2006/main">
  <p:tag name="RAINPROBLEM" val="ProblemItem"/>
</p:tagLst>
</file>

<file path=ppt/tags/tag9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01.xml><?xml version="1.0" encoding="utf-8"?>
<p:tagLst xmlns:p="http://schemas.openxmlformats.org/presentationml/2006/main">
  <p:tag name="RAINPROBLEM" val="ProblemSubmit"/>
  <p:tag name="RAINPROBLEMTYPE" val="MultipleChoice"/>
</p:tagLst>
</file>

<file path=ppt/tags/tag902.xml><?xml version="1.0" encoding="utf-8"?>
<p:tagLst xmlns:p="http://schemas.openxmlformats.org/presentationml/2006/main">
  <p:tag name="RAINPROBLEMTYPE" val="ProblemTypeMarker"/>
</p:tagLst>
</file>

<file path=ppt/tags/tag903.xml><?xml version="1.0" encoding="utf-8"?>
<p:tagLst xmlns:p="http://schemas.openxmlformats.org/presentationml/2006/main">
  <p:tag name="RAINPROBLEMTYPE" val="ProblemTypeMarker"/>
</p:tagLst>
</file>

<file path=ppt/tags/tag904.xml><?xml version="1.0" encoding="utf-8"?>
<p:tagLst xmlns:p="http://schemas.openxmlformats.org/presentationml/2006/main">
  <p:tag name="RAINPROBLEMTYPE" val="ProblemTypeMarker"/>
</p:tagLst>
</file>

<file path=ppt/tags/tag905.xml><?xml version="1.0" encoding="utf-8"?>
<p:tagLst xmlns:p="http://schemas.openxmlformats.org/presentationml/2006/main">
  <p:tag name="RAINPROBLEMTYPE" val="ProblemTypeMarker"/>
</p:tagLst>
</file>

<file path=ppt/tags/tag906.xml><?xml version="1.0" encoding="utf-8"?>
<p:tagLst xmlns:p="http://schemas.openxmlformats.org/presentationml/2006/main">
  <p:tag name="RAINPROBLEMTYPE" val="ProblemTypeMarker"/>
</p:tagLst>
</file>

<file path=ppt/tags/tag907.xml><?xml version="1.0" encoding="utf-8"?>
<p:tagLst xmlns:p="http://schemas.openxmlformats.org/presentationml/2006/main">
  <p:tag name="RAINPROBLEM" val="ProblemSetting"/>
  <p:tag name="RAINPROBLEMTYPE" val="MultipleChoice"/>
</p:tagLst>
</file>

<file path=ppt/tags/tag908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909.xml><?xml version="1.0" encoding="utf-8"?>
<p:tagLst xmlns:p="http://schemas.openxmlformats.org/presentationml/2006/main">
  <p:tag name="RAINPROBLEM" val="ProblemRemarkBoard"/>
</p:tagLst>
</file>

<file path=ppt/tags/tag910.xml><?xml version="1.0" encoding="utf-8"?>
<p:tagLst xmlns:p="http://schemas.openxmlformats.org/presentationml/2006/main">
  <p:tag name="RAINPROBLEMTYPE" val="ProblemTypeMarker"/>
</p:tagLst>
</file>

<file path=ppt/tags/tag911.xml><?xml version="1.0" encoding="utf-8"?>
<p:tagLst xmlns:p="http://schemas.openxmlformats.org/presentationml/2006/main">
  <p:tag name="RAINPROBLEMTYPE" val="ProblemTypeMarker"/>
</p:tagLst>
</file>

<file path=ppt/tags/tag912.xml><?xml version="1.0" encoding="utf-8"?>
<p:tagLst xmlns:p="http://schemas.openxmlformats.org/presentationml/2006/main">
  <p:tag name="RAINPROBLEMTYPE" val="ProblemTypeMarker"/>
</p:tagLst>
</file>

<file path=ppt/tags/tag913.xml><?xml version="1.0" encoding="utf-8"?>
<p:tagLst xmlns:p="http://schemas.openxmlformats.org/presentationml/2006/main">
  <p:tag name="RAINPROBLEMTYPE" val="ProblemTypeMarker"/>
</p:tagLst>
</file>

<file path=ppt/tags/tag914.xml><?xml version="1.0" encoding="utf-8"?>
<p:tagLst xmlns:p="http://schemas.openxmlformats.org/presentationml/2006/main">
  <p:tag name="RAINPROBLEMTYPE" val="ProblemTypeMarker"/>
</p:tagLst>
</file>

<file path=ppt/tags/tag915.xml><?xml version="1.0" encoding="utf-8"?>
<p:tagLst xmlns:p="http://schemas.openxmlformats.org/presentationml/2006/main">
  <p:tag name="RAINPROBLEM" val="ProblemBody"/>
</p:tagLst>
</file>

<file path=ppt/tags/tag916.xml><?xml version="1.0" encoding="utf-8"?>
<p:tagLst xmlns:p="http://schemas.openxmlformats.org/presentationml/2006/main">
  <p:tag name="RAINPROBLEM" val="ProblemItem"/>
</p:tagLst>
</file>

<file path=ppt/tags/tag9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18.xml><?xml version="1.0" encoding="utf-8"?>
<p:tagLst xmlns:p="http://schemas.openxmlformats.org/presentationml/2006/main">
  <p:tag name="RAINPROBLEM" val="ProblemItem"/>
</p:tagLst>
</file>

<file path=ppt/tags/tag9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20.xml><?xml version="1.0" encoding="utf-8"?>
<p:tagLst xmlns:p="http://schemas.openxmlformats.org/presentationml/2006/main">
  <p:tag name="RAINPROBLEM" val="ProblemItem"/>
</p:tagLst>
</file>

<file path=ppt/tags/tag9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22.xml><?xml version="1.0" encoding="utf-8"?>
<p:tagLst xmlns:p="http://schemas.openxmlformats.org/presentationml/2006/main">
  <p:tag name="RAINPROBLEM" val="ProblemItem"/>
</p:tagLst>
</file>

<file path=ppt/tags/tag9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24.xml><?xml version="1.0" encoding="utf-8"?>
<p:tagLst xmlns:p="http://schemas.openxmlformats.org/presentationml/2006/main">
  <p:tag name="PROBLEMREMARKTITLE" val="ProblemRemarkBoardTitle"/>
</p:tagLst>
</file>

<file path=ppt/tags/tag925.xml><?xml version="1.0" encoding="utf-8"?>
<p:tagLst xmlns:p="http://schemas.openxmlformats.org/presentationml/2006/main">
  <p:tag name="PROBLEMREMARKTITLE" val="ProblemRemarkBoardTitle"/>
</p:tagLst>
</file>

<file path=ppt/tags/tag926.xml><?xml version="1.0" encoding="utf-8"?>
<p:tagLst xmlns:p="http://schemas.openxmlformats.org/presentationml/2006/main">
  <p:tag name="PROBLEMREMARKTITLE" val="ProblemRemarkBoardTitle"/>
</p:tagLst>
</file>

<file path=ppt/tags/tag927.xml><?xml version="1.0" encoding="utf-8"?>
<p:tagLst xmlns:p="http://schemas.openxmlformats.org/presentationml/2006/main">
  <p:tag name="PROBLEMREMARKTITLE" val="ProblemRemarkBoardTitle"/>
</p:tagLst>
</file>

<file path=ppt/tags/tag928.xml><?xml version="1.0" encoding="utf-8"?>
<p:tagLst xmlns:p="http://schemas.openxmlformats.org/presentationml/2006/main">
  <p:tag name="RAINPROBLEM" val="ProblemSetting"/>
  <p:tag name="RAINPROBLEMTYPE" val="MultipleChoice"/>
</p:tagLst>
</file>

<file path=ppt/tags/tag929.xml><?xml version="1.0" encoding="utf-8"?>
<p:tagLst xmlns:p="http://schemas.openxmlformats.org/presentationml/2006/main">
  <p:tag name="PROBLEMREMARKTITLE" val="ProblemRemarkBoardTip"/>
</p:tagLst>
</file>

<file path=ppt/tags/tag930.xml><?xml version="1.0" encoding="utf-8"?>
<p:tagLst xmlns:p="http://schemas.openxmlformats.org/presentationml/2006/main">
  <p:tag name="RAINPROBLEM" val="ProblemRemark"/>
</p:tagLst>
</file>

<file path=ppt/tags/tag931.xml><?xml version="1.0" encoding="utf-8"?>
<p:tagLst xmlns:p="http://schemas.openxmlformats.org/presentationml/2006/main">
  <p:tag name="RAINPROBLEM" val="ProblemRemark"/>
</p:tagLst>
</file>

<file path=ppt/tags/tag932.xml><?xml version="1.0" encoding="utf-8"?>
<p:tagLst xmlns:p="http://schemas.openxmlformats.org/presentationml/2006/main">
  <p:tag name="RAINPROBLEM" val="ProblemSubmit"/>
  <p:tag name="RAINPROBLEMTYPE" val="MultipleChoice"/>
</p:tagLst>
</file>

<file path=ppt/tags/tag933.xml><?xml version="1.0" encoding="utf-8"?>
<p:tagLst xmlns:p="http://schemas.openxmlformats.org/presentationml/2006/main">
  <p:tag name="RAINPROBLEM" val="MultipleChoice"/>
  <p:tag name="PROBLEMHASREMARK" val="True"/>
</p:tagLst>
</file>

<file path=ppt/tags/tag934.xml><?xml version="1.0" encoding="utf-8"?>
<p:tagLst xmlns:p="http://schemas.openxmlformats.org/presentationml/2006/main">
  <p:tag name="RAINPROBLEM" val="ProblemRemarkBoard"/>
</p:tagLst>
</file>

<file path=ppt/tags/tag935.xml><?xml version="1.0" encoding="utf-8"?>
<p:tagLst xmlns:p="http://schemas.openxmlformats.org/presentationml/2006/main">
  <p:tag name="RAINPROBLEMTYPE" val="ProblemTypeMarker"/>
</p:tagLst>
</file>

<file path=ppt/tags/tag936.xml><?xml version="1.0" encoding="utf-8"?>
<p:tagLst xmlns:p="http://schemas.openxmlformats.org/presentationml/2006/main">
  <p:tag name="RAINPROBLEMTYPE" val="ProblemTypeMarker"/>
</p:tagLst>
</file>

<file path=ppt/tags/tag937.xml><?xml version="1.0" encoding="utf-8"?>
<p:tagLst xmlns:p="http://schemas.openxmlformats.org/presentationml/2006/main">
  <p:tag name="RAINPROBLEMTYPE" val="ProblemTypeMarker"/>
</p:tagLst>
</file>

<file path=ppt/tags/tag938.xml><?xml version="1.0" encoding="utf-8"?>
<p:tagLst xmlns:p="http://schemas.openxmlformats.org/presentationml/2006/main">
  <p:tag name="RAINPROBLEMTYPE" val="ProblemTypeMarker"/>
</p:tagLst>
</file>

<file path=ppt/tags/tag939.xml><?xml version="1.0" encoding="utf-8"?>
<p:tagLst xmlns:p="http://schemas.openxmlformats.org/presentationml/2006/main">
  <p:tag name="RAINPROBLEMTYPE" val="ProblemTypeMarker"/>
</p:tagLst>
</file>

<file path=ppt/tags/tag940.xml><?xml version="1.0" encoding="utf-8"?>
<p:tagLst xmlns:p="http://schemas.openxmlformats.org/presentationml/2006/main">
  <p:tag name="RAINPROBLEM" val="ProblemBody"/>
</p:tagLst>
</file>

<file path=ppt/tags/tag941.xml><?xml version="1.0" encoding="utf-8"?>
<p:tagLst xmlns:p="http://schemas.openxmlformats.org/presentationml/2006/main">
  <p:tag name="RAINPROBLEM" val="ProblemItem"/>
</p:tagLst>
</file>

<file path=ppt/tags/tag9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3.xml><?xml version="1.0" encoding="utf-8"?>
<p:tagLst xmlns:p="http://schemas.openxmlformats.org/presentationml/2006/main">
  <p:tag name="RAINPROBLEM" val="ProblemItem"/>
</p:tagLst>
</file>

<file path=ppt/tags/tag9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45.xml><?xml version="1.0" encoding="utf-8"?>
<p:tagLst xmlns:p="http://schemas.openxmlformats.org/presentationml/2006/main">
  <p:tag name="RAINPROBLEM" val="ProblemItem"/>
</p:tagLst>
</file>

<file path=ppt/tags/tag9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7.xml><?xml version="1.0" encoding="utf-8"?>
<p:tagLst xmlns:p="http://schemas.openxmlformats.org/presentationml/2006/main">
  <p:tag name="RAINPROBLEM" val="ProblemItem"/>
</p:tagLst>
</file>

<file path=ppt/tags/tag9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9.xml><?xml version="1.0" encoding="utf-8"?>
<p:tagLst xmlns:p="http://schemas.openxmlformats.org/presentationml/2006/main">
  <p:tag name="PROBLEMREMARKTITLE" val="ProblemRemarkBoardTitle"/>
</p:tagLst>
</file>

<file path=ppt/tags/tag950.xml><?xml version="1.0" encoding="utf-8"?>
<p:tagLst xmlns:p="http://schemas.openxmlformats.org/presentationml/2006/main">
  <p:tag name="PROBLEMREMARKTITLE" val="ProblemRemarkBoardTitle"/>
</p:tagLst>
</file>

<file path=ppt/tags/tag951.xml><?xml version="1.0" encoding="utf-8"?>
<p:tagLst xmlns:p="http://schemas.openxmlformats.org/presentationml/2006/main">
  <p:tag name="PROBLEMREMARKTITLE" val="ProblemRemarkBoardTitle"/>
</p:tagLst>
</file>

<file path=ppt/tags/tag952.xml><?xml version="1.0" encoding="utf-8"?>
<p:tagLst xmlns:p="http://schemas.openxmlformats.org/presentationml/2006/main">
  <p:tag name="PROBLEMREMARKTITLE" val="ProblemRemarkBoardTitle"/>
</p:tagLst>
</file>

<file path=ppt/tags/tag953.xml><?xml version="1.0" encoding="utf-8"?>
<p:tagLst xmlns:p="http://schemas.openxmlformats.org/presentationml/2006/main">
  <p:tag name="RAINPROBLEM" val="ProblemSetting"/>
  <p:tag name="RAINPROBLEMTYPE" val="MultipleChoice"/>
</p:tagLst>
</file>

<file path=ppt/tags/tag954.xml><?xml version="1.0" encoding="utf-8"?>
<p:tagLst xmlns:p="http://schemas.openxmlformats.org/presentationml/2006/main">
  <p:tag name="PROBLEMREMARKTITLE" val="ProblemRemarkBoardTip"/>
</p:tagLst>
</file>

<file path=ppt/tags/tag955.xml><?xml version="1.0" encoding="utf-8"?>
<p:tagLst xmlns:p="http://schemas.openxmlformats.org/presentationml/2006/main">
  <p:tag name="RAINPROBLEM" val="ProblemRemark"/>
</p:tagLst>
</file>

<file path=ppt/tags/tag956.xml><?xml version="1.0" encoding="utf-8"?>
<p:tagLst xmlns:p="http://schemas.openxmlformats.org/presentationml/2006/main">
  <p:tag name="RAINPROBLEM" val="ProblemRemark"/>
</p:tagLst>
</file>

<file path=ppt/tags/tag957.xml><?xml version="1.0" encoding="utf-8"?>
<p:tagLst xmlns:p="http://schemas.openxmlformats.org/presentationml/2006/main">
  <p:tag name="RAINPROBLEM" val="ProblemSubmit"/>
  <p:tag name="RAINPROBLEMTYPE" val="MultipleChoice"/>
</p:tagLst>
</file>

<file path=ppt/tags/tag958.xml><?xml version="1.0" encoding="utf-8"?>
<p:tagLst xmlns:p="http://schemas.openxmlformats.org/presentationml/2006/main">
  <p:tag name="RAINPROBLEM" val="MultipleChoice"/>
  <p:tag name="PROBLEMHASREMARK" val="True"/>
</p:tagLst>
</file>

<file path=ppt/tags/tag959.xml><?xml version="1.0" encoding="utf-8"?>
<p:tagLst xmlns:p="http://schemas.openxmlformats.org/presentationml/2006/main">
  <p:tag name="RAINPROBLEM" val="ProblemRemarkBoard"/>
</p:tagLst>
</file>

<file path=ppt/tags/tag960.xml><?xml version="1.0" encoding="utf-8"?>
<p:tagLst xmlns:p="http://schemas.openxmlformats.org/presentationml/2006/main">
  <p:tag name="RAINPROBLEMTYPE" val="ProblemTypeMarker"/>
</p:tagLst>
</file>

<file path=ppt/tags/tag961.xml><?xml version="1.0" encoding="utf-8"?>
<p:tagLst xmlns:p="http://schemas.openxmlformats.org/presentationml/2006/main">
  <p:tag name="RAINPROBLEMTYPE" val="ProblemTypeMarker"/>
</p:tagLst>
</file>

<file path=ppt/tags/tag962.xml><?xml version="1.0" encoding="utf-8"?>
<p:tagLst xmlns:p="http://schemas.openxmlformats.org/presentationml/2006/main">
  <p:tag name="RAINPROBLEMTYPE" val="ProblemTypeMarker"/>
</p:tagLst>
</file>

<file path=ppt/tags/tag963.xml><?xml version="1.0" encoding="utf-8"?>
<p:tagLst xmlns:p="http://schemas.openxmlformats.org/presentationml/2006/main">
  <p:tag name="RAINPROBLEMTYPE" val="ProblemTypeMarker"/>
</p:tagLst>
</file>

<file path=ppt/tags/tag964.xml><?xml version="1.0" encoding="utf-8"?>
<p:tagLst xmlns:p="http://schemas.openxmlformats.org/presentationml/2006/main">
  <p:tag name="RAINPROBLEMTYPE" val="ProblemTypeMarker"/>
</p:tagLst>
</file>

<file path=ppt/tags/tag965.xml><?xml version="1.0" encoding="utf-8"?>
<p:tagLst xmlns:p="http://schemas.openxmlformats.org/presentationml/2006/main">
  <p:tag name="RAINPROBLEM" val="ProblemBody"/>
</p:tagLst>
</file>

<file path=ppt/tags/tag966.xml><?xml version="1.0" encoding="utf-8"?>
<p:tagLst xmlns:p="http://schemas.openxmlformats.org/presentationml/2006/main">
  <p:tag name="RAINPROBLEM" val="ProblemItem"/>
</p:tagLst>
</file>

<file path=ppt/tags/tag9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8.xml><?xml version="1.0" encoding="utf-8"?>
<p:tagLst xmlns:p="http://schemas.openxmlformats.org/presentationml/2006/main">
  <p:tag name="RAINPROBLEM" val="ProblemItem"/>
</p:tagLst>
</file>

<file path=ppt/tags/tag9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70.xml><?xml version="1.0" encoding="utf-8"?>
<p:tagLst xmlns:p="http://schemas.openxmlformats.org/presentationml/2006/main">
  <p:tag name="RAINPROBLEM" val="ProblemItem"/>
</p:tagLst>
</file>

<file path=ppt/tags/tag9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72.xml><?xml version="1.0" encoding="utf-8"?>
<p:tagLst xmlns:p="http://schemas.openxmlformats.org/presentationml/2006/main">
  <p:tag name="RAINPROBLEM" val="ProblemItem"/>
</p:tagLst>
</file>

<file path=ppt/tags/tag9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74.xml><?xml version="1.0" encoding="utf-8"?>
<p:tagLst xmlns:p="http://schemas.openxmlformats.org/presentationml/2006/main">
  <p:tag name="PROBLEMREMARKTITLE" val="ProblemRemarkBoardTitle"/>
</p:tagLst>
</file>

<file path=ppt/tags/tag975.xml><?xml version="1.0" encoding="utf-8"?>
<p:tagLst xmlns:p="http://schemas.openxmlformats.org/presentationml/2006/main">
  <p:tag name="PROBLEMREMARKTITLE" val="ProblemRemarkBoardTitle"/>
</p:tagLst>
</file>

<file path=ppt/tags/tag976.xml><?xml version="1.0" encoding="utf-8"?>
<p:tagLst xmlns:p="http://schemas.openxmlformats.org/presentationml/2006/main">
  <p:tag name="PROBLEMREMARKTITLE" val="ProblemRemarkBoardTitle"/>
</p:tagLst>
</file>

<file path=ppt/tags/tag977.xml><?xml version="1.0" encoding="utf-8"?>
<p:tagLst xmlns:p="http://schemas.openxmlformats.org/presentationml/2006/main">
  <p:tag name="PROBLEMREMARKTITLE" val="ProblemRemarkBoardTitle"/>
</p:tagLst>
</file>

<file path=ppt/tags/tag978.xml><?xml version="1.0" encoding="utf-8"?>
<p:tagLst xmlns:p="http://schemas.openxmlformats.org/presentationml/2006/main">
  <p:tag name="RAINPROBLEM" val="ProblemSetting"/>
  <p:tag name="RAINPROBLEMTYPE" val="MultipleChoice"/>
</p:tagLst>
</file>

<file path=ppt/tags/tag979.xml><?xml version="1.0" encoding="utf-8"?>
<p:tagLst xmlns:p="http://schemas.openxmlformats.org/presentationml/2006/main">
  <p:tag name="PROBLEMREMARKTITLE" val="ProblemRemarkBoardTip"/>
</p:tagLst>
</file>

<file path=ppt/tags/tag980.xml><?xml version="1.0" encoding="utf-8"?>
<p:tagLst xmlns:p="http://schemas.openxmlformats.org/presentationml/2006/main">
  <p:tag name="RAINPROBLEM" val="ProblemRemark"/>
</p:tagLst>
</file>

<file path=ppt/tags/tag981.xml><?xml version="1.0" encoding="utf-8"?>
<p:tagLst xmlns:p="http://schemas.openxmlformats.org/presentationml/2006/main">
  <p:tag name="RAINPROBLEM" val="ProblemRemark"/>
</p:tagLst>
</file>

<file path=ppt/tags/tag982.xml><?xml version="1.0" encoding="utf-8"?>
<p:tagLst xmlns:p="http://schemas.openxmlformats.org/presentationml/2006/main">
  <p:tag name="RAINPROBLEM" val="ProblemSubmit"/>
  <p:tag name="RAINPROBLEMTYPE" val="MultipleChoice"/>
</p:tagLst>
</file>

<file path=ppt/tags/tag983.xml><?xml version="1.0" encoding="utf-8"?>
<p:tagLst xmlns:p="http://schemas.openxmlformats.org/presentationml/2006/main">
  <p:tag name="RAINPROBLEM" val="MultipleChoice"/>
  <p:tag name="PROBLEMHASREMARK" val="True"/>
</p:tagLst>
</file>

<file path=ppt/tags/tag984.xml><?xml version="1.0" encoding="utf-8"?>
<p:tagLst xmlns:p="http://schemas.openxmlformats.org/presentationml/2006/main">
  <p:tag name="RAINPROBLEM" val="ProblemRemarkBoard"/>
</p:tagLst>
</file>

<file path=ppt/tags/tag985.xml><?xml version="1.0" encoding="utf-8"?>
<p:tagLst xmlns:p="http://schemas.openxmlformats.org/presentationml/2006/main">
  <p:tag name="RAINPROBLEMTYPE" val="ProblemTypeMarker"/>
</p:tagLst>
</file>

<file path=ppt/tags/tag986.xml><?xml version="1.0" encoding="utf-8"?>
<p:tagLst xmlns:p="http://schemas.openxmlformats.org/presentationml/2006/main">
  <p:tag name="RAINPROBLEMTYPE" val="ProblemTypeMarker"/>
</p:tagLst>
</file>

<file path=ppt/tags/tag987.xml><?xml version="1.0" encoding="utf-8"?>
<p:tagLst xmlns:p="http://schemas.openxmlformats.org/presentationml/2006/main">
  <p:tag name="RAINPROBLEMTYPE" val="ProblemTypeMarker"/>
</p:tagLst>
</file>

<file path=ppt/tags/tag988.xml><?xml version="1.0" encoding="utf-8"?>
<p:tagLst xmlns:p="http://schemas.openxmlformats.org/presentationml/2006/main">
  <p:tag name="RAINPROBLEMTYPE" val="ProblemTypeMarker"/>
</p:tagLst>
</file>

<file path=ppt/tags/tag989.xml><?xml version="1.0" encoding="utf-8"?>
<p:tagLst xmlns:p="http://schemas.openxmlformats.org/presentationml/2006/main">
  <p:tag name="RAINPROBLEMTYPE" val="ProblemTypeMarker"/>
</p:tagLst>
</file>

<file path=ppt/tags/tag990.xml><?xml version="1.0" encoding="utf-8"?>
<p:tagLst xmlns:p="http://schemas.openxmlformats.org/presentationml/2006/main">
  <p:tag name="RAINPROBLEM" val="ProblemBody"/>
</p:tagLst>
</file>

<file path=ppt/tags/tag991.xml><?xml version="1.0" encoding="utf-8"?>
<p:tagLst xmlns:p="http://schemas.openxmlformats.org/presentationml/2006/main">
  <p:tag name="RAINPROBLEM" val="ProblemItem"/>
</p:tagLst>
</file>

<file path=ppt/tags/tag99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93.xml><?xml version="1.0" encoding="utf-8"?>
<p:tagLst xmlns:p="http://schemas.openxmlformats.org/presentationml/2006/main">
  <p:tag name="RAINPROBLEM" val="ProblemItem"/>
</p:tagLst>
</file>

<file path=ppt/tags/tag994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95.xml><?xml version="1.0" encoding="utf-8"?>
<p:tagLst xmlns:p="http://schemas.openxmlformats.org/presentationml/2006/main">
  <p:tag name="RAINPROBLEM" val="ProblemItem"/>
</p:tagLst>
</file>

<file path=ppt/tags/tag99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97.xml><?xml version="1.0" encoding="utf-8"?>
<p:tagLst xmlns:p="http://schemas.openxmlformats.org/presentationml/2006/main">
  <p:tag name="RAINPROBLEM" val="ProblemItem"/>
</p:tagLst>
</file>

<file path=ppt/tags/tag99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99.xml><?xml version="1.0" encoding="utf-8"?>
<p:tagLst xmlns:p="http://schemas.openxmlformats.org/presentationml/2006/main">
  <p:tag name="PROBLEMREMARKTITLE" val="ProblemRemarkBoardTitle"/>
</p:tagLst>
</file>

<file path=ppt/tags/tag1000.xml><?xml version="1.0" encoding="utf-8"?>
<p:tagLst xmlns:p="http://schemas.openxmlformats.org/presentationml/2006/main">
  <p:tag name="PROBLEMREMARKTITLE" val="ProblemRemarkBoardTitle"/>
</p:tagLst>
</file>

<file path=ppt/tags/tag1001.xml><?xml version="1.0" encoding="utf-8"?>
<p:tagLst xmlns:p="http://schemas.openxmlformats.org/presentationml/2006/main">
  <p:tag name="PROBLEMREMARKTITLE" val="ProblemRemarkBoardTitle"/>
</p:tagLst>
</file>

<file path=ppt/tags/tag1002.xml><?xml version="1.0" encoding="utf-8"?>
<p:tagLst xmlns:p="http://schemas.openxmlformats.org/presentationml/2006/main">
  <p:tag name="PROBLEMREMARKTITLE" val="ProblemRemarkBoardTitle"/>
</p:tagLst>
</file>

<file path=ppt/tags/tag1003.xml><?xml version="1.0" encoding="utf-8"?>
<p:tagLst xmlns:p="http://schemas.openxmlformats.org/presentationml/2006/main">
  <p:tag name="RAINPROBLEM" val="ProblemSetting"/>
  <p:tag name="RAINPROBLEMTYPE" val="MultipleChoiceMA"/>
</p:tagLst>
</file>

<file path=ppt/tags/tag1004.xml><?xml version="1.0" encoding="utf-8"?>
<p:tagLst xmlns:p="http://schemas.openxmlformats.org/presentationml/2006/main">
  <p:tag name="PROBLEMREMARKTITLE" val="ProblemRemarkBoardTip"/>
</p:tagLst>
</file>

<file path=ppt/tags/tag1005.xml><?xml version="1.0" encoding="utf-8"?>
<p:tagLst xmlns:p="http://schemas.openxmlformats.org/presentationml/2006/main">
  <p:tag name="RAINPROBLEM" val="ProblemRemark"/>
</p:tagLst>
</file>

<file path=ppt/tags/tag1006.xml><?xml version="1.0" encoding="utf-8"?>
<p:tagLst xmlns:p="http://schemas.openxmlformats.org/presentationml/2006/main">
  <p:tag name="RAINPROBLEM" val="ProblemRemark"/>
</p:tagLst>
</file>

<file path=ppt/tags/tag1007.xml><?xml version="1.0" encoding="utf-8"?>
<p:tagLst xmlns:p="http://schemas.openxmlformats.org/presentationml/2006/main">
  <p:tag name="RAINPROBLEM" val="ProblemSubmit"/>
  <p:tag name="RAINPROBLEMTYPE" val="MultipleChoiceMA"/>
</p:tagLst>
</file>

<file path=ppt/tags/tag1008.xml><?xml version="1.0" encoding="utf-8"?>
<p:tagLst xmlns:p="http://schemas.openxmlformats.org/presentationml/2006/main">
  <p:tag name="RAINPROBLEM" val="MultipleChoiceMA"/>
  <p:tag name="PROBLEMHASREMARK" val="True"/>
</p:tagLst>
</file>

<file path=ppt/tags/tag1009.xml><?xml version="1.0" encoding="utf-8"?>
<p:tagLst xmlns:p="http://schemas.openxmlformats.org/presentationml/2006/main">
  <p:tag name="RAINPROBLEM" val="ProblemRemarkBoard"/>
</p:tagLst>
</file>

<file path=ppt/tags/tag1010.xml><?xml version="1.0" encoding="utf-8"?>
<p:tagLst xmlns:p="http://schemas.openxmlformats.org/presentationml/2006/main">
  <p:tag name="RAINPROBLEMTYPE" val="ProblemTypeMarker"/>
</p:tagLst>
</file>

<file path=ppt/tags/tag1011.xml><?xml version="1.0" encoding="utf-8"?>
<p:tagLst xmlns:p="http://schemas.openxmlformats.org/presentationml/2006/main">
  <p:tag name="RAINPROBLEMTYPE" val="ProblemTypeMarker"/>
</p:tagLst>
</file>

<file path=ppt/tags/tag1012.xml><?xml version="1.0" encoding="utf-8"?>
<p:tagLst xmlns:p="http://schemas.openxmlformats.org/presentationml/2006/main">
  <p:tag name="RAINPROBLEMTYPE" val="ProblemTypeMarker"/>
</p:tagLst>
</file>

<file path=ppt/tags/tag1013.xml><?xml version="1.0" encoding="utf-8"?>
<p:tagLst xmlns:p="http://schemas.openxmlformats.org/presentationml/2006/main">
  <p:tag name="RAINPROBLEMTYPE" val="ProblemTypeMarker"/>
</p:tagLst>
</file>

<file path=ppt/tags/tag1014.xml><?xml version="1.0" encoding="utf-8"?>
<p:tagLst xmlns:p="http://schemas.openxmlformats.org/presentationml/2006/main">
  <p:tag name="RAINPROBLEMTYPE" val="ProblemTypeMarker"/>
</p:tagLst>
</file>

<file path=ppt/tags/tag1015.xml><?xml version="1.0" encoding="utf-8"?>
<p:tagLst xmlns:p="http://schemas.openxmlformats.org/presentationml/2006/main">
  <p:tag name="RAINPROBLEM" val="ProblemBody"/>
</p:tagLst>
</file>

<file path=ppt/tags/tag1016.xml><?xml version="1.0" encoding="utf-8"?>
<p:tagLst xmlns:p="http://schemas.openxmlformats.org/presentationml/2006/main">
  <p:tag name="RAINPROBLEM" val="ProblemItem"/>
</p:tagLst>
</file>

<file path=ppt/tags/tag10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18.xml><?xml version="1.0" encoding="utf-8"?>
<p:tagLst xmlns:p="http://schemas.openxmlformats.org/presentationml/2006/main">
  <p:tag name="RAINPROBLEM" val="ProblemItem"/>
</p:tagLst>
</file>

<file path=ppt/tags/tag10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20.xml><?xml version="1.0" encoding="utf-8"?>
<p:tagLst xmlns:p="http://schemas.openxmlformats.org/presentationml/2006/main">
  <p:tag name="RAINPROBLEM" val="ProblemItem"/>
</p:tagLst>
</file>

<file path=ppt/tags/tag10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22.xml><?xml version="1.0" encoding="utf-8"?>
<p:tagLst xmlns:p="http://schemas.openxmlformats.org/presentationml/2006/main">
  <p:tag name="RAINPROBLEM" val="ProblemItem"/>
</p:tagLst>
</file>

<file path=ppt/tags/tag10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24.xml><?xml version="1.0" encoding="utf-8"?>
<p:tagLst xmlns:p="http://schemas.openxmlformats.org/presentationml/2006/main">
  <p:tag name="PROBLEMREMARKTITLE" val="ProblemRemarkBoardTitle"/>
</p:tagLst>
</file>

<file path=ppt/tags/tag1025.xml><?xml version="1.0" encoding="utf-8"?>
<p:tagLst xmlns:p="http://schemas.openxmlformats.org/presentationml/2006/main">
  <p:tag name="PROBLEMREMARKTITLE" val="ProblemRemarkBoardTitle"/>
</p:tagLst>
</file>

<file path=ppt/tags/tag1026.xml><?xml version="1.0" encoding="utf-8"?>
<p:tagLst xmlns:p="http://schemas.openxmlformats.org/presentationml/2006/main">
  <p:tag name="PROBLEMREMARKTITLE" val="ProblemRemarkBoardTitle"/>
</p:tagLst>
</file>

<file path=ppt/tags/tag1027.xml><?xml version="1.0" encoding="utf-8"?>
<p:tagLst xmlns:p="http://schemas.openxmlformats.org/presentationml/2006/main">
  <p:tag name="PROBLEMREMARKTITLE" val="ProblemRemarkBoardTitle"/>
</p:tagLst>
</file>

<file path=ppt/tags/tag1028.xml><?xml version="1.0" encoding="utf-8"?>
<p:tagLst xmlns:p="http://schemas.openxmlformats.org/presentationml/2006/main">
  <p:tag name="RAINPROBLEM" val="ProblemSetting"/>
  <p:tag name="RAINPROBLEMTYPE" val="MultipleChoice"/>
</p:tagLst>
</file>

<file path=ppt/tags/tag1029.xml><?xml version="1.0" encoding="utf-8"?>
<p:tagLst xmlns:p="http://schemas.openxmlformats.org/presentationml/2006/main">
  <p:tag name="PROBLEMREMARKTITLE" val="ProblemRemarkBoardTip"/>
</p:tagLst>
</file>

<file path=ppt/tags/tag1030.xml><?xml version="1.0" encoding="utf-8"?>
<p:tagLst xmlns:p="http://schemas.openxmlformats.org/presentationml/2006/main">
  <p:tag name="RAINPROBLEM" val="ProblemRemark"/>
</p:tagLst>
</file>

<file path=ppt/tags/tag1031.xml><?xml version="1.0" encoding="utf-8"?>
<p:tagLst xmlns:p="http://schemas.openxmlformats.org/presentationml/2006/main">
  <p:tag name="RAINPROBLEM" val="ProblemRemark"/>
</p:tagLst>
</file>

<file path=ppt/tags/tag1032.xml><?xml version="1.0" encoding="utf-8"?>
<p:tagLst xmlns:p="http://schemas.openxmlformats.org/presentationml/2006/main">
  <p:tag name="RAINPROBLEM" val="ProblemSubmit"/>
  <p:tag name="RAINPROBLEMTYPE" val="MultipleChoice"/>
</p:tagLst>
</file>

<file path=ppt/tags/tag1033.xml><?xml version="1.0" encoding="utf-8"?>
<p:tagLst xmlns:p="http://schemas.openxmlformats.org/presentationml/2006/main">
  <p:tag name="RAINPROBLEM" val="MultipleChoice"/>
  <p:tag name="PROBLEMHASREMARK" val="True"/>
</p:tagLst>
</file>

<file path=ppt/tags/tag1034.xml><?xml version="1.0" encoding="utf-8"?>
<p:tagLst xmlns:p="http://schemas.openxmlformats.org/presentationml/2006/main">
  <p:tag name="RAINPROBLEM" val="ProblemRemarkBoard"/>
</p:tagLst>
</file>

<file path=ppt/tags/tag1035.xml><?xml version="1.0" encoding="utf-8"?>
<p:tagLst xmlns:p="http://schemas.openxmlformats.org/presentationml/2006/main">
  <p:tag name="RAINPROBLEMTYPE" val="ProblemTypeMarker"/>
</p:tagLst>
</file>

<file path=ppt/tags/tag1036.xml><?xml version="1.0" encoding="utf-8"?>
<p:tagLst xmlns:p="http://schemas.openxmlformats.org/presentationml/2006/main">
  <p:tag name="RAINPROBLEMTYPE" val="ProblemTypeMarker"/>
</p:tagLst>
</file>

<file path=ppt/tags/tag1037.xml><?xml version="1.0" encoding="utf-8"?>
<p:tagLst xmlns:p="http://schemas.openxmlformats.org/presentationml/2006/main">
  <p:tag name="RAINPROBLEMTYPE" val="ProblemTypeMarker"/>
</p:tagLst>
</file>

<file path=ppt/tags/tag1038.xml><?xml version="1.0" encoding="utf-8"?>
<p:tagLst xmlns:p="http://schemas.openxmlformats.org/presentationml/2006/main">
  <p:tag name="RAINPROBLEMTYPE" val="ProblemTypeMarker"/>
</p:tagLst>
</file>

<file path=ppt/tags/tag1039.xml><?xml version="1.0" encoding="utf-8"?>
<p:tagLst xmlns:p="http://schemas.openxmlformats.org/presentationml/2006/main">
  <p:tag name="RAINPROBLEMTYPE" val="ProblemTypeMarker"/>
</p:tagLst>
</file>

<file path=ppt/tags/tag1040.xml><?xml version="1.0" encoding="utf-8"?>
<p:tagLst xmlns:p="http://schemas.openxmlformats.org/presentationml/2006/main">
  <p:tag name="RAINPROBLEM" val="ProblemBody"/>
</p:tagLst>
</file>

<file path=ppt/tags/tag1041.xml><?xml version="1.0" encoding="utf-8"?>
<p:tagLst xmlns:p="http://schemas.openxmlformats.org/presentationml/2006/main">
  <p:tag name="RAINPROBLEM" val="ProblemItem"/>
</p:tagLst>
</file>

<file path=ppt/tags/tag10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43.xml><?xml version="1.0" encoding="utf-8"?>
<p:tagLst xmlns:p="http://schemas.openxmlformats.org/presentationml/2006/main">
  <p:tag name="RAINPROBLEM" val="ProblemItem"/>
</p:tagLst>
</file>

<file path=ppt/tags/tag10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45.xml><?xml version="1.0" encoding="utf-8"?>
<p:tagLst xmlns:p="http://schemas.openxmlformats.org/presentationml/2006/main">
  <p:tag name="RAINPROBLEM" val="ProblemItem"/>
</p:tagLst>
</file>

<file path=ppt/tags/tag104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47.xml><?xml version="1.0" encoding="utf-8"?>
<p:tagLst xmlns:p="http://schemas.openxmlformats.org/presentationml/2006/main">
  <p:tag name="RAINPROBLEM" val="ProblemItem"/>
</p:tagLst>
</file>

<file path=ppt/tags/tag10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49.xml><?xml version="1.0" encoding="utf-8"?>
<p:tagLst xmlns:p="http://schemas.openxmlformats.org/presentationml/2006/main">
  <p:tag name="PROBLEMREMARKTITLE" val="ProblemRemarkBoardTitle"/>
</p:tagLst>
</file>

<file path=ppt/tags/tag1050.xml><?xml version="1.0" encoding="utf-8"?>
<p:tagLst xmlns:p="http://schemas.openxmlformats.org/presentationml/2006/main">
  <p:tag name="PROBLEMREMARKTITLE" val="ProblemRemarkBoardTitle"/>
</p:tagLst>
</file>

<file path=ppt/tags/tag1051.xml><?xml version="1.0" encoding="utf-8"?>
<p:tagLst xmlns:p="http://schemas.openxmlformats.org/presentationml/2006/main">
  <p:tag name="PROBLEMREMARKTITLE" val="ProblemRemarkBoardTitle"/>
</p:tagLst>
</file>

<file path=ppt/tags/tag1052.xml><?xml version="1.0" encoding="utf-8"?>
<p:tagLst xmlns:p="http://schemas.openxmlformats.org/presentationml/2006/main">
  <p:tag name="PROBLEMREMARKTITLE" val="ProblemRemarkBoardTitle"/>
</p:tagLst>
</file>

<file path=ppt/tags/tag1053.xml><?xml version="1.0" encoding="utf-8"?>
<p:tagLst xmlns:p="http://schemas.openxmlformats.org/presentationml/2006/main">
  <p:tag name="RAINPROBLEM" val="ProblemSetting"/>
  <p:tag name="RAINPROBLEMTYPE" val="MultipleChoice"/>
</p:tagLst>
</file>

<file path=ppt/tags/tag1054.xml><?xml version="1.0" encoding="utf-8"?>
<p:tagLst xmlns:p="http://schemas.openxmlformats.org/presentationml/2006/main">
  <p:tag name="PROBLEMREMARKTITLE" val="ProblemRemarkBoardTip"/>
</p:tagLst>
</file>

<file path=ppt/tags/tag1055.xml><?xml version="1.0" encoding="utf-8"?>
<p:tagLst xmlns:p="http://schemas.openxmlformats.org/presentationml/2006/main">
  <p:tag name="RAINPROBLEM" val="ProblemRemark"/>
</p:tagLst>
</file>

<file path=ppt/tags/tag1056.xml><?xml version="1.0" encoding="utf-8"?>
<p:tagLst xmlns:p="http://schemas.openxmlformats.org/presentationml/2006/main">
  <p:tag name="RAINPROBLEM" val="ProblemRemark"/>
</p:tagLst>
</file>

<file path=ppt/tags/tag1057.xml><?xml version="1.0" encoding="utf-8"?>
<p:tagLst xmlns:p="http://schemas.openxmlformats.org/presentationml/2006/main">
  <p:tag name="RAINPROBLEM" val="ProblemSubmit"/>
  <p:tag name="RAINPROBLEMTYPE" val="MultipleChoice"/>
</p:tagLst>
</file>

<file path=ppt/tags/tag1058.xml><?xml version="1.0" encoding="utf-8"?>
<p:tagLst xmlns:p="http://schemas.openxmlformats.org/presentationml/2006/main">
  <p:tag name="RAINPROBLEM" val="MultipleChoice"/>
  <p:tag name="PROBLEMHASREMARK" val="True"/>
</p:tagLst>
</file>

<file path=ppt/tags/tag1059.xml><?xml version="1.0" encoding="utf-8"?>
<p:tagLst xmlns:p="http://schemas.openxmlformats.org/presentationml/2006/main">
  <p:tag name="RAINPROBLEM" val="ProblemRemarkBoard"/>
</p:tagLst>
</file>

<file path=ppt/tags/tag1060.xml><?xml version="1.0" encoding="utf-8"?>
<p:tagLst xmlns:p="http://schemas.openxmlformats.org/presentationml/2006/main">
  <p:tag name="RAINPROBLEMTYPE" val="ProblemTypeMarker"/>
</p:tagLst>
</file>

<file path=ppt/tags/tag1061.xml><?xml version="1.0" encoding="utf-8"?>
<p:tagLst xmlns:p="http://schemas.openxmlformats.org/presentationml/2006/main">
  <p:tag name="RAINPROBLEMTYPE" val="ProblemTypeMarker"/>
</p:tagLst>
</file>

<file path=ppt/tags/tag1062.xml><?xml version="1.0" encoding="utf-8"?>
<p:tagLst xmlns:p="http://schemas.openxmlformats.org/presentationml/2006/main">
  <p:tag name="RAINPROBLEMTYPE" val="ProblemTypeMarker"/>
</p:tagLst>
</file>

<file path=ppt/tags/tag1063.xml><?xml version="1.0" encoding="utf-8"?>
<p:tagLst xmlns:p="http://schemas.openxmlformats.org/presentationml/2006/main">
  <p:tag name="RAINPROBLEMTYPE" val="ProblemTypeMarker"/>
</p:tagLst>
</file>

<file path=ppt/tags/tag1064.xml><?xml version="1.0" encoding="utf-8"?>
<p:tagLst xmlns:p="http://schemas.openxmlformats.org/presentationml/2006/main">
  <p:tag name="RAINPROBLEMTYPE" val="ProblemTypeMarker"/>
</p:tagLst>
</file>

<file path=ppt/tags/tag1065.xml><?xml version="1.0" encoding="utf-8"?>
<p:tagLst xmlns:p="http://schemas.openxmlformats.org/presentationml/2006/main">
  <p:tag name="RAINPROBLEM" val="ProblemBody"/>
</p:tagLst>
</file>

<file path=ppt/tags/tag1066.xml><?xml version="1.0" encoding="utf-8"?>
<p:tagLst xmlns:p="http://schemas.openxmlformats.org/presentationml/2006/main">
  <p:tag name="RAINPROBLEM" val="ProblemItem"/>
</p:tagLst>
</file>

<file path=ppt/tags/tag10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68.xml><?xml version="1.0" encoding="utf-8"?>
<p:tagLst xmlns:p="http://schemas.openxmlformats.org/presentationml/2006/main">
  <p:tag name="RAINPROBLEM" val="ProblemItem"/>
</p:tagLst>
</file>

<file path=ppt/tags/tag10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70.xml><?xml version="1.0" encoding="utf-8"?>
<p:tagLst xmlns:p="http://schemas.openxmlformats.org/presentationml/2006/main">
  <p:tag name="RAINPROBLEM" val="ProblemItem"/>
</p:tagLst>
</file>

<file path=ppt/tags/tag10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72.xml><?xml version="1.0" encoding="utf-8"?>
<p:tagLst xmlns:p="http://schemas.openxmlformats.org/presentationml/2006/main">
  <p:tag name="RAINPROBLEM" val="ProblemItem"/>
</p:tagLst>
</file>

<file path=ppt/tags/tag10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74.xml><?xml version="1.0" encoding="utf-8"?>
<p:tagLst xmlns:p="http://schemas.openxmlformats.org/presentationml/2006/main">
  <p:tag name="PROBLEMREMARKTITLE" val="ProblemRemarkBoardTitle"/>
</p:tagLst>
</file>

<file path=ppt/tags/tag1075.xml><?xml version="1.0" encoding="utf-8"?>
<p:tagLst xmlns:p="http://schemas.openxmlformats.org/presentationml/2006/main">
  <p:tag name="PROBLEMREMARKTITLE" val="ProblemRemarkBoardTitle"/>
</p:tagLst>
</file>

<file path=ppt/tags/tag1076.xml><?xml version="1.0" encoding="utf-8"?>
<p:tagLst xmlns:p="http://schemas.openxmlformats.org/presentationml/2006/main">
  <p:tag name="PROBLEMREMARKTITLE" val="ProblemRemarkBoardTitle"/>
</p:tagLst>
</file>

<file path=ppt/tags/tag1077.xml><?xml version="1.0" encoding="utf-8"?>
<p:tagLst xmlns:p="http://schemas.openxmlformats.org/presentationml/2006/main">
  <p:tag name="PROBLEMREMARKTITLE" val="ProblemRemarkBoardTitle"/>
</p:tagLst>
</file>

<file path=ppt/tags/tag1078.xml><?xml version="1.0" encoding="utf-8"?>
<p:tagLst xmlns:p="http://schemas.openxmlformats.org/presentationml/2006/main">
  <p:tag name="RAINPROBLEM" val="ProblemSetting"/>
  <p:tag name="RAINPROBLEMTYPE" val="MultipleChoice"/>
</p:tagLst>
</file>

<file path=ppt/tags/tag1079.xml><?xml version="1.0" encoding="utf-8"?>
<p:tagLst xmlns:p="http://schemas.openxmlformats.org/presentationml/2006/main">
  <p:tag name="PROBLEMREMARKTITLE" val="ProblemRemarkBoardTip"/>
</p:tagLst>
</file>

<file path=ppt/tags/tag1080.xml><?xml version="1.0" encoding="utf-8"?>
<p:tagLst xmlns:p="http://schemas.openxmlformats.org/presentationml/2006/main">
  <p:tag name="RAINPROBLEM" val="ProblemRemark"/>
</p:tagLst>
</file>

<file path=ppt/tags/tag1081.xml><?xml version="1.0" encoding="utf-8"?>
<p:tagLst xmlns:p="http://schemas.openxmlformats.org/presentationml/2006/main">
  <p:tag name="RAINPROBLEM" val="ProblemRemark"/>
</p:tagLst>
</file>

<file path=ppt/tags/tag1082.xml><?xml version="1.0" encoding="utf-8"?>
<p:tagLst xmlns:p="http://schemas.openxmlformats.org/presentationml/2006/main">
  <p:tag name="RAINPROBLEM" val="ProblemSubmit"/>
  <p:tag name="RAINPROBLEMTYPE" val="MultipleChoice"/>
</p:tagLst>
</file>

<file path=ppt/tags/tag1083.xml><?xml version="1.0" encoding="utf-8"?>
<p:tagLst xmlns:p="http://schemas.openxmlformats.org/presentationml/2006/main">
  <p:tag name="RAINPROBLEM" val="MultipleChoice"/>
  <p:tag name="PROBLEMHASREMARK" val="True"/>
</p:tagLst>
</file>

<file path=ppt/tags/tag1084.xml><?xml version="1.0" encoding="utf-8"?>
<p:tagLst xmlns:p="http://schemas.openxmlformats.org/presentationml/2006/main">
  <p:tag name="RAINPROBLEM" val="ProblemRemarkBoard"/>
</p:tagLst>
</file>

<file path=ppt/tags/tag1085.xml><?xml version="1.0" encoding="utf-8"?>
<p:tagLst xmlns:p="http://schemas.openxmlformats.org/presentationml/2006/main">
  <p:tag name="RAINPROBLEMTYPE" val="ProblemTypeMarker"/>
</p:tagLst>
</file>

<file path=ppt/tags/tag1086.xml><?xml version="1.0" encoding="utf-8"?>
<p:tagLst xmlns:p="http://schemas.openxmlformats.org/presentationml/2006/main">
  <p:tag name="RAINPROBLEMTYPE" val="ProblemTypeMarker"/>
</p:tagLst>
</file>

<file path=ppt/tags/tag1087.xml><?xml version="1.0" encoding="utf-8"?>
<p:tagLst xmlns:p="http://schemas.openxmlformats.org/presentationml/2006/main">
  <p:tag name="RAINPROBLEMTYPE" val="ProblemTypeMarker"/>
</p:tagLst>
</file>

<file path=ppt/tags/tag1088.xml><?xml version="1.0" encoding="utf-8"?>
<p:tagLst xmlns:p="http://schemas.openxmlformats.org/presentationml/2006/main">
  <p:tag name="RAINPROBLEMTYPE" val="ProblemTypeMarker"/>
</p:tagLst>
</file>

<file path=ppt/tags/tag1089.xml><?xml version="1.0" encoding="utf-8"?>
<p:tagLst xmlns:p="http://schemas.openxmlformats.org/presentationml/2006/main">
  <p:tag name="RAINPROBLEMTYPE" val="ProblemTypeMarker"/>
</p:tagLst>
</file>

<file path=ppt/tags/tag1090.xml><?xml version="1.0" encoding="utf-8"?>
<p:tagLst xmlns:p="http://schemas.openxmlformats.org/presentationml/2006/main">
  <p:tag name="RAINPROBLEM" val="ProblemBody"/>
</p:tagLst>
</file>

<file path=ppt/tags/tag1091.xml><?xml version="1.0" encoding="utf-8"?>
<p:tagLst xmlns:p="http://schemas.openxmlformats.org/presentationml/2006/main">
  <p:tag name="RAINPROBLEM" val="ProblemItem"/>
</p:tagLst>
</file>

<file path=ppt/tags/tag10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93.xml><?xml version="1.0" encoding="utf-8"?>
<p:tagLst xmlns:p="http://schemas.openxmlformats.org/presentationml/2006/main">
  <p:tag name="RAINPROBLEM" val="ProblemItem"/>
</p:tagLst>
</file>

<file path=ppt/tags/tag10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95.xml><?xml version="1.0" encoding="utf-8"?>
<p:tagLst xmlns:p="http://schemas.openxmlformats.org/presentationml/2006/main">
  <p:tag name="RAINPROBLEM" val="ProblemItem"/>
</p:tagLst>
</file>

<file path=ppt/tags/tag10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97.xml><?xml version="1.0" encoding="utf-8"?>
<p:tagLst xmlns:p="http://schemas.openxmlformats.org/presentationml/2006/main">
  <p:tag name="RAINPROBLEM" val="ProblemItem"/>
</p:tagLst>
</file>

<file path=ppt/tags/tag10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99.xml><?xml version="1.0" encoding="utf-8"?>
<p:tagLst xmlns:p="http://schemas.openxmlformats.org/presentationml/2006/main">
  <p:tag name="PROBLEMREMARKTITLE" val="ProblemRemarkBoardTitle"/>
</p:tagLst>
</file>

<file path=ppt/tags/tag1100.xml><?xml version="1.0" encoding="utf-8"?>
<p:tagLst xmlns:p="http://schemas.openxmlformats.org/presentationml/2006/main">
  <p:tag name="PROBLEMREMARKTITLE" val="ProblemRemarkBoardTitle"/>
</p:tagLst>
</file>

<file path=ppt/tags/tag1101.xml><?xml version="1.0" encoding="utf-8"?>
<p:tagLst xmlns:p="http://schemas.openxmlformats.org/presentationml/2006/main">
  <p:tag name="PROBLEMREMARKTITLE" val="ProblemRemarkBoardTitle"/>
</p:tagLst>
</file>

<file path=ppt/tags/tag1102.xml><?xml version="1.0" encoding="utf-8"?>
<p:tagLst xmlns:p="http://schemas.openxmlformats.org/presentationml/2006/main">
  <p:tag name="PROBLEMREMARKTITLE" val="ProblemRemarkBoardTitle"/>
</p:tagLst>
</file>

<file path=ppt/tags/tag1103.xml><?xml version="1.0" encoding="utf-8"?>
<p:tagLst xmlns:p="http://schemas.openxmlformats.org/presentationml/2006/main">
  <p:tag name="RAINPROBLEM" val="ProblemSetting"/>
  <p:tag name="RAINPROBLEMTYPE" val="MultipleChoice"/>
</p:tagLst>
</file>

<file path=ppt/tags/tag1104.xml><?xml version="1.0" encoding="utf-8"?>
<p:tagLst xmlns:p="http://schemas.openxmlformats.org/presentationml/2006/main">
  <p:tag name="PROBLEMREMARKTITLE" val="ProblemRemarkBoardTip"/>
</p:tagLst>
</file>

<file path=ppt/tags/tag1105.xml><?xml version="1.0" encoding="utf-8"?>
<p:tagLst xmlns:p="http://schemas.openxmlformats.org/presentationml/2006/main">
  <p:tag name="RAINPROBLEM" val="ProblemRemark"/>
</p:tagLst>
</file>

<file path=ppt/tags/tag1106.xml><?xml version="1.0" encoding="utf-8"?>
<p:tagLst xmlns:p="http://schemas.openxmlformats.org/presentationml/2006/main">
  <p:tag name="RAINPROBLEM" val="ProblemRemark"/>
</p:tagLst>
</file>

<file path=ppt/tags/tag1107.xml><?xml version="1.0" encoding="utf-8"?>
<p:tagLst xmlns:p="http://schemas.openxmlformats.org/presentationml/2006/main">
  <p:tag name="RAINPROBLEM" val="ProblemSubmit"/>
  <p:tag name="RAINPROBLEMTYPE" val="MultipleChoice"/>
</p:tagLst>
</file>

<file path=ppt/tags/tag1108.xml><?xml version="1.0" encoding="utf-8"?>
<p:tagLst xmlns:p="http://schemas.openxmlformats.org/presentationml/2006/main">
  <p:tag name="RAINPROBLEM" val="MultipleChoice"/>
  <p:tag name="PROBLEMHASREMARK" val="True"/>
</p:tagLst>
</file>

<file path=ppt/tags/tag1109.xml><?xml version="1.0" encoding="utf-8"?>
<p:tagLst xmlns:p="http://schemas.openxmlformats.org/presentationml/2006/main">
  <p:tag name="RAINPROBLEM" val="ProblemRemarkBoard"/>
</p:tagLst>
</file>

<file path=ppt/tags/tag1110.xml><?xml version="1.0" encoding="utf-8"?>
<p:tagLst xmlns:p="http://schemas.openxmlformats.org/presentationml/2006/main">
  <p:tag name="RAINPROBLEMTYPE" val="ProblemTypeMarker"/>
</p:tagLst>
</file>

<file path=ppt/tags/tag1111.xml><?xml version="1.0" encoding="utf-8"?>
<p:tagLst xmlns:p="http://schemas.openxmlformats.org/presentationml/2006/main">
  <p:tag name="RAINPROBLEMTYPE" val="ProblemTypeMarker"/>
</p:tagLst>
</file>

<file path=ppt/tags/tag1112.xml><?xml version="1.0" encoding="utf-8"?>
<p:tagLst xmlns:p="http://schemas.openxmlformats.org/presentationml/2006/main">
  <p:tag name="RAINPROBLEMTYPE" val="ProblemTypeMarker"/>
</p:tagLst>
</file>

<file path=ppt/tags/tag1113.xml><?xml version="1.0" encoding="utf-8"?>
<p:tagLst xmlns:p="http://schemas.openxmlformats.org/presentationml/2006/main">
  <p:tag name="RAINPROBLEMTYPE" val="ProblemTypeMarker"/>
</p:tagLst>
</file>

<file path=ppt/tags/tag1114.xml><?xml version="1.0" encoding="utf-8"?>
<p:tagLst xmlns:p="http://schemas.openxmlformats.org/presentationml/2006/main">
  <p:tag name="RAINPROBLEMTYPE" val="ProblemTypeMarker"/>
</p:tagLst>
</file>

<file path=ppt/tags/tag1115.xml><?xml version="1.0" encoding="utf-8"?>
<p:tagLst xmlns:p="http://schemas.openxmlformats.org/presentationml/2006/main">
  <p:tag name="RAINPROBLEM" val="ProblemBody"/>
</p:tagLst>
</file>

<file path=ppt/tags/tag1116.xml><?xml version="1.0" encoding="utf-8"?>
<p:tagLst xmlns:p="http://schemas.openxmlformats.org/presentationml/2006/main">
  <p:tag name="RAINPROBLEM" val="ProblemItem"/>
</p:tagLst>
</file>

<file path=ppt/tags/tag11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8.xml><?xml version="1.0" encoding="utf-8"?>
<p:tagLst xmlns:p="http://schemas.openxmlformats.org/presentationml/2006/main">
  <p:tag name="RAINPROBLEM" val="ProblemItem"/>
</p:tagLst>
</file>

<file path=ppt/tags/tag11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0.xml><?xml version="1.0" encoding="utf-8"?>
<p:tagLst xmlns:p="http://schemas.openxmlformats.org/presentationml/2006/main">
  <p:tag name="RAINPROBLEM" val="ProblemItem"/>
</p:tagLst>
</file>

<file path=ppt/tags/tag11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2.xml><?xml version="1.0" encoding="utf-8"?>
<p:tagLst xmlns:p="http://schemas.openxmlformats.org/presentationml/2006/main">
  <p:tag name="RAINPROBLEM" val="ProblemItem"/>
</p:tagLst>
</file>

<file path=ppt/tags/tag11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24.xml><?xml version="1.0" encoding="utf-8"?>
<p:tagLst xmlns:p="http://schemas.openxmlformats.org/presentationml/2006/main">
  <p:tag name="PROBLEMREMARKTITLE" val="ProblemRemarkBoardTitle"/>
</p:tagLst>
</file>

<file path=ppt/tags/tag1125.xml><?xml version="1.0" encoding="utf-8"?>
<p:tagLst xmlns:p="http://schemas.openxmlformats.org/presentationml/2006/main">
  <p:tag name="PROBLEMREMARKTITLE" val="ProblemRemarkBoardTitle"/>
</p:tagLst>
</file>

<file path=ppt/tags/tag1126.xml><?xml version="1.0" encoding="utf-8"?>
<p:tagLst xmlns:p="http://schemas.openxmlformats.org/presentationml/2006/main">
  <p:tag name="PROBLEMREMARKTITLE" val="ProblemRemarkBoardTitle"/>
</p:tagLst>
</file>

<file path=ppt/tags/tag1127.xml><?xml version="1.0" encoding="utf-8"?>
<p:tagLst xmlns:p="http://schemas.openxmlformats.org/presentationml/2006/main">
  <p:tag name="PROBLEMREMARKTITLE" val="ProblemRemarkBoardTitle"/>
</p:tagLst>
</file>

<file path=ppt/tags/tag1128.xml><?xml version="1.0" encoding="utf-8"?>
<p:tagLst xmlns:p="http://schemas.openxmlformats.org/presentationml/2006/main">
  <p:tag name="RAINPROBLEM" val="ProblemSetting"/>
  <p:tag name="RAINPROBLEMTYPE" val="MultipleChoice"/>
</p:tagLst>
</file>

<file path=ppt/tags/tag1129.xml><?xml version="1.0" encoding="utf-8"?>
<p:tagLst xmlns:p="http://schemas.openxmlformats.org/presentationml/2006/main">
  <p:tag name="PROBLEMREMARKTITLE" val="ProblemRemarkBoardTip"/>
</p:tagLst>
</file>

<file path=ppt/tags/tag1130.xml><?xml version="1.0" encoding="utf-8"?>
<p:tagLst xmlns:p="http://schemas.openxmlformats.org/presentationml/2006/main">
  <p:tag name="RAINPROBLEM" val="ProblemRemark"/>
</p:tagLst>
</file>

<file path=ppt/tags/tag1131.xml><?xml version="1.0" encoding="utf-8"?>
<p:tagLst xmlns:p="http://schemas.openxmlformats.org/presentationml/2006/main">
  <p:tag name="RAINPROBLEM" val="ProblemRemark"/>
</p:tagLst>
</file>

<file path=ppt/tags/tag1132.xml><?xml version="1.0" encoding="utf-8"?>
<p:tagLst xmlns:p="http://schemas.openxmlformats.org/presentationml/2006/main">
  <p:tag name="RAINPROBLEM" val="ProblemSubmit"/>
  <p:tag name="RAINPROBLEMTYPE" val="MultipleChoice"/>
</p:tagLst>
</file>

<file path=ppt/tags/tag1133.xml><?xml version="1.0" encoding="utf-8"?>
<p:tagLst xmlns:p="http://schemas.openxmlformats.org/presentationml/2006/main">
  <p:tag name="RAINPROBLEM" val="MultipleChoice"/>
  <p:tag name="PROBLEMHASREMARK" val="True"/>
</p:tagLst>
</file>

<file path=ppt/tags/tag1134.xml><?xml version="1.0" encoding="utf-8"?>
<p:tagLst xmlns:p="http://schemas.openxmlformats.org/presentationml/2006/main">
  <p:tag name="RAINPROBLEM" val="ProblemRemarkBoard"/>
</p:tagLst>
</file>

<file path=ppt/tags/tag1135.xml><?xml version="1.0" encoding="utf-8"?>
<p:tagLst xmlns:p="http://schemas.openxmlformats.org/presentationml/2006/main">
  <p:tag name="RAINPROBLEMTYPE" val="ProblemTypeMarker"/>
</p:tagLst>
</file>

<file path=ppt/tags/tag1136.xml><?xml version="1.0" encoding="utf-8"?>
<p:tagLst xmlns:p="http://schemas.openxmlformats.org/presentationml/2006/main">
  <p:tag name="RAINPROBLEMTYPE" val="ProblemTypeMarker"/>
</p:tagLst>
</file>

<file path=ppt/tags/tag1137.xml><?xml version="1.0" encoding="utf-8"?>
<p:tagLst xmlns:p="http://schemas.openxmlformats.org/presentationml/2006/main">
  <p:tag name="RAINPROBLEMTYPE" val="ProblemTypeMarker"/>
</p:tagLst>
</file>

<file path=ppt/tags/tag1138.xml><?xml version="1.0" encoding="utf-8"?>
<p:tagLst xmlns:p="http://schemas.openxmlformats.org/presentationml/2006/main">
  <p:tag name="RAINPROBLEMTYPE" val="ProblemTypeMarker"/>
</p:tagLst>
</file>

<file path=ppt/tags/tag1139.xml><?xml version="1.0" encoding="utf-8"?>
<p:tagLst xmlns:p="http://schemas.openxmlformats.org/presentationml/2006/main">
  <p:tag name="RAINPROBLEMTYPE" val="ProblemTypeMarker"/>
</p:tagLst>
</file>

<file path=ppt/tags/tag1140.xml><?xml version="1.0" encoding="utf-8"?>
<p:tagLst xmlns:p="http://schemas.openxmlformats.org/presentationml/2006/main">
  <p:tag name="RAINPROBLEM" val="ProblemBody"/>
</p:tagLst>
</file>

<file path=ppt/tags/tag1141.xml><?xml version="1.0" encoding="utf-8"?>
<p:tagLst xmlns:p="http://schemas.openxmlformats.org/presentationml/2006/main">
  <p:tag name="RAINPROBLEM" val="ProblemItem"/>
</p:tagLst>
</file>

<file path=ppt/tags/tag11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43.xml><?xml version="1.0" encoding="utf-8"?>
<p:tagLst xmlns:p="http://schemas.openxmlformats.org/presentationml/2006/main">
  <p:tag name="RAINPROBLEM" val="ProblemItem"/>
</p:tagLst>
</file>

<file path=ppt/tags/tag11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45.xml><?xml version="1.0" encoding="utf-8"?>
<p:tagLst xmlns:p="http://schemas.openxmlformats.org/presentationml/2006/main">
  <p:tag name="RAINPROBLEM" val="ProblemItem"/>
</p:tagLst>
</file>

<file path=ppt/tags/tag11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47.xml><?xml version="1.0" encoding="utf-8"?>
<p:tagLst xmlns:p="http://schemas.openxmlformats.org/presentationml/2006/main">
  <p:tag name="RAINPROBLEM" val="ProblemItem"/>
</p:tagLst>
</file>

<file path=ppt/tags/tag11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49.xml><?xml version="1.0" encoding="utf-8"?>
<p:tagLst xmlns:p="http://schemas.openxmlformats.org/presentationml/2006/main">
  <p:tag name="PROBLEMREMARKTITLE" val="ProblemRemarkBoardTitle"/>
</p:tagLst>
</file>

<file path=ppt/tags/tag1150.xml><?xml version="1.0" encoding="utf-8"?>
<p:tagLst xmlns:p="http://schemas.openxmlformats.org/presentationml/2006/main">
  <p:tag name="PROBLEMREMARKTITLE" val="ProblemRemarkBoardTitle"/>
</p:tagLst>
</file>

<file path=ppt/tags/tag1151.xml><?xml version="1.0" encoding="utf-8"?>
<p:tagLst xmlns:p="http://schemas.openxmlformats.org/presentationml/2006/main">
  <p:tag name="PROBLEMREMARKTITLE" val="ProblemRemarkBoardTitle"/>
</p:tagLst>
</file>

<file path=ppt/tags/tag1152.xml><?xml version="1.0" encoding="utf-8"?>
<p:tagLst xmlns:p="http://schemas.openxmlformats.org/presentationml/2006/main">
  <p:tag name="PROBLEMREMARKTITLE" val="ProblemRemarkBoardTitle"/>
</p:tagLst>
</file>

<file path=ppt/tags/tag1153.xml><?xml version="1.0" encoding="utf-8"?>
<p:tagLst xmlns:p="http://schemas.openxmlformats.org/presentationml/2006/main">
  <p:tag name="RAINPROBLEM" val="ProblemSetting"/>
  <p:tag name="RAINPROBLEMTYPE" val="MultipleChoice"/>
</p:tagLst>
</file>

<file path=ppt/tags/tag1154.xml><?xml version="1.0" encoding="utf-8"?>
<p:tagLst xmlns:p="http://schemas.openxmlformats.org/presentationml/2006/main">
  <p:tag name="PROBLEMREMARKTITLE" val="ProblemRemarkBoardTip"/>
</p:tagLst>
</file>

<file path=ppt/tags/tag1155.xml><?xml version="1.0" encoding="utf-8"?>
<p:tagLst xmlns:p="http://schemas.openxmlformats.org/presentationml/2006/main">
  <p:tag name="RAINPROBLEM" val="ProblemRemark"/>
</p:tagLst>
</file>

<file path=ppt/tags/tag1156.xml><?xml version="1.0" encoding="utf-8"?>
<p:tagLst xmlns:p="http://schemas.openxmlformats.org/presentationml/2006/main">
  <p:tag name="RAINPROBLEM" val="ProblemRemark"/>
</p:tagLst>
</file>

<file path=ppt/tags/tag1157.xml><?xml version="1.0" encoding="utf-8"?>
<p:tagLst xmlns:p="http://schemas.openxmlformats.org/presentationml/2006/main">
  <p:tag name="RAINPROBLEM" val="ProblemSubmit"/>
  <p:tag name="RAINPROBLEMTYPE" val="MultipleChoice"/>
</p:tagLst>
</file>

<file path=ppt/tags/tag1158.xml><?xml version="1.0" encoding="utf-8"?>
<p:tagLst xmlns:p="http://schemas.openxmlformats.org/presentationml/2006/main">
  <p:tag name="RAINPROBLEM" val="MultipleChoice"/>
  <p:tag name="PROBLEMHASREMARK" val="True"/>
</p:tagLst>
</file>

<file path=ppt/tags/tag1159.xml><?xml version="1.0" encoding="utf-8"?>
<p:tagLst xmlns:p="http://schemas.openxmlformats.org/presentationml/2006/main">
  <p:tag name="RAINPROBLEM" val="ProblemRemarkBoard"/>
</p:tagLst>
</file>

<file path=ppt/tags/tag1160.xml><?xml version="1.0" encoding="utf-8"?>
<p:tagLst xmlns:p="http://schemas.openxmlformats.org/presentationml/2006/main">
  <p:tag name="RAINPROBLEMTYPE" val="ProblemTypeMarker"/>
</p:tagLst>
</file>

<file path=ppt/tags/tag1161.xml><?xml version="1.0" encoding="utf-8"?>
<p:tagLst xmlns:p="http://schemas.openxmlformats.org/presentationml/2006/main">
  <p:tag name="RAINPROBLEMTYPE" val="ProblemTypeMarker"/>
</p:tagLst>
</file>

<file path=ppt/tags/tag1162.xml><?xml version="1.0" encoding="utf-8"?>
<p:tagLst xmlns:p="http://schemas.openxmlformats.org/presentationml/2006/main">
  <p:tag name="RAINPROBLEMTYPE" val="ProblemTypeMarker"/>
</p:tagLst>
</file>

<file path=ppt/tags/tag1163.xml><?xml version="1.0" encoding="utf-8"?>
<p:tagLst xmlns:p="http://schemas.openxmlformats.org/presentationml/2006/main">
  <p:tag name="RAINPROBLEMTYPE" val="ProblemTypeMarker"/>
</p:tagLst>
</file>

<file path=ppt/tags/tag1164.xml><?xml version="1.0" encoding="utf-8"?>
<p:tagLst xmlns:p="http://schemas.openxmlformats.org/presentationml/2006/main">
  <p:tag name="RAINPROBLEMTYPE" val="ProblemTypeMarker"/>
</p:tagLst>
</file>

<file path=ppt/tags/tag1165.xml><?xml version="1.0" encoding="utf-8"?>
<p:tagLst xmlns:p="http://schemas.openxmlformats.org/presentationml/2006/main">
  <p:tag name="RAINPROBLEM" val="ProblemBody"/>
</p:tagLst>
</file>

<file path=ppt/tags/tag1166.xml><?xml version="1.0" encoding="utf-8"?>
<p:tagLst xmlns:p="http://schemas.openxmlformats.org/presentationml/2006/main">
  <p:tag name="RAINPROBLEM" val="ProblemItem"/>
</p:tagLst>
</file>

<file path=ppt/tags/tag116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68.xml><?xml version="1.0" encoding="utf-8"?>
<p:tagLst xmlns:p="http://schemas.openxmlformats.org/presentationml/2006/main">
  <p:tag name="RAINPROBLEM" val="ProblemItem"/>
</p:tagLst>
</file>

<file path=ppt/tags/tag116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70.xml><?xml version="1.0" encoding="utf-8"?>
<p:tagLst xmlns:p="http://schemas.openxmlformats.org/presentationml/2006/main">
  <p:tag name="RAINPROBLEM" val="ProblemItem"/>
</p:tagLst>
</file>

<file path=ppt/tags/tag117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72.xml><?xml version="1.0" encoding="utf-8"?>
<p:tagLst xmlns:p="http://schemas.openxmlformats.org/presentationml/2006/main">
  <p:tag name="RAINPROBLEM" val="ProblemItem"/>
</p:tagLst>
</file>

<file path=ppt/tags/tag117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74.xml><?xml version="1.0" encoding="utf-8"?>
<p:tagLst xmlns:p="http://schemas.openxmlformats.org/presentationml/2006/main">
  <p:tag name="PROBLEMREMARKTITLE" val="ProblemRemarkBoardTitle"/>
</p:tagLst>
</file>

<file path=ppt/tags/tag1175.xml><?xml version="1.0" encoding="utf-8"?>
<p:tagLst xmlns:p="http://schemas.openxmlformats.org/presentationml/2006/main">
  <p:tag name="PROBLEMREMARKTITLE" val="ProblemRemarkBoardTitle"/>
</p:tagLst>
</file>

<file path=ppt/tags/tag1176.xml><?xml version="1.0" encoding="utf-8"?>
<p:tagLst xmlns:p="http://schemas.openxmlformats.org/presentationml/2006/main">
  <p:tag name="PROBLEMREMARKTITLE" val="ProblemRemarkBoardTitle"/>
</p:tagLst>
</file>

<file path=ppt/tags/tag1177.xml><?xml version="1.0" encoding="utf-8"?>
<p:tagLst xmlns:p="http://schemas.openxmlformats.org/presentationml/2006/main">
  <p:tag name="PROBLEMREMARKTITLE" val="ProblemRemarkBoardTitle"/>
</p:tagLst>
</file>

<file path=ppt/tags/tag1178.xml><?xml version="1.0" encoding="utf-8"?>
<p:tagLst xmlns:p="http://schemas.openxmlformats.org/presentationml/2006/main">
  <p:tag name="RAINPROBLEM" val="ProblemSetting"/>
  <p:tag name="RAINPROBLEMTYPE" val="MultipleChoiceMA"/>
</p:tagLst>
</file>

<file path=ppt/tags/tag1179.xml><?xml version="1.0" encoding="utf-8"?>
<p:tagLst xmlns:p="http://schemas.openxmlformats.org/presentationml/2006/main">
  <p:tag name="PROBLEMREMARKTITLE" val="ProblemRemarkBoardTip"/>
</p:tagLst>
</file>

<file path=ppt/tags/tag1180.xml><?xml version="1.0" encoding="utf-8"?>
<p:tagLst xmlns:p="http://schemas.openxmlformats.org/presentationml/2006/main">
  <p:tag name="RAINPROBLEM" val="ProblemRemark"/>
</p:tagLst>
</file>

<file path=ppt/tags/tag1181.xml><?xml version="1.0" encoding="utf-8"?>
<p:tagLst xmlns:p="http://schemas.openxmlformats.org/presentationml/2006/main">
  <p:tag name="RAINPROBLEM" val="ProblemRemark"/>
</p:tagLst>
</file>

<file path=ppt/tags/tag1182.xml><?xml version="1.0" encoding="utf-8"?>
<p:tagLst xmlns:p="http://schemas.openxmlformats.org/presentationml/2006/main">
  <p:tag name="RAINPROBLEM" val="ProblemSubmit"/>
  <p:tag name="RAINPROBLEMTYPE" val="MultipleChoiceMA"/>
</p:tagLst>
</file>

<file path=ppt/tags/tag1183.xml><?xml version="1.0" encoding="utf-8"?>
<p:tagLst xmlns:p="http://schemas.openxmlformats.org/presentationml/2006/main">
  <p:tag name="RAINPROBLEM" val="MultipleChoiceMA"/>
  <p:tag name="PROBLEMHASREMARK" val="True"/>
</p:tagLst>
</file>

<file path=ppt/tags/tag1184.xml><?xml version="1.0" encoding="utf-8"?>
<p:tagLst xmlns:p="http://schemas.openxmlformats.org/presentationml/2006/main">
  <p:tag name="RAINPROBLEM" val="ProblemRemarkBoard"/>
</p:tagLst>
</file>

<file path=ppt/tags/tag1185.xml><?xml version="1.0" encoding="utf-8"?>
<p:tagLst xmlns:p="http://schemas.openxmlformats.org/presentationml/2006/main">
  <p:tag name="RAINPROBLEMTYPE" val="ProblemTypeMarker"/>
</p:tagLst>
</file>

<file path=ppt/tags/tag1186.xml><?xml version="1.0" encoding="utf-8"?>
<p:tagLst xmlns:p="http://schemas.openxmlformats.org/presentationml/2006/main">
  <p:tag name="RAINPROBLEMTYPE" val="ProblemTypeMarker"/>
</p:tagLst>
</file>

<file path=ppt/tags/tag1187.xml><?xml version="1.0" encoding="utf-8"?>
<p:tagLst xmlns:p="http://schemas.openxmlformats.org/presentationml/2006/main">
  <p:tag name="RAINPROBLEMTYPE" val="ProblemTypeMarker"/>
</p:tagLst>
</file>

<file path=ppt/tags/tag1188.xml><?xml version="1.0" encoding="utf-8"?>
<p:tagLst xmlns:p="http://schemas.openxmlformats.org/presentationml/2006/main">
  <p:tag name="RAINPROBLEMTYPE" val="ProblemTypeMarker"/>
</p:tagLst>
</file>

<file path=ppt/tags/tag1189.xml><?xml version="1.0" encoding="utf-8"?>
<p:tagLst xmlns:p="http://schemas.openxmlformats.org/presentationml/2006/main">
  <p:tag name="RAINPROBLEMTYPE" val="ProblemTypeMarker"/>
</p:tagLst>
</file>

<file path=ppt/tags/tag1190.xml><?xml version="1.0" encoding="utf-8"?>
<p:tagLst xmlns:p="http://schemas.openxmlformats.org/presentationml/2006/main">
  <p:tag name="RAINPROBLEM" val="ProblemBody"/>
</p:tagLst>
</file>

<file path=ppt/tags/tag1191.xml><?xml version="1.0" encoding="utf-8"?>
<p:tagLst xmlns:p="http://schemas.openxmlformats.org/presentationml/2006/main">
  <p:tag name="RAINPROBLEM" val="ProblemItem"/>
</p:tagLst>
</file>

<file path=ppt/tags/tag11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93.xml><?xml version="1.0" encoding="utf-8"?>
<p:tagLst xmlns:p="http://schemas.openxmlformats.org/presentationml/2006/main">
  <p:tag name="RAINPROBLEM" val="ProblemItem"/>
</p:tagLst>
</file>

<file path=ppt/tags/tag11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95.xml><?xml version="1.0" encoding="utf-8"?>
<p:tagLst xmlns:p="http://schemas.openxmlformats.org/presentationml/2006/main">
  <p:tag name="RAINPROBLEM" val="ProblemItem"/>
</p:tagLst>
</file>

<file path=ppt/tags/tag11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97.xml><?xml version="1.0" encoding="utf-8"?>
<p:tagLst xmlns:p="http://schemas.openxmlformats.org/presentationml/2006/main">
  <p:tag name="RAINPROBLEM" val="ProblemItem"/>
</p:tagLst>
</file>

<file path=ppt/tags/tag11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99.xml><?xml version="1.0" encoding="utf-8"?>
<p:tagLst xmlns:p="http://schemas.openxmlformats.org/presentationml/2006/main">
  <p:tag name="PROBLEMREMARKTITLE" val="ProblemRemarkBoardTitle"/>
</p:tagLst>
</file>

<file path=ppt/tags/tag1200.xml><?xml version="1.0" encoding="utf-8"?>
<p:tagLst xmlns:p="http://schemas.openxmlformats.org/presentationml/2006/main">
  <p:tag name="PROBLEMREMARKTITLE" val="ProblemRemarkBoardTitle"/>
</p:tagLst>
</file>

<file path=ppt/tags/tag1201.xml><?xml version="1.0" encoding="utf-8"?>
<p:tagLst xmlns:p="http://schemas.openxmlformats.org/presentationml/2006/main">
  <p:tag name="PROBLEMREMARKTITLE" val="ProblemRemarkBoardTitle"/>
</p:tagLst>
</file>

<file path=ppt/tags/tag1202.xml><?xml version="1.0" encoding="utf-8"?>
<p:tagLst xmlns:p="http://schemas.openxmlformats.org/presentationml/2006/main">
  <p:tag name="PROBLEMREMARKTITLE" val="ProblemRemarkBoardTitle"/>
</p:tagLst>
</file>

<file path=ppt/tags/tag1203.xml><?xml version="1.0" encoding="utf-8"?>
<p:tagLst xmlns:p="http://schemas.openxmlformats.org/presentationml/2006/main">
  <p:tag name="RAINPROBLEM" val="ProblemSetting"/>
  <p:tag name="RAINPROBLEMTYPE" val="MultipleChoice"/>
</p:tagLst>
</file>

<file path=ppt/tags/tag1204.xml><?xml version="1.0" encoding="utf-8"?>
<p:tagLst xmlns:p="http://schemas.openxmlformats.org/presentationml/2006/main">
  <p:tag name="PROBLEMREMARKTITLE" val="ProblemRemarkBoardTip"/>
</p:tagLst>
</file>

<file path=ppt/tags/tag1205.xml><?xml version="1.0" encoding="utf-8"?>
<p:tagLst xmlns:p="http://schemas.openxmlformats.org/presentationml/2006/main">
  <p:tag name="RAINPROBLEM" val="ProblemRemark"/>
</p:tagLst>
</file>

<file path=ppt/tags/tag1206.xml><?xml version="1.0" encoding="utf-8"?>
<p:tagLst xmlns:p="http://schemas.openxmlformats.org/presentationml/2006/main">
  <p:tag name="RAINPROBLEM" val="ProblemRemark"/>
</p:tagLst>
</file>

<file path=ppt/tags/tag1207.xml><?xml version="1.0" encoding="utf-8"?>
<p:tagLst xmlns:p="http://schemas.openxmlformats.org/presentationml/2006/main">
  <p:tag name="RAINPROBLEM" val="ProblemSubmit"/>
  <p:tag name="RAINPROBLEMTYPE" val="MultipleChoice"/>
</p:tagLst>
</file>

<file path=ppt/tags/tag1208.xml><?xml version="1.0" encoding="utf-8"?>
<p:tagLst xmlns:p="http://schemas.openxmlformats.org/presentationml/2006/main">
  <p:tag name="RAINPROBLEM" val="MultipleChoice"/>
  <p:tag name="PROBLEMHASREMARK" val="True"/>
</p:tagLst>
</file>

<file path=ppt/tags/tag1209.xml><?xml version="1.0" encoding="utf-8"?>
<p:tagLst xmlns:p="http://schemas.openxmlformats.org/presentationml/2006/main">
  <p:tag name="RAINPROBLEM" val="ProblemRemarkBoard"/>
</p:tagLst>
</file>

<file path=ppt/tags/tag1210.xml><?xml version="1.0" encoding="utf-8"?>
<p:tagLst xmlns:p="http://schemas.openxmlformats.org/presentationml/2006/main">
  <p:tag name="RAINPROBLEMTYPE" val="ProblemTypeMarker"/>
</p:tagLst>
</file>

<file path=ppt/tags/tag1211.xml><?xml version="1.0" encoding="utf-8"?>
<p:tagLst xmlns:p="http://schemas.openxmlformats.org/presentationml/2006/main">
  <p:tag name="RAINPROBLEMTYPE" val="ProblemTypeMarker"/>
</p:tagLst>
</file>

<file path=ppt/tags/tag1212.xml><?xml version="1.0" encoding="utf-8"?>
<p:tagLst xmlns:p="http://schemas.openxmlformats.org/presentationml/2006/main">
  <p:tag name="RAINPROBLEMTYPE" val="ProblemTypeMarker"/>
</p:tagLst>
</file>

<file path=ppt/tags/tag1213.xml><?xml version="1.0" encoding="utf-8"?>
<p:tagLst xmlns:p="http://schemas.openxmlformats.org/presentationml/2006/main">
  <p:tag name="RAINPROBLEMTYPE" val="ProblemTypeMarker"/>
</p:tagLst>
</file>

<file path=ppt/tags/tag1214.xml><?xml version="1.0" encoding="utf-8"?>
<p:tagLst xmlns:p="http://schemas.openxmlformats.org/presentationml/2006/main">
  <p:tag name="RAINPROBLEMTYPE" val="ProblemTypeMarker"/>
</p:tagLst>
</file>

<file path=ppt/tags/tag1215.xml><?xml version="1.0" encoding="utf-8"?>
<p:tagLst xmlns:p="http://schemas.openxmlformats.org/presentationml/2006/main">
  <p:tag name="RAINPROBLEM" val="ProblemBody"/>
</p:tagLst>
</file>

<file path=ppt/tags/tag1216.xml><?xml version="1.0" encoding="utf-8"?>
<p:tagLst xmlns:p="http://schemas.openxmlformats.org/presentationml/2006/main">
  <p:tag name="RAINPROBLEM" val="ProblemItem"/>
</p:tagLst>
</file>

<file path=ppt/tags/tag12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18.xml><?xml version="1.0" encoding="utf-8"?>
<p:tagLst xmlns:p="http://schemas.openxmlformats.org/presentationml/2006/main">
  <p:tag name="RAINPROBLEM" val="ProblemItem"/>
</p:tagLst>
</file>

<file path=ppt/tags/tag12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20.xml><?xml version="1.0" encoding="utf-8"?>
<p:tagLst xmlns:p="http://schemas.openxmlformats.org/presentationml/2006/main">
  <p:tag name="RAINPROBLEM" val="ProblemItem"/>
</p:tagLst>
</file>

<file path=ppt/tags/tag12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22.xml><?xml version="1.0" encoding="utf-8"?>
<p:tagLst xmlns:p="http://schemas.openxmlformats.org/presentationml/2006/main">
  <p:tag name="RAINPROBLEM" val="ProblemItem"/>
</p:tagLst>
</file>

<file path=ppt/tags/tag12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24.xml><?xml version="1.0" encoding="utf-8"?>
<p:tagLst xmlns:p="http://schemas.openxmlformats.org/presentationml/2006/main">
  <p:tag name="PROBLEMREMARKTITLE" val="ProblemRemarkBoardTitle"/>
</p:tagLst>
</file>

<file path=ppt/tags/tag1225.xml><?xml version="1.0" encoding="utf-8"?>
<p:tagLst xmlns:p="http://schemas.openxmlformats.org/presentationml/2006/main">
  <p:tag name="PROBLEMREMARKTITLE" val="ProblemRemarkBoardTitle"/>
</p:tagLst>
</file>

<file path=ppt/tags/tag1226.xml><?xml version="1.0" encoding="utf-8"?>
<p:tagLst xmlns:p="http://schemas.openxmlformats.org/presentationml/2006/main">
  <p:tag name="PROBLEMREMARKTITLE" val="ProblemRemarkBoardTitle"/>
</p:tagLst>
</file>

<file path=ppt/tags/tag1227.xml><?xml version="1.0" encoding="utf-8"?>
<p:tagLst xmlns:p="http://schemas.openxmlformats.org/presentationml/2006/main">
  <p:tag name="PROBLEMREMARKTITLE" val="ProblemRemarkBoardTitle"/>
</p:tagLst>
</file>

<file path=ppt/tags/tag1228.xml><?xml version="1.0" encoding="utf-8"?>
<p:tagLst xmlns:p="http://schemas.openxmlformats.org/presentationml/2006/main">
  <p:tag name="RAINPROBLEM" val="ProblemSetting"/>
  <p:tag name="RAINPROBLEMTYPE" val="MultipleChoice"/>
</p:tagLst>
</file>

<file path=ppt/tags/tag1229.xml><?xml version="1.0" encoding="utf-8"?>
<p:tagLst xmlns:p="http://schemas.openxmlformats.org/presentationml/2006/main">
  <p:tag name="PROBLEMREMARKTITLE" val="ProblemRemarkBoardTip"/>
</p:tagLst>
</file>

<file path=ppt/tags/tag1230.xml><?xml version="1.0" encoding="utf-8"?>
<p:tagLst xmlns:p="http://schemas.openxmlformats.org/presentationml/2006/main">
  <p:tag name="RAINPROBLEM" val="ProblemRemark"/>
</p:tagLst>
</file>

<file path=ppt/tags/tag1231.xml><?xml version="1.0" encoding="utf-8"?>
<p:tagLst xmlns:p="http://schemas.openxmlformats.org/presentationml/2006/main">
  <p:tag name="RAINPROBLEM" val="ProblemRemark"/>
</p:tagLst>
</file>

<file path=ppt/tags/tag1232.xml><?xml version="1.0" encoding="utf-8"?>
<p:tagLst xmlns:p="http://schemas.openxmlformats.org/presentationml/2006/main">
  <p:tag name="RAINPROBLEM" val="ProblemSubmit"/>
  <p:tag name="RAINPROBLEMTYPE" val="MultipleChoice"/>
</p:tagLst>
</file>

<file path=ppt/tags/tag1233.xml><?xml version="1.0" encoding="utf-8"?>
<p:tagLst xmlns:p="http://schemas.openxmlformats.org/presentationml/2006/main">
  <p:tag name="RAINPROBLEM" val="MultipleChoice"/>
  <p:tag name="PROBLEMHASREMARK" val="True"/>
</p:tagLst>
</file>

<file path=ppt/tags/tag1234.xml><?xml version="1.0" encoding="utf-8"?>
<p:tagLst xmlns:p="http://schemas.openxmlformats.org/presentationml/2006/main">
  <p:tag name="RAINPROBLEM" val="ProblemRemarkBoard"/>
</p:tagLst>
</file>

<file path=ppt/tags/tag1235.xml><?xml version="1.0" encoding="utf-8"?>
<p:tagLst xmlns:p="http://schemas.openxmlformats.org/presentationml/2006/main">
  <p:tag name="RAINPROBLEMTYPE" val="ProblemTypeMarker"/>
</p:tagLst>
</file>

<file path=ppt/tags/tag1236.xml><?xml version="1.0" encoding="utf-8"?>
<p:tagLst xmlns:p="http://schemas.openxmlformats.org/presentationml/2006/main">
  <p:tag name="RAINPROBLEMTYPE" val="ProblemTypeMarker"/>
</p:tagLst>
</file>

<file path=ppt/tags/tag1237.xml><?xml version="1.0" encoding="utf-8"?>
<p:tagLst xmlns:p="http://schemas.openxmlformats.org/presentationml/2006/main">
  <p:tag name="RAINPROBLEMTYPE" val="ProblemTypeMarker"/>
</p:tagLst>
</file>

<file path=ppt/tags/tag1238.xml><?xml version="1.0" encoding="utf-8"?>
<p:tagLst xmlns:p="http://schemas.openxmlformats.org/presentationml/2006/main">
  <p:tag name="RAINPROBLEMTYPE" val="ProblemTypeMarker"/>
</p:tagLst>
</file>

<file path=ppt/tags/tag1239.xml><?xml version="1.0" encoding="utf-8"?>
<p:tagLst xmlns:p="http://schemas.openxmlformats.org/presentationml/2006/main">
  <p:tag name="RAINPROBLEMTYPE" val="ProblemTypeMarker"/>
</p:tagLst>
</file>

<file path=ppt/tags/tag1240.xml><?xml version="1.0" encoding="utf-8"?>
<p:tagLst xmlns:p="http://schemas.openxmlformats.org/presentationml/2006/main">
  <p:tag name="RAINPROBLEM" val="ProblemBody"/>
</p:tagLst>
</file>

<file path=ppt/tags/tag1241.xml><?xml version="1.0" encoding="utf-8"?>
<p:tagLst xmlns:p="http://schemas.openxmlformats.org/presentationml/2006/main">
  <p:tag name="RAINPROBLEM" val="ProblemItem"/>
</p:tagLst>
</file>

<file path=ppt/tags/tag12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3.xml><?xml version="1.0" encoding="utf-8"?>
<p:tagLst xmlns:p="http://schemas.openxmlformats.org/presentationml/2006/main">
  <p:tag name="RAINPROBLEM" val="ProblemItem"/>
</p:tagLst>
</file>

<file path=ppt/tags/tag12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45.xml><?xml version="1.0" encoding="utf-8"?>
<p:tagLst xmlns:p="http://schemas.openxmlformats.org/presentationml/2006/main">
  <p:tag name="RAINPROBLEM" val="ProblemItem"/>
</p:tagLst>
</file>

<file path=ppt/tags/tag12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7.xml><?xml version="1.0" encoding="utf-8"?>
<p:tagLst xmlns:p="http://schemas.openxmlformats.org/presentationml/2006/main">
  <p:tag name="RAINPROBLEM" val="ProblemItem"/>
</p:tagLst>
</file>

<file path=ppt/tags/tag12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9.xml><?xml version="1.0" encoding="utf-8"?>
<p:tagLst xmlns:p="http://schemas.openxmlformats.org/presentationml/2006/main">
  <p:tag name="PROBLEMREMARKTITLE" val="ProblemRemarkBoardTitle"/>
</p:tagLst>
</file>

<file path=ppt/tags/tag1250.xml><?xml version="1.0" encoding="utf-8"?>
<p:tagLst xmlns:p="http://schemas.openxmlformats.org/presentationml/2006/main">
  <p:tag name="PROBLEMREMARKTITLE" val="ProblemRemarkBoardTitle"/>
</p:tagLst>
</file>

<file path=ppt/tags/tag1251.xml><?xml version="1.0" encoding="utf-8"?>
<p:tagLst xmlns:p="http://schemas.openxmlformats.org/presentationml/2006/main">
  <p:tag name="PROBLEMREMARKTITLE" val="ProblemRemarkBoardTitle"/>
</p:tagLst>
</file>

<file path=ppt/tags/tag1252.xml><?xml version="1.0" encoding="utf-8"?>
<p:tagLst xmlns:p="http://schemas.openxmlformats.org/presentationml/2006/main">
  <p:tag name="PROBLEMREMARKTITLE" val="ProblemRemarkBoardTitle"/>
</p:tagLst>
</file>

<file path=ppt/tags/tag1253.xml><?xml version="1.0" encoding="utf-8"?>
<p:tagLst xmlns:p="http://schemas.openxmlformats.org/presentationml/2006/main">
  <p:tag name="RAINPROBLEM" val="ProblemSetting"/>
  <p:tag name="RAINPROBLEMTYPE" val="MultipleChoice"/>
</p:tagLst>
</file>

<file path=ppt/tags/tag1254.xml><?xml version="1.0" encoding="utf-8"?>
<p:tagLst xmlns:p="http://schemas.openxmlformats.org/presentationml/2006/main">
  <p:tag name="PROBLEMREMARKTITLE" val="ProblemRemarkBoardTip"/>
</p:tagLst>
</file>

<file path=ppt/tags/tag1255.xml><?xml version="1.0" encoding="utf-8"?>
<p:tagLst xmlns:p="http://schemas.openxmlformats.org/presentationml/2006/main">
  <p:tag name="RAINPROBLEM" val="ProblemRemark"/>
</p:tagLst>
</file>

<file path=ppt/tags/tag1256.xml><?xml version="1.0" encoding="utf-8"?>
<p:tagLst xmlns:p="http://schemas.openxmlformats.org/presentationml/2006/main">
  <p:tag name="RAINPROBLEM" val="ProblemRemark"/>
</p:tagLst>
</file>

<file path=ppt/tags/tag1257.xml><?xml version="1.0" encoding="utf-8"?>
<p:tagLst xmlns:p="http://schemas.openxmlformats.org/presentationml/2006/main">
  <p:tag name="RAINPROBLEM" val="ProblemSubmit"/>
  <p:tag name="RAINPROBLEMTYPE" val="MultipleChoice"/>
</p:tagLst>
</file>

<file path=ppt/tags/tag1258.xml><?xml version="1.0" encoding="utf-8"?>
<p:tagLst xmlns:p="http://schemas.openxmlformats.org/presentationml/2006/main">
  <p:tag name="RAINPROBLEM" val="MultipleChoice"/>
  <p:tag name="PROBLEMHASREMARK" val="True"/>
</p:tagLst>
</file>

<file path=ppt/tags/tag1259.xml><?xml version="1.0" encoding="utf-8"?>
<p:tagLst xmlns:p="http://schemas.openxmlformats.org/presentationml/2006/main">
  <p:tag name="RAINPROBLEM" val="ProblemRemarkBoard"/>
</p:tagLst>
</file>

<file path=ppt/tags/tag1260.xml><?xml version="1.0" encoding="utf-8"?>
<p:tagLst xmlns:p="http://schemas.openxmlformats.org/presentationml/2006/main">
  <p:tag name="RAINPROBLEMTYPE" val="ProblemTypeMarker"/>
</p:tagLst>
</file>

<file path=ppt/tags/tag1261.xml><?xml version="1.0" encoding="utf-8"?>
<p:tagLst xmlns:p="http://schemas.openxmlformats.org/presentationml/2006/main">
  <p:tag name="RAINPROBLEMTYPE" val="ProblemTypeMarker"/>
</p:tagLst>
</file>

<file path=ppt/tags/tag1262.xml><?xml version="1.0" encoding="utf-8"?>
<p:tagLst xmlns:p="http://schemas.openxmlformats.org/presentationml/2006/main">
  <p:tag name="RAINPROBLEMTYPE" val="ProblemTypeMarker"/>
</p:tagLst>
</file>

<file path=ppt/tags/tag1263.xml><?xml version="1.0" encoding="utf-8"?>
<p:tagLst xmlns:p="http://schemas.openxmlformats.org/presentationml/2006/main">
  <p:tag name="RAINPROBLEMTYPE" val="ProblemTypeMarker"/>
</p:tagLst>
</file>

<file path=ppt/tags/tag1264.xml><?xml version="1.0" encoding="utf-8"?>
<p:tagLst xmlns:p="http://schemas.openxmlformats.org/presentationml/2006/main">
  <p:tag name="RAINPROBLEMTYPE" val="ProblemTypeMarker"/>
</p:tagLst>
</file>

<file path=ppt/tags/tag1265.xml><?xml version="1.0" encoding="utf-8"?>
<p:tagLst xmlns:p="http://schemas.openxmlformats.org/presentationml/2006/main">
  <p:tag name="RAINPROBLEM" val="ProblemBody"/>
</p:tagLst>
</file>

<file path=ppt/tags/tag1266.xml><?xml version="1.0" encoding="utf-8"?>
<p:tagLst xmlns:p="http://schemas.openxmlformats.org/presentationml/2006/main">
  <p:tag name="RAINPROBLEM" val="ProblemItem"/>
</p:tagLst>
</file>

<file path=ppt/tags/tag12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68.xml><?xml version="1.0" encoding="utf-8"?>
<p:tagLst xmlns:p="http://schemas.openxmlformats.org/presentationml/2006/main">
  <p:tag name="RAINPROBLEM" val="ProblemItem"/>
</p:tagLst>
</file>

<file path=ppt/tags/tag12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0.xml><?xml version="1.0" encoding="utf-8"?>
<p:tagLst xmlns:p="http://schemas.openxmlformats.org/presentationml/2006/main">
  <p:tag name="RAINPROBLEM" val="ProblemItem"/>
</p:tagLst>
</file>

<file path=ppt/tags/tag12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2.xml><?xml version="1.0" encoding="utf-8"?>
<p:tagLst xmlns:p="http://schemas.openxmlformats.org/presentationml/2006/main">
  <p:tag name="RAINPROBLEM" val="ProblemItem"/>
</p:tagLst>
</file>

<file path=ppt/tags/tag12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4.xml><?xml version="1.0" encoding="utf-8"?>
<p:tagLst xmlns:p="http://schemas.openxmlformats.org/presentationml/2006/main">
  <p:tag name="PROBLEMREMARKTITLE" val="ProblemRemarkBoardTitle"/>
</p:tagLst>
</file>

<file path=ppt/tags/tag1275.xml><?xml version="1.0" encoding="utf-8"?>
<p:tagLst xmlns:p="http://schemas.openxmlformats.org/presentationml/2006/main">
  <p:tag name="PROBLEMREMARKTITLE" val="ProblemRemarkBoardTitle"/>
</p:tagLst>
</file>

<file path=ppt/tags/tag1276.xml><?xml version="1.0" encoding="utf-8"?>
<p:tagLst xmlns:p="http://schemas.openxmlformats.org/presentationml/2006/main">
  <p:tag name="PROBLEMREMARKTITLE" val="ProblemRemarkBoardTitle"/>
</p:tagLst>
</file>

<file path=ppt/tags/tag1277.xml><?xml version="1.0" encoding="utf-8"?>
<p:tagLst xmlns:p="http://schemas.openxmlformats.org/presentationml/2006/main">
  <p:tag name="PROBLEMREMARKTITLE" val="ProblemRemarkBoardTitle"/>
</p:tagLst>
</file>

<file path=ppt/tags/tag1278.xml><?xml version="1.0" encoding="utf-8"?>
<p:tagLst xmlns:p="http://schemas.openxmlformats.org/presentationml/2006/main">
  <p:tag name="RAINPROBLEM" val="ProblemSetting"/>
  <p:tag name="RAINPROBLEMTYPE" val="MultipleChoice"/>
</p:tagLst>
</file>

<file path=ppt/tags/tag1279.xml><?xml version="1.0" encoding="utf-8"?>
<p:tagLst xmlns:p="http://schemas.openxmlformats.org/presentationml/2006/main">
  <p:tag name="PROBLEMREMARKTITLE" val="ProblemRemarkBoardTip"/>
</p:tagLst>
</file>

<file path=ppt/tags/tag1280.xml><?xml version="1.0" encoding="utf-8"?>
<p:tagLst xmlns:p="http://schemas.openxmlformats.org/presentationml/2006/main">
  <p:tag name="RAINPROBLEM" val="ProblemRemark"/>
</p:tagLst>
</file>

<file path=ppt/tags/tag1281.xml><?xml version="1.0" encoding="utf-8"?>
<p:tagLst xmlns:p="http://schemas.openxmlformats.org/presentationml/2006/main">
  <p:tag name="RAINPROBLEM" val="ProblemRemark"/>
</p:tagLst>
</file>

<file path=ppt/tags/tag1282.xml><?xml version="1.0" encoding="utf-8"?>
<p:tagLst xmlns:p="http://schemas.openxmlformats.org/presentationml/2006/main">
  <p:tag name="RAINPROBLEM" val="ProblemSubmit"/>
  <p:tag name="RAINPROBLEMTYPE" val="MultipleChoice"/>
</p:tagLst>
</file>

<file path=ppt/tags/tag1283.xml><?xml version="1.0" encoding="utf-8"?>
<p:tagLst xmlns:p="http://schemas.openxmlformats.org/presentationml/2006/main">
  <p:tag name="RAINPROBLEM" val="MultipleChoice"/>
  <p:tag name="PROBLEMHASREMARK" val="True"/>
</p:tagLst>
</file>

<file path=ppt/tags/tag1284.xml><?xml version="1.0" encoding="utf-8"?>
<p:tagLst xmlns:p="http://schemas.openxmlformats.org/presentationml/2006/main">
  <p:tag name="RAINPROBLEM" val="ProblemRemarkBoard"/>
</p:tagLst>
</file>

<file path=ppt/tags/tag1285.xml><?xml version="1.0" encoding="utf-8"?>
<p:tagLst xmlns:p="http://schemas.openxmlformats.org/presentationml/2006/main">
  <p:tag name="RAINPROBLEMTYPE" val="ProblemTypeMarker"/>
</p:tagLst>
</file>

<file path=ppt/tags/tag1286.xml><?xml version="1.0" encoding="utf-8"?>
<p:tagLst xmlns:p="http://schemas.openxmlformats.org/presentationml/2006/main">
  <p:tag name="RAINPROBLEMTYPE" val="ProblemTypeMarker"/>
</p:tagLst>
</file>

<file path=ppt/tags/tag1287.xml><?xml version="1.0" encoding="utf-8"?>
<p:tagLst xmlns:p="http://schemas.openxmlformats.org/presentationml/2006/main">
  <p:tag name="RAINPROBLEMTYPE" val="ProblemTypeMarker"/>
</p:tagLst>
</file>

<file path=ppt/tags/tag1288.xml><?xml version="1.0" encoding="utf-8"?>
<p:tagLst xmlns:p="http://schemas.openxmlformats.org/presentationml/2006/main">
  <p:tag name="RAINPROBLEMTYPE" val="ProblemTypeMarker"/>
</p:tagLst>
</file>

<file path=ppt/tags/tag1289.xml><?xml version="1.0" encoding="utf-8"?>
<p:tagLst xmlns:p="http://schemas.openxmlformats.org/presentationml/2006/main">
  <p:tag name="RAINPROBLEMTYPE" val="ProblemTypeMarker"/>
</p:tagLst>
</file>

<file path=ppt/tags/tag1290.xml><?xml version="1.0" encoding="utf-8"?>
<p:tagLst xmlns:p="http://schemas.openxmlformats.org/presentationml/2006/main">
  <p:tag name="RAINPROBLEM" val="ProblemBody"/>
</p:tagLst>
</file>

<file path=ppt/tags/tag1291.xml><?xml version="1.0" encoding="utf-8"?>
<p:tagLst xmlns:p="http://schemas.openxmlformats.org/presentationml/2006/main">
  <p:tag name="RAINPROBLEM" val="ProblemItem"/>
</p:tagLst>
</file>

<file path=ppt/tags/tag12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3.xml><?xml version="1.0" encoding="utf-8"?>
<p:tagLst xmlns:p="http://schemas.openxmlformats.org/presentationml/2006/main">
  <p:tag name="RAINPROBLEM" val="ProblemItem"/>
</p:tagLst>
</file>

<file path=ppt/tags/tag12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5.xml><?xml version="1.0" encoding="utf-8"?>
<p:tagLst xmlns:p="http://schemas.openxmlformats.org/presentationml/2006/main">
  <p:tag name="RAINPROBLEM" val="ProblemItem"/>
</p:tagLst>
</file>

<file path=ppt/tags/tag12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97.xml><?xml version="1.0" encoding="utf-8"?>
<p:tagLst xmlns:p="http://schemas.openxmlformats.org/presentationml/2006/main">
  <p:tag name="RAINPROBLEM" val="ProblemItem"/>
</p:tagLst>
</file>

<file path=ppt/tags/tag12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9.xml><?xml version="1.0" encoding="utf-8"?>
<p:tagLst xmlns:p="http://schemas.openxmlformats.org/presentationml/2006/main">
  <p:tag name="PROBLEMREMARKTITLE" val="ProblemRemarkBoardTitle"/>
</p:tagLst>
</file>

<file path=ppt/tags/tag1300.xml><?xml version="1.0" encoding="utf-8"?>
<p:tagLst xmlns:p="http://schemas.openxmlformats.org/presentationml/2006/main">
  <p:tag name="PROBLEMREMARKTITLE" val="ProblemRemarkBoardTitle"/>
</p:tagLst>
</file>

<file path=ppt/tags/tag1301.xml><?xml version="1.0" encoding="utf-8"?>
<p:tagLst xmlns:p="http://schemas.openxmlformats.org/presentationml/2006/main">
  <p:tag name="PROBLEMREMARKTITLE" val="ProblemRemarkBoardTitle"/>
</p:tagLst>
</file>

<file path=ppt/tags/tag1302.xml><?xml version="1.0" encoding="utf-8"?>
<p:tagLst xmlns:p="http://schemas.openxmlformats.org/presentationml/2006/main">
  <p:tag name="PROBLEMREMARKTITLE" val="ProblemRemarkBoardTitle"/>
</p:tagLst>
</file>

<file path=ppt/tags/tag1303.xml><?xml version="1.0" encoding="utf-8"?>
<p:tagLst xmlns:p="http://schemas.openxmlformats.org/presentationml/2006/main">
  <p:tag name="RAINPROBLEM" val="ProblemSetting"/>
  <p:tag name="RAINPROBLEMTYPE" val="MultipleChoice"/>
</p:tagLst>
</file>

<file path=ppt/tags/tag1304.xml><?xml version="1.0" encoding="utf-8"?>
<p:tagLst xmlns:p="http://schemas.openxmlformats.org/presentationml/2006/main">
  <p:tag name="PROBLEMREMARKTITLE" val="ProblemRemarkBoardTip"/>
</p:tagLst>
</file>

<file path=ppt/tags/tag1305.xml><?xml version="1.0" encoding="utf-8"?>
<p:tagLst xmlns:p="http://schemas.openxmlformats.org/presentationml/2006/main">
  <p:tag name="RAINPROBLEM" val="ProblemRemark"/>
</p:tagLst>
</file>

<file path=ppt/tags/tag1306.xml><?xml version="1.0" encoding="utf-8"?>
<p:tagLst xmlns:p="http://schemas.openxmlformats.org/presentationml/2006/main">
  <p:tag name="RAINPROBLEM" val="ProblemRemark"/>
</p:tagLst>
</file>

<file path=ppt/tags/tag1307.xml><?xml version="1.0" encoding="utf-8"?>
<p:tagLst xmlns:p="http://schemas.openxmlformats.org/presentationml/2006/main">
  <p:tag name="RAINPROBLEM" val="ProblemSubmit"/>
  <p:tag name="RAINPROBLEMTYPE" val="MultipleChoice"/>
</p:tagLst>
</file>

<file path=ppt/tags/tag1308.xml><?xml version="1.0" encoding="utf-8"?>
<p:tagLst xmlns:p="http://schemas.openxmlformats.org/presentationml/2006/main">
  <p:tag name="RAINPROBLEM" val="MultipleChoice"/>
  <p:tag name="PROBLEMHASREMARK" val="True"/>
</p:tagLst>
</file>

<file path=ppt/tags/tag1309.xml><?xml version="1.0" encoding="utf-8"?>
<p:tagLst xmlns:p="http://schemas.openxmlformats.org/presentationml/2006/main">
  <p:tag name="RAINPROBLEM" val="ProblemRemarkBoard"/>
</p:tagLst>
</file>

<file path=ppt/tags/tag1310.xml><?xml version="1.0" encoding="utf-8"?>
<p:tagLst xmlns:p="http://schemas.openxmlformats.org/presentationml/2006/main">
  <p:tag name="RAINPROBLEMTYPE" val="ProblemTypeMarker"/>
</p:tagLst>
</file>

<file path=ppt/tags/tag1311.xml><?xml version="1.0" encoding="utf-8"?>
<p:tagLst xmlns:p="http://schemas.openxmlformats.org/presentationml/2006/main">
  <p:tag name="RAINPROBLEMTYPE" val="ProblemTypeMarker"/>
</p:tagLst>
</file>

<file path=ppt/tags/tag1312.xml><?xml version="1.0" encoding="utf-8"?>
<p:tagLst xmlns:p="http://schemas.openxmlformats.org/presentationml/2006/main">
  <p:tag name="RAINPROBLEMTYPE" val="ProblemTypeMarker"/>
</p:tagLst>
</file>

<file path=ppt/tags/tag1313.xml><?xml version="1.0" encoding="utf-8"?>
<p:tagLst xmlns:p="http://schemas.openxmlformats.org/presentationml/2006/main">
  <p:tag name="RAINPROBLEMTYPE" val="ProblemTypeMarker"/>
</p:tagLst>
</file>

<file path=ppt/tags/tag1314.xml><?xml version="1.0" encoding="utf-8"?>
<p:tagLst xmlns:p="http://schemas.openxmlformats.org/presentationml/2006/main">
  <p:tag name="RAINPROBLEMTYPE" val="ProblemTypeMarker"/>
</p:tagLst>
</file>

<file path=ppt/tags/tag1315.xml><?xml version="1.0" encoding="utf-8"?>
<p:tagLst xmlns:p="http://schemas.openxmlformats.org/presentationml/2006/main">
  <p:tag name="RAINPROBLEM" val="ProblemBody"/>
</p:tagLst>
</file>

<file path=ppt/tags/tag1316.xml><?xml version="1.0" encoding="utf-8"?>
<p:tagLst xmlns:p="http://schemas.openxmlformats.org/presentationml/2006/main">
  <p:tag name="RAINPROBLEM" val="ProblemItem"/>
</p:tagLst>
</file>

<file path=ppt/tags/tag13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18.xml><?xml version="1.0" encoding="utf-8"?>
<p:tagLst xmlns:p="http://schemas.openxmlformats.org/presentationml/2006/main">
  <p:tag name="RAINPROBLEM" val="ProblemItem"/>
</p:tagLst>
</file>

<file path=ppt/tags/tag13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20.xml><?xml version="1.0" encoding="utf-8"?>
<p:tagLst xmlns:p="http://schemas.openxmlformats.org/presentationml/2006/main">
  <p:tag name="RAINPROBLEM" val="ProblemItem"/>
</p:tagLst>
</file>

<file path=ppt/tags/tag13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22.xml><?xml version="1.0" encoding="utf-8"?>
<p:tagLst xmlns:p="http://schemas.openxmlformats.org/presentationml/2006/main">
  <p:tag name="RAINPROBLEM" val="ProblemItem"/>
</p:tagLst>
</file>

<file path=ppt/tags/tag13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24.xml><?xml version="1.0" encoding="utf-8"?>
<p:tagLst xmlns:p="http://schemas.openxmlformats.org/presentationml/2006/main">
  <p:tag name="PROBLEMREMARKTITLE" val="ProblemRemarkBoardTitle"/>
</p:tagLst>
</file>

<file path=ppt/tags/tag1325.xml><?xml version="1.0" encoding="utf-8"?>
<p:tagLst xmlns:p="http://schemas.openxmlformats.org/presentationml/2006/main">
  <p:tag name="PROBLEMREMARKTITLE" val="ProblemRemarkBoardTitle"/>
</p:tagLst>
</file>

<file path=ppt/tags/tag1326.xml><?xml version="1.0" encoding="utf-8"?>
<p:tagLst xmlns:p="http://schemas.openxmlformats.org/presentationml/2006/main">
  <p:tag name="PROBLEMREMARKTITLE" val="ProblemRemarkBoardTitle"/>
</p:tagLst>
</file>

<file path=ppt/tags/tag1327.xml><?xml version="1.0" encoding="utf-8"?>
<p:tagLst xmlns:p="http://schemas.openxmlformats.org/presentationml/2006/main">
  <p:tag name="PROBLEMREMARKTITLE" val="ProblemRemarkBoardTitle"/>
</p:tagLst>
</file>

<file path=ppt/tags/tag1328.xml><?xml version="1.0" encoding="utf-8"?>
<p:tagLst xmlns:p="http://schemas.openxmlformats.org/presentationml/2006/main">
  <p:tag name="RAINPROBLEM" val="ProblemSetting"/>
  <p:tag name="RAINPROBLEMTYPE" val="MultipleChoice"/>
</p:tagLst>
</file>

<file path=ppt/tags/tag1329.xml><?xml version="1.0" encoding="utf-8"?>
<p:tagLst xmlns:p="http://schemas.openxmlformats.org/presentationml/2006/main">
  <p:tag name="PROBLEMREMARKTITLE" val="ProblemRemarkBoardTip"/>
</p:tagLst>
</file>

<file path=ppt/tags/tag1330.xml><?xml version="1.0" encoding="utf-8"?>
<p:tagLst xmlns:p="http://schemas.openxmlformats.org/presentationml/2006/main">
  <p:tag name="RAINPROBLEM" val="ProblemRemark"/>
</p:tagLst>
</file>

<file path=ppt/tags/tag1331.xml><?xml version="1.0" encoding="utf-8"?>
<p:tagLst xmlns:p="http://schemas.openxmlformats.org/presentationml/2006/main">
  <p:tag name="RAINPROBLEM" val="ProblemRemark"/>
</p:tagLst>
</file>

<file path=ppt/tags/tag1332.xml><?xml version="1.0" encoding="utf-8"?>
<p:tagLst xmlns:p="http://schemas.openxmlformats.org/presentationml/2006/main">
  <p:tag name="RAINPROBLEM" val="ProblemSubmit"/>
  <p:tag name="RAINPROBLEMTYPE" val="MultipleChoice"/>
</p:tagLst>
</file>

<file path=ppt/tags/tag1333.xml><?xml version="1.0" encoding="utf-8"?>
<p:tagLst xmlns:p="http://schemas.openxmlformats.org/presentationml/2006/main">
  <p:tag name="RAINPROBLEM" val="MultipleChoice"/>
  <p:tag name="PROBLEMHASREMARK" val="True"/>
</p:tagLst>
</file>

<file path=ppt/tags/tag1334.xml><?xml version="1.0" encoding="utf-8"?>
<p:tagLst xmlns:p="http://schemas.openxmlformats.org/presentationml/2006/main">
  <p:tag name="RAINPROBLEM" val="ProblemRemarkBoard"/>
</p:tagLst>
</file>

<file path=ppt/tags/tag1335.xml><?xml version="1.0" encoding="utf-8"?>
<p:tagLst xmlns:p="http://schemas.openxmlformats.org/presentationml/2006/main">
  <p:tag name="RAINPROBLEMTYPE" val="ProblemTypeMarker"/>
</p:tagLst>
</file>

<file path=ppt/tags/tag1336.xml><?xml version="1.0" encoding="utf-8"?>
<p:tagLst xmlns:p="http://schemas.openxmlformats.org/presentationml/2006/main">
  <p:tag name="RAINPROBLEMTYPE" val="ProblemTypeMarker"/>
</p:tagLst>
</file>

<file path=ppt/tags/tag1337.xml><?xml version="1.0" encoding="utf-8"?>
<p:tagLst xmlns:p="http://schemas.openxmlformats.org/presentationml/2006/main">
  <p:tag name="RAINPROBLEMTYPE" val="ProblemTypeMarker"/>
</p:tagLst>
</file>

<file path=ppt/tags/tag1338.xml><?xml version="1.0" encoding="utf-8"?>
<p:tagLst xmlns:p="http://schemas.openxmlformats.org/presentationml/2006/main">
  <p:tag name="RAINPROBLEMTYPE" val="ProblemTypeMarker"/>
</p:tagLst>
</file>

<file path=ppt/tags/tag1339.xml><?xml version="1.0" encoding="utf-8"?>
<p:tagLst xmlns:p="http://schemas.openxmlformats.org/presentationml/2006/main">
  <p:tag name="RAINPROBLEMTYPE" val="ProblemTypeMarker"/>
</p:tagLst>
</file>

<file path=ppt/tags/tag1340.xml><?xml version="1.0" encoding="utf-8"?>
<p:tagLst xmlns:p="http://schemas.openxmlformats.org/presentationml/2006/main">
  <p:tag name="RAINPROBLEM" val="ProblemBody"/>
</p:tagLst>
</file>

<file path=ppt/tags/tag1341.xml><?xml version="1.0" encoding="utf-8"?>
<p:tagLst xmlns:p="http://schemas.openxmlformats.org/presentationml/2006/main">
  <p:tag name="RAINPROBLEM" val="ProblemItem"/>
</p:tagLst>
</file>

<file path=ppt/tags/tag13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43.xml><?xml version="1.0" encoding="utf-8"?>
<p:tagLst xmlns:p="http://schemas.openxmlformats.org/presentationml/2006/main">
  <p:tag name="RAINPROBLEM" val="ProblemItem"/>
</p:tagLst>
</file>

<file path=ppt/tags/tag13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45.xml><?xml version="1.0" encoding="utf-8"?>
<p:tagLst xmlns:p="http://schemas.openxmlformats.org/presentationml/2006/main">
  <p:tag name="RAINPROBLEM" val="ProblemItem"/>
</p:tagLst>
</file>

<file path=ppt/tags/tag13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47.xml><?xml version="1.0" encoding="utf-8"?>
<p:tagLst xmlns:p="http://schemas.openxmlformats.org/presentationml/2006/main">
  <p:tag name="RAINPROBLEM" val="ProblemItem"/>
</p:tagLst>
</file>

<file path=ppt/tags/tag13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49.xml><?xml version="1.0" encoding="utf-8"?>
<p:tagLst xmlns:p="http://schemas.openxmlformats.org/presentationml/2006/main">
  <p:tag name="PROBLEMREMARKTITLE" val="ProblemRemarkBoardTitle"/>
</p:tagLst>
</file>

<file path=ppt/tags/tag1350.xml><?xml version="1.0" encoding="utf-8"?>
<p:tagLst xmlns:p="http://schemas.openxmlformats.org/presentationml/2006/main">
  <p:tag name="PROBLEMREMARKTITLE" val="ProblemRemarkBoardTitle"/>
</p:tagLst>
</file>

<file path=ppt/tags/tag1351.xml><?xml version="1.0" encoding="utf-8"?>
<p:tagLst xmlns:p="http://schemas.openxmlformats.org/presentationml/2006/main">
  <p:tag name="PROBLEMREMARKTITLE" val="ProblemRemarkBoardTitle"/>
</p:tagLst>
</file>

<file path=ppt/tags/tag1352.xml><?xml version="1.0" encoding="utf-8"?>
<p:tagLst xmlns:p="http://schemas.openxmlformats.org/presentationml/2006/main">
  <p:tag name="PROBLEMREMARKTITLE" val="ProblemRemarkBoardTitle"/>
</p:tagLst>
</file>

<file path=ppt/tags/tag1353.xml><?xml version="1.0" encoding="utf-8"?>
<p:tagLst xmlns:p="http://schemas.openxmlformats.org/presentationml/2006/main">
  <p:tag name="RAINPROBLEM" val="ProblemSetting"/>
  <p:tag name="RAINPROBLEMTYPE" val="MultipleChoice"/>
</p:tagLst>
</file>

<file path=ppt/tags/tag1354.xml><?xml version="1.0" encoding="utf-8"?>
<p:tagLst xmlns:p="http://schemas.openxmlformats.org/presentationml/2006/main">
  <p:tag name="PROBLEMREMARKTITLE" val="ProblemRemarkBoardTip"/>
</p:tagLst>
</file>

<file path=ppt/tags/tag1355.xml><?xml version="1.0" encoding="utf-8"?>
<p:tagLst xmlns:p="http://schemas.openxmlformats.org/presentationml/2006/main">
  <p:tag name="RAINPROBLEM" val="ProblemRemark"/>
</p:tagLst>
</file>

<file path=ppt/tags/tag1356.xml><?xml version="1.0" encoding="utf-8"?>
<p:tagLst xmlns:p="http://schemas.openxmlformats.org/presentationml/2006/main">
  <p:tag name="RAINPROBLEM" val="ProblemRemark"/>
</p:tagLst>
</file>

<file path=ppt/tags/tag1357.xml><?xml version="1.0" encoding="utf-8"?>
<p:tagLst xmlns:p="http://schemas.openxmlformats.org/presentationml/2006/main">
  <p:tag name="RAINPROBLEM" val="ProblemSubmit"/>
  <p:tag name="RAINPROBLEMTYPE" val="MultipleChoice"/>
</p:tagLst>
</file>

<file path=ppt/tags/tag1358.xml><?xml version="1.0" encoding="utf-8"?>
<p:tagLst xmlns:p="http://schemas.openxmlformats.org/presentationml/2006/main">
  <p:tag name="RAINPROBLEM" val="MultipleChoice"/>
  <p:tag name="PROBLEMHASREMARK" val="True"/>
</p:tagLst>
</file>

<file path=ppt/tags/tag1359.xml><?xml version="1.0" encoding="utf-8"?>
<p:tagLst xmlns:p="http://schemas.openxmlformats.org/presentationml/2006/main">
  <p:tag name="RAINPROBLEM" val="ProblemRemarkBoard"/>
</p:tagLst>
</file>

<file path=ppt/tags/tag1360.xml><?xml version="1.0" encoding="utf-8"?>
<p:tagLst xmlns:p="http://schemas.openxmlformats.org/presentationml/2006/main">
  <p:tag name="RAINPROBLEMTYPE" val="ProblemTypeMarker"/>
</p:tagLst>
</file>

<file path=ppt/tags/tag1361.xml><?xml version="1.0" encoding="utf-8"?>
<p:tagLst xmlns:p="http://schemas.openxmlformats.org/presentationml/2006/main">
  <p:tag name="RAINPROBLEMTYPE" val="ProblemTypeMarker"/>
</p:tagLst>
</file>

<file path=ppt/tags/tag1362.xml><?xml version="1.0" encoding="utf-8"?>
<p:tagLst xmlns:p="http://schemas.openxmlformats.org/presentationml/2006/main">
  <p:tag name="RAINPROBLEMTYPE" val="ProblemTypeMarker"/>
</p:tagLst>
</file>

<file path=ppt/tags/tag1363.xml><?xml version="1.0" encoding="utf-8"?>
<p:tagLst xmlns:p="http://schemas.openxmlformats.org/presentationml/2006/main">
  <p:tag name="RAINPROBLEMTYPE" val="ProblemTypeMarker"/>
</p:tagLst>
</file>

<file path=ppt/tags/tag1364.xml><?xml version="1.0" encoding="utf-8"?>
<p:tagLst xmlns:p="http://schemas.openxmlformats.org/presentationml/2006/main">
  <p:tag name="RAINPROBLEMTYPE" val="ProblemTypeMarker"/>
</p:tagLst>
</file>

<file path=ppt/tags/tag1365.xml><?xml version="1.0" encoding="utf-8"?>
<p:tagLst xmlns:p="http://schemas.openxmlformats.org/presentationml/2006/main">
  <p:tag name="RAINPROBLEM" val="ProblemBody"/>
</p:tagLst>
</file>

<file path=ppt/tags/tag1366.xml><?xml version="1.0" encoding="utf-8"?>
<p:tagLst xmlns:p="http://schemas.openxmlformats.org/presentationml/2006/main">
  <p:tag name="RAINPROBLEM" val="ProblemItem"/>
</p:tagLst>
</file>

<file path=ppt/tags/tag13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68.xml><?xml version="1.0" encoding="utf-8"?>
<p:tagLst xmlns:p="http://schemas.openxmlformats.org/presentationml/2006/main">
  <p:tag name="RAINPROBLEM" val="ProblemItem"/>
</p:tagLst>
</file>

<file path=ppt/tags/tag13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0.xml><?xml version="1.0" encoding="utf-8"?>
<p:tagLst xmlns:p="http://schemas.openxmlformats.org/presentationml/2006/main">
  <p:tag name="RAINPROBLEM" val="ProblemItem"/>
</p:tagLst>
</file>

<file path=ppt/tags/tag13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2.xml><?xml version="1.0" encoding="utf-8"?>
<p:tagLst xmlns:p="http://schemas.openxmlformats.org/presentationml/2006/main">
  <p:tag name="RAINPROBLEM" val="ProblemItem"/>
</p:tagLst>
</file>

<file path=ppt/tags/tag13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4.xml><?xml version="1.0" encoding="utf-8"?>
<p:tagLst xmlns:p="http://schemas.openxmlformats.org/presentationml/2006/main">
  <p:tag name="PROBLEMREMARKTITLE" val="ProblemRemarkBoardTitle"/>
</p:tagLst>
</file>

<file path=ppt/tags/tag1375.xml><?xml version="1.0" encoding="utf-8"?>
<p:tagLst xmlns:p="http://schemas.openxmlformats.org/presentationml/2006/main">
  <p:tag name="PROBLEMREMARKTITLE" val="ProblemRemarkBoardTitle"/>
</p:tagLst>
</file>

<file path=ppt/tags/tag1376.xml><?xml version="1.0" encoding="utf-8"?>
<p:tagLst xmlns:p="http://schemas.openxmlformats.org/presentationml/2006/main">
  <p:tag name="PROBLEMREMARKTITLE" val="ProblemRemarkBoardTitle"/>
</p:tagLst>
</file>

<file path=ppt/tags/tag1377.xml><?xml version="1.0" encoding="utf-8"?>
<p:tagLst xmlns:p="http://schemas.openxmlformats.org/presentationml/2006/main">
  <p:tag name="PROBLEMREMARKTITLE" val="ProblemRemarkBoardTitle"/>
</p:tagLst>
</file>

<file path=ppt/tags/tag1378.xml><?xml version="1.0" encoding="utf-8"?>
<p:tagLst xmlns:p="http://schemas.openxmlformats.org/presentationml/2006/main">
  <p:tag name="RAINPROBLEM" val="ProblemSetting"/>
  <p:tag name="RAINPROBLEMTYPE" val="MultipleChoice"/>
</p:tagLst>
</file>

<file path=ppt/tags/tag1379.xml><?xml version="1.0" encoding="utf-8"?>
<p:tagLst xmlns:p="http://schemas.openxmlformats.org/presentationml/2006/main">
  <p:tag name="PROBLEMREMARKTITLE" val="ProblemRemarkBoardTip"/>
</p:tagLst>
</file>

<file path=ppt/tags/tag1380.xml><?xml version="1.0" encoding="utf-8"?>
<p:tagLst xmlns:p="http://schemas.openxmlformats.org/presentationml/2006/main">
  <p:tag name="RAINPROBLEM" val="ProblemRemark"/>
</p:tagLst>
</file>

<file path=ppt/tags/tag1381.xml><?xml version="1.0" encoding="utf-8"?>
<p:tagLst xmlns:p="http://schemas.openxmlformats.org/presentationml/2006/main">
  <p:tag name="RAINPROBLEM" val="ProblemRemark"/>
</p:tagLst>
</file>

<file path=ppt/tags/tag1382.xml><?xml version="1.0" encoding="utf-8"?>
<p:tagLst xmlns:p="http://schemas.openxmlformats.org/presentationml/2006/main">
  <p:tag name="RAINPROBLEM" val="ProblemSubmit"/>
  <p:tag name="RAINPROBLEMTYPE" val="MultipleChoice"/>
</p:tagLst>
</file>

<file path=ppt/tags/tag1383.xml><?xml version="1.0" encoding="utf-8"?>
<p:tagLst xmlns:p="http://schemas.openxmlformats.org/presentationml/2006/main">
  <p:tag name="RAINPROBLEM" val="MultipleChoice"/>
  <p:tag name="PROBLEMHASREMARK" val="True"/>
</p:tagLst>
</file>

<file path=ppt/tags/tag1384.xml><?xml version="1.0" encoding="utf-8"?>
<p:tagLst xmlns:p="http://schemas.openxmlformats.org/presentationml/2006/main">
  <p:tag name="RAINPROBLEM" val="ProblemRemarkBoard"/>
</p:tagLst>
</file>

<file path=ppt/tags/tag1385.xml><?xml version="1.0" encoding="utf-8"?>
<p:tagLst xmlns:p="http://schemas.openxmlformats.org/presentationml/2006/main">
  <p:tag name="RAINPROBLEMTYPE" val="ProblemTypeMarker"/>
</p:tagLst>
</file>

<file path=ppt/tags/tag1386.xml><?xml version="1.0" encoding="utf-8"?>
<p:tagLst xmlns:p="http://schemas.openxmlformats.org/presentationml/2006/main">
  <p:tag name="RAINPROBLEMTYPE" val="ProblemTypeMarker"/>
</p:tagLst>
</file>

<file path=ppt/tags/tag1387.xml><?xml version="1.0" encoding="utf-8"?>
<p:tagLst xmlns:p="http://schemas.openxmlformats.org/presentationml/2006/main">
  <p:tag name="RAINPROBLEMTYPE" val="ProblemTypeMarker"/>
</p:tagLst>
</file>

<file path=ppt/tags/tag1388.xml><?xml version="1.0" encoding="utf-8"?>
<p:tagLst xmlns:p="http://schemas.openxmlformats.org/presentationml/2006/main">
  <p:tag name="RAINPROBLEMTYPE" val="ProblemTypeMarker"/>
</p:tagLst>
</file>

<file path=ppt/tags/tag1389.xml><?xml version="1.0" encoding="utf-8"?>
<p:tagLst xmlns:p="http://schemas.openxmlformats.org/presentationml/2006/main">
  <p:tag name="RAINPROBLEMTYPE" val="ProblemTypeMarker"/>
</p:tagLst>
</file>

<file path=ppt/tags/tag1390.xml><?xml version="1.0" encoding="utf-8"?>
<p:tagLst xmlns:p="http://schemas.openxmlformats.org/presentationml/2006/main">
  <p:tag name="RAINPROBLEM" val="ProblemBody"/>
</p:tagLst>
</file>

<file path=ppt/tags/tag1391.xml><?xml version="1.0" encoding="utf-8"?>
<p:tagLst xmlns:p="http://schemas.openxmlformats.org/presentationml/2006/main">
  <p:tag name="RAINPROBLEM" val="ProblemItem"/>
</p:tagLst>
</file>

<file path=ppt/tags/tag13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3.xml><?xml version="1.0" encoding="utf-8"?>
<p:tagLst xmlns:p="http://schemas.openxmlformats.org/presentationml/2006/main">
  <p:tag name="RAINPROBLEM" val="ProblemItem"/>
</p:tagLst>
</file>

<file path=ppt/tags/tag13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95.xml><?xml version="1.0" encoding="utf-8"?>
<p:tagLst xmlns:p="http://schemas.openxmlformats.org/presentationml/2006/main">
  <p:tag name="RAINPROBLEM" val="ProblemItem"/>
</p:tagLst>
</file>

<file path=ppt/tags/tag13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7.xml><?xml version="1.0" encoding="utf-8"?>
<p:tagLst xmlns:p="http://schemas.openxmlformats.org/presentationml/2006/main">
  <p:tag name="RAINPROBLEM" val="ProblemItem"/>
</p:tagLst>
</file>

<file path=ppt/tags/tag13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9.xml><?xml version="1.0" encoding="utf-8"?>
<p:tagLst xmlns:p="http://schemas.openxmlformats.org/presentationml/2006/main">
  <p:tag name="PROBLEMREMARKTITLE" val="ProblemRemarkBoardTitle"/>
</p:tagLst>
</file>

<file path=ppt/tags/tag1400.xml><?xml version="1.0" encoding="utf-8"?>
<p:tagLst xmlns:p="http://schemas.openxmlformats.org/presentationml/2006/main">
  <p:tag name="PROBLEMREMARKTITLE" val="ProblemRemarkBoardTitle"/>
</p:tagLst>
</file>

<file path=ppt/tags/tag1401.xml><?xml version="1.0" encoding="utf-8"?>
<p:tagLst xmlns:p="http://schemas.openxmlformats.org/presentationml/2006/main">
  <p:tag name="PROBLEMREMARKTITLE" val="ProblemRemarkBoardTitle"/>
</p:tagLst>
</file>

<file path=ppt/tags/tag1402.xml><?xml version="1.0" encoding="utf-8"?>
<p:tagLst xmlns:p="http://schemas.openxmlformats.org/presentationml/2006/main">
  <p:tag name="PROBLEMREMARKTITLE" val="ProblemRemarkBoardTitle"/>
</p:tagLst>
</file>

<file path=ppt/tags/tag1403.xml><?xml version="1.0" encoding="utf-8"?>
<p:tagLst xmlns:p="http://schemas.openxmlformats.org/presentationml/2006/main">
  <p:tag name="RAINPROBLEM" val="ProblemSetting"/>
  <p:tag name="RAINPROBLEMTYPE" val="MultipleChoice"/>
</p:tagLst>
</file>

<file path=ppt/tags/tag1404.xml><?xml version="1.0" encoding="utf-8"?>
<p:tagLst xmlns:p="http://schemas.openxmlformats.org/presentationml/2006/main">
  <p:tag name="PROBLEMREMARKTITLE" val="ProblemRemarkBoardTip"/>
</p:tagLst>
</file>

<file path=ppt/tags/tag1405.xml><?xml version="1.0" encoding="utf-8"?>
<p:tagLst xmlns:p="http://schemas.openxmlformats.org/presentationml/2006/main">
  <p:tag name="RAINPROBLEM" val="ProblemRemark"/>
</p:tagLst>
</file>

<file path=ppt/tags/tag1406.xml><?xml version="1.0" encoding="utf-8"?>
<p:tagLst xmlns:p="http://schemas.openxmlformats.org/presentationml/2006/main">
  <p:tag name="RAINPROBLEM" val="ProblemRemark"/>
</p:tagLst>
</file>

<file path=ppt/tags/tag1407.xml><?xml version="1.0" encoding="utf-8"?>
<p:tagLst xmlns:p="http://schemas.openxmlformats.org/presentationml/2006/main">
  <p:tag name="RAINPROBLEM" val="ProblemSubmit"/>
  <p:tag name="RAINPROBLEMTYPE" val="MultipleChoice"/>
</p:tagLst>
</file>

<file path=ppt/tags/tag1408.xml><?xml version="1.0" encoding="utf-8"?>
<p:tagLst xmlns:p="http://schemas.openxmlformats.org/presentationml/2006/main">
  <p:tag name="RAINPROBLEM" val="MultipleChoice"/>
  <p:tag name="PROBLEMHASREMARK" val="True"/>
</p:tagLst>
</file>

<file path=ppt/tags/tag1409.xml><?xml version="1.0" encoding="utf-8"?>
<p:tagLst xmlns:p="http://schemas.openxmlformats.org/presentationml/2006/main">
  <p:tag name="RAINPROBLEM" val="ProblemRemarkBoard"/>
</p:tagLst>
</file>

<file path=ppt/tags/tag1410.xml><?xml version="1.0" encoding="utf-8"?>
<p:tagLst xmlns:p="http://schemas.openxmlformats.org/presentationml/2006/main">
  <p:tag name="RAINPROBLEMTYPE" val="ProblemTypeMarker"/>
</p:tagLst>
</file>

<file path=ppt/tags/tag1411.xml><?xml version="1.0" encoding="utf-8"?>
<p:tagLst xmlns:p="http://schemas.openxmlformats.org/presentationml/2006/main">
  <p:tag name="RAINPROBLEMTYPE" val="ProblemTypeMarker"/>
</p:tagLst>
</file>

<file path=ppt/tags/tag1412.xml><?xml version="1.0" encoding="utf-8"?>
<p:tagLst xmlns:p="http://schemas.openxmlformats.org/presentationml/2006/main">
  <p:tag name="RAINPROBLEMTYPE" val="ProblemTypeMarker"/>
</p:tagLst>
</file>

<file path=ppt/tags/tag1413.xml><?xml version="1.0" encoding="utf-8"?>
<p:tagLst xmlns:p="http://schemas.openxmlformats.org/presentationml/2006/main">
  <p:tag name="RAINPROBLEMTYPE" val="ProblemTypeMarker"/>
</p:tagLst>
</file>

<file path=ppt/tags/tag1414.xml><?xml version="1.0" encoding="utf-8"?>
<p:tagLst xmlns:p="http://schemas.openxmlformats.org/presentationml/2006/main">
  <p:tag name="RAINPROBLEMTYPE" val="ProblemTypeMarker"/>
</p:tagLst>
</file>

<file path=ppt/tags/tag1415.xml><?xml version="1.0" encoding="utf-8"?>
<p:tagLst xmlns:p="http://schemas.openxmlformats.org/presentationml/2006/main">
  <p:tag name="RAINPROBLEM" val="ProblemBody"/>
</p:tagLst>
</file>

<file path=ppt/tags/tag1416.xml><?xml version="1.0" encoding="utf-8"?>
<p:tagLst xmlns:p="http://schemas.openxmlformats.org/presentationml/2006/main">
  <p:tag name="RAINPROBLEM" val="ProblemItem"/>
</p:tagLst>
</file>

<file path=ppt/tags/tag14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18.xml><?xml version="1.0" encoding="utf-8"?>
<p:tagLst xmlns:p="http://schemas.openxmlformats.org/presentationml/2006/main">
  <p:tag name="RAINPROBLEM" val="ProblemItem"/>
</p:tagLst>
</file>

<file path=ppt/tags/tag1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20.xml><?xml version="1.0" encoding="utf-8"?>
<p:tagLst xmlns:p="http://schemas.openxmlformats.org/presentationml/2006/main">
  <p:tag name="RAINPROBLEM" val="ProblemItem"/>
</p:tagLst>
</file>

<file path=ppt/tags/tag14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22.xml><?xml version="1.0" encoding="utf-8"?>
<p:tagLst xmlns:p="http://schemas.openxmlformats.org/presentationml/2006/main">
  <p:tag name="RAINPROBLEM" val="ProblemItem"/>
</p:tagLst>
</file>

<file path=ppt/tags/tag1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24.xml><?xml version="1.0" encoding="utf-8"?>
<p:tagLst xmlns:p="http://schemas.openxmlformats.org/presentationml/2006/main">
  <p:tag name="PROBLEMREMARKTITLE" val="ProblemRemarkBoardTitle"/>
</p:tagLst>
</file>

<file path=ppt/tags/tag1425.xml><?xml version="1.0" encoding="utf-8"?>
<p:tagLst xmlns:p="http://schemas.openxmlformats.org/presentationml/2006/main">
  <p:tag name="PROBLEMREMARKTITLE" val="ProblemRemarkBoardTitle"/>
</p:tagLst>
</file>

<file path=ppt/tags/tag1426.xml><?xml version="1.0" encoding="utf-8"?>
<p:tagLst xmlns:p="http://schemas.openxmlformats.org/presentationml/2006/main">
  <p:tag name="PROBLEMREMARKTITLE" val="ProblemRemarkBoardTitle"/>
</p:tagLst>
</file>

<file path=ppt/tags/tag1427.xml><?xml version="1.0" encoding="utf-8"?>
<p:tagLst xmlns:p="http://schemas.openxmlformats.org/presentationml/2006/main">
  <p:tag name="PROBLEMREMARKTITLE" val="ProblemRemarkBoardTitle"/>
</p:tagLst>
</file>

<file path=ppt/tags/tag1428.xml><?xml version="1.0" encoding="utf-8"?>
<p:tagLst xmlns:p="http://schemas.openxmlformats.org/presentationml/2006/main">
  <p:tag name="RAINPROBLEM" val="ProblemSetting"/>
  <p:tag name="RAINPROBLEMTYPE" val="MultipleChoice"/>
</p:tagLst>
</file>

<file path=ppt/tags/tag1429.xml><?xml version="1.0" encoding="utf-8"?>
<p:tagLst xmlns:p="http://schemas.openxmlformats.org/presentationml/2006/main">
  <p:tag name="PROBLEMREMARKTITLE" val="ProblemRemarkBoardTip"/>
</p:tagLst>
</file>

<file path=ppt/tags/tag1430.xml><?xml version="1.0" encoding="utf-8"?>
<p:tagLst xmlns:p="http://schemas.openxmlformats.org/presentationml/2006/main">
  <p:tag name="RAINPROBLEM" val="ProblemRemark"/>
</p:tagLst>
</file>

<file path=ppt/tags/tag1431.xml><?xml version="1.0" encoding="utf-8"?>
<p:tagLst xmlns:p="http://schemas.openxmlformats.org/presentationml/2006/main">
  <p:tag name="RAINPROBLEM" val="ProblemRemark"/>
</p:tagLst>
</file>

<file path=ppt/tags/tag1432.xml><?xml version="1.0" encoding="utf-8"?>
<p:tagLst xmlns:p="http://schemas.openxmlformats.org/presentationml/2006/main">
  <p:tag name="RAINPROBLEM" val="ProblemSubmit"/>
  <p:tag name="RAINPROBLEMTYPE" val="MultipleChoice"/>
</p:tagLst>
</file>

<file path=ppt/tags/tag1433.xml><?xml version="1.0" encoding="utf-8"?>
<p:tagLst xmlns:p="http://schemas.openxmlformats.org/presentationml/2006/main">
  <p:tag name="RAINPROBLEM" val="MultipleChoice"/>
  <p:tag name="PROBLEMHASREMARK" val="True"/>
</p:tagLst>
</file>

<file path=ppt/tags/tag1434.xml><?xml version="1.0" encoding="utf-8"?>
<p:tagLst xmlns:p="http://schemas.openxmlformats.org/presentationml/2006/main">
  <p:tag name="RAINPROBLEM" val="ProblemRemarkBoard"/>
</p:tagLst>
</file>

<file path=ppt/tags/tag1435.xml><?xml version="1.0" encoding="utf-8"?>
<p:tagLst xmlns:p="http://schemas.openxmlformats.org/presentationml/2006/main">
  <p:tag name="RAINPROBLEMTYPE" val="ProblemTypeMarker"/>
</p:tagLst>
</file>

<file path=ppt/tags/tag1436.xml><?xml version="1.0" encoding="utf-8"?>
<p:tagLst xmlns:p="http://schemas.openxmlformats.org/presentationml/2006/main">
  <p:tag name="RAINPROBLEMTYPE" val="ProblemTypeMarker"/>
</p:tagLst>
</file>

<file path=ppt/tags/tag1437.xml><?xml version="1.0" encoding="utf-8"?>
<p:tagLst xmlns:p="http://schemas.openxmlformats.org/presentationml/2006/main">
  <p:tag name="RAINPROBLEMTYPE" val="ProblemTypeMarker"/>
</p:tagLst>
</file>

<file path=ppt/tags/tag1438.xml><?xml version="1.0" encoding="utf-8"?>
<p:tagLst xmlns:p="http://schemas.openxmlformats.org/presentationml/2006/main">
  <p:tag name="RAINPROBLEMTYPE" val="ProblemTypeMarker"/>
</p:tagLst>
</file>

<file path=ppt/tags/tag1439.xml><?xml version="1.0" encoding="utf-8"?>
<p:tagLst xmlns:p="http://schemas.openxmlformats.org/presentationml/2006/main">
  <p:tag name="RAINPROBLEMTYPE" val="ProblemTypeMarker"/>
</p:tagLst>
</file>

<file path=ppt/tags/tag1440.xml><?xml version="1.0" encoding="utf-8"?>
<p:tagLst xmlns:p="http://schemas.openxmlformats.org/presentationml/2006/main">
  <p:tag name="RAINPROBLEM" val="ProblemBody"/>
</p:tagLst>
</file>

<file path=ppt/tags/tag1441.xml><?xml version="1.0" encoding="utf-8"?>
<p:tagLst xmlns:p="http://schemas.openxmlformats.org/presentationml/2006/main">
  <p:tag name="RAINPROBLEM" val="ProblemItem"/>
</p:tagLst>
</file>

<file path=ppt/tags/tag14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43.xml><?xml version="1.0" encoding="utf-8"?>
<p:tagLst xmlns:p="http://schemas.openxmlformats.org/presentationml/2006/main">
  <p:tag name="RAINPROBLEM" val="ProblemItem"/>
</p:tagLst>
</file>

<file path=ppt/tags/tag14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5.xml><?xml version="1.0" encoding="utf-8"?>
<p:tagLst xmlns:p="http://schemas.openxmlformats.org/presentationml/2006/main">
  <p:tag name="RAINPROBLEM" val="ProblemItem"/>
</p:tagLst>
</file>

<file path=ppt/tags/tag14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7.xml><?xml version="1.0" encoding="utf-8"?>
<p:tagLst xmlns:p="http://schemas.openxmlformats.org/presentationml/2006/main">
  <p:tag name="RAINPROBLEM" val="ProblemItem"/>
</p:tagLst>
</file>

<file path=ppt/tags/tag14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9.xml><?xml version="1.0" encoding="utf-8"?>
<p:tagLst xmlns:p="http://schemas.openxmlformats.org/presentationml/2006/main">
  <p:tag name="PROBLEMREMARKTITLE" val="ProblemRemarkBoardTitle"/>
</p:tagLst>
</file>

<file path=ppt/tags/tag1450.xml><?xml version="1.0" encoding="utf-8"?>
<p:tagLst xmlns:p="http://schemas.openxmlformats.org/presentationml/2006/main">
  <p:tag name="PROBLEMREMARKTITLE" val="ProblemRemarkBoardTitle"/>
</p:tagLst>
</file>

<file path=ppt/tags/tag1451.xml><?xml version="1.0" encoding="utf-8"?>
<p:tagLst xmlns:p="http://schemas.openxmlformats.org/presentationml/2006/main">
  <p:tag name="PROBLEMREMARKTITLE" val="ProblemRemarkBoardTitle"/>
</p:tagLst>
</file>

<file path=ppt/tags/tag1452.xml><?xml version="1.0" encoding="utf-8"?>
<p:tagLst xmlns:p="http://schemas.openxmlformats.org/presentationml/2006/main">
  <p:tag name="PROBLEMREMARKTITLE" val="ProblemRemarkBoardTitle"/>
</p:tagLst>
</file>

<file path=ppt/tags/tag1453.xml><?xml version="1.0" encoding="utf-8"?>
<p:tagLst xmlns:p="http://schemas.openxmlformats.org/presentationml/2006/main">
  <p:tag name="RAINPROBLEM" val="ProblemSetting"/>
  <p:tag name="RAINPROBLEMTYPE" val="MultipleChoice"/>
</p:tagLst>
</file>

<file path=ppt/tags/tag1454.xml><?xml version="1.0" encoding="utf-8"?>
<p:tagLst xmlns:p="http://schemas.openxmlformats.org/presentationml/2006/main">
  <p:tag name="PROBLEMREMARKTITLE" val="ProblemRemarkBoardTip"/>
</p:tagLst>
</file>

<file path=ppt/tags/tag1455.xml><?xml version="1.0" encoding="utf-8"?>
<p:tagLst xmlns:p="http://schemas.openxmlformats.org/presentationml/2006/main">
  <p:tag name="RAINPROBLEM" val="ProblemRemark"/>
</p:tagLst>
</file>

<file path=ppt/tags/tag1456.xml><?xml version="1.0" encoding="utf-8"?>
<p:tagLst xmlns:p="http://schemas.openxmlformats.org/presentationml/2006/main">
  <p:tag name="RAINPROBLEM" val="ProblemRemark"/>
</p:tagLst>
</file>

<file path=ppt/tags/tag1457.xml><?xml version="1.0" encoding="utf-8"?>
<p:tagLst xmlns:p="http://schemas.openxmlformats.org/presentationml/2006/main">
  <p:tag name="RAINPROBLEM" val="ProblemSubmit"/>
  <p:tag name="RAINPROBLEMTYPE" val="MultipleChoice"/>
</p:tagLst>
</file>

<file path=ppt/tags/tag1458.xml><?xml version="1.0" encoding="utf-8"?>
<p:tagLst xmlns:p="http://schemas.openxmlformats.org/presentationml/2006/main">
  <p:tag name="RAINPROBLEM" val="MultipleChoice"/>
  <p:tag name="PROBLEMHASREMARK" val="True"/>
</p:tagLst>
</file>

<file path=ppt/tags/tag1459.xml><?xml version="1.0" encoding="utf-8"?>
<p:tagLst xmlns:p="http://schemas.openxmlformats.org/presentationml/2006/main">
  <p:tag name="RAINPROBLEM" val="ProblemRemarkBoard"/>
</p:tagLst>
</file>

<file path=ppt/tags/tag1460.xml><?xml version="1.0" encoding="utf-8"?>
<p:tagLst xmlns:p="http://schemas.openxmlformats.org/presentationml/2006/main">
  <p:tag name="RAINPROBLEMTYPE" val="ProblemTypeMarker"/>
</p:tagLst>
</file>

<file path=ppt/tags/tag1461.xml><?xml version="1.0" encoding="utf-8"?>
<p:tagLst xmlns:p="http://schemas.openxmlformats.org/presentationml/2006/main">
  <p:tag name="RAINPROBLEMTYPE" val="ProblemTypeMarker"/>
</p:tagLst>
</file>

<file path=ppt/tags/tag1462.xml><?xml version="1.0" encoding="utf-8"?>
<p:tagLst xmlns:p="http://schemas.openxmlformats.org/presentationml/2006/main">
  <p:tag name="RAINPROBLEMTYPE" val="ProblemTypeMarker"/>
</p:tagLst>
</file>

<file path=ppt/tags/tag1463.xml><?xml version="1.0" encoding="utf-8"?>
<p:tagLst xmlns:p="http://schemas.openxmlformats.org/presentationml/2006/main">
  <p:tag name="RAINPROBLEMTYPE" val="ProblemTypeMarker"/>
</p:tagLst>
</file>

<file path=ppt/tags/tag1464.xml><?xml version="1.0" encoding="utf-8"?>
<p:tagLst xmlns:p="http://schemas.openxmlformats.org/presentationml/2006/main">
  <p:tag name="RAINPROBLEMTYPE" val="ProblemTypeMarker"/>
</p:tagLst>
</file>

<file path=ppt/tags/tag1465.xml><?xml version="1.0" encoding="utf-8"?>
<p:tagLst xmlns:p="http://schemas.openxmlformats.org/presentationml/2006/main">
  <p:tag name="RAINPROBLEM" val="ProblemBody"/>
</p:tagLst>
</file>

<file path=ppt/tags/tag1466.xml><?xml version="1.0" encoding="utf-8"?>
<p:tagLst xmlns:p="http://schemas.openxmlformats.org/presentationml/2006/main">
  <p:tag name="RAINPROBLEM" val="ProblemItem"/>
</p:tagLst>
</file>

<file path=ppt/tags/tag14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68.xml><?xml version="1.0" encoding="utf-8"?>
<p:tagLst xmlns:p="http://schemas.openxmlformats.org/presentationml/2006/main">
  <p:tag name="RAINPROBLEM" val="ProblemItem"/>
</p:tagLst>
</file>

<file path=ppt/tags/tag14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0.xml><?xml version="1.0" encoding="utf-8"?>
<p:tagLst xmlns:p="http://schemas.openxmlformats.org/presentationml/2006/main">
  <p:tag name="RAINPROBLEM" val="ProblemItem"/>
</p:tagLst>
</file>

<file path=ppt/tags/tag14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72.xml><?xml version="1.0" encoding="utf-8"?>
<p:tagLst xmlns:p="http://schemas.openxmlformats.org/presentationml/2006/main">
  <p:tag name="RAINPROBLEM" val="ProblemItem"/>
</p:tagLst>
</file>

<file path=ppt/tags/tag14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4.xml><?xml version="1.0" encoding="utf-8"?>
<p:tagLst xmlns:p="http://schemas.openxmlformats.org/presentationml/2006/main">
  <p:tag name="PROBLEMREMARKTITLE" val="ProblemRemarkBoardTitle"/>
</p:tagLst>
</file>

<file path=ppt/tags/tag1475.xml><?xml version="1.0" encoding="utf-8"?>
<p:tagLst xmlns:p="http://schemas.openxmlformats.org/presentationml/2006/main">
  <p:tag name="PROBLEMREMARKTITLE" val="ProblemRemarkBoardTitle"/>
</p:tagLst>
</file>

<file path=ppt/tags/tag1476.xml><?xml version="1.0" encoding="utf-8"?>
<p:tagLst xmlns:p="http://schemas.openxmlformats.org/presentationml/2006/main">
  <p:tag name="PROBLEMREMARKTITLE" val="ProblemRemarkBoardTitle"/>
</p:tagLst>
</file>

<file path=ppt/tags/tag1477.xml><?xml version="1.0" encoding="utf-8"?>
<p:tagLst xmlns:p="http://schemas.openxmlformats.org/presentationml/2006/main">
  <p:tag name="PROBLEMREMARKTITLE" val="ProblemRemarkBoardTitle"/>
</p:tagLst>
</file>

<file path=ppt/tags/tag1478.xml><?xml version="1.0" encoding="utf-8"?>
<p:tagLst xmlns:p="http://schemas.openxmlformats.org/presentationml/2006/main">
  <p:tag name="RAINPROBLEM" val="ProblemSetting"/>
  <p:tag name="RAINPROBLEMTYPE" val="MultipleChoice"/>
</p:tagLst>
</file>

<file path=ppt/tags/tag1479.xml><?xml version="1.0" encoding="utf-8"?>
<p:tagLst xmlns:p="http://schemas.openxmlformats.org/presentationml/2006/main">
  <p:tag name="PROBLEMREMARKTITLE" val="ProblemRemarkBoardTip"/>
</p:tagLst>
</file>

<file path=ppt/tags/tag1480.xml><?xml version="1.0" encoding="utf-8"?>
<p:tagLst xmlns:p="http://schemas.openxmlformats.org/presentationml/2006/main">
  <p:tag name="RAINPROBLEM" val="ProblemRemark"/>
</p:tagLst>
</file>

<file path=ppt/tags/tag1481.xml><?xml version="1.0" encoding="utf-8"?>
<p:tagLst xmlns:p="http://schemas.openxmlformats.org/presentationml/2006/main">
  <p:tag name="RAINPROBLEM" val="ProblemRemark"/>
</p:tagLst>
</file>

<file path=ppt/tags/tag1482.xml><?xml version="1.0" encoding="utf-8"?>
<p:tagLst xmlns:p="http://schemas.openxmlformats.org/presentationml/2006/main">
  <p:tag name="RAINPROBLEM" val="ProblemSubmit"/>
  <p:tag name="RAINPROBLEMTYPE" val="MultipleChoice"/>
</p:tagLst>
</file>

<file path=ppt/tags/tag1483.xml><?xml version="1.0" encoding="utf-8"?>
<p:tagLst xmlns:p="http://schemas.openxmlformats.org/presentationml/2006/main">
  <p:tag name="RAINPROBLEM" val="MultipleChoice"/>
  <p:tag name="PROBLEMHASREMARK" val="True"/>
</p:tagLst>
</file>

<file path=ppt/tags/tag1484.xml><?xml version="1.0" encoding="utf-8"?>
<p:tagLst xmlns:p="http://schemas.openxmlformats.org/presentationml/2006/main">
  <p:tag name="RAINPROBLEM" val="ProblemRemarkBoard"/>
</p:tagLst>
</file>

<file path=ppt/tags/tag1485.xml><?xml version="1.0" encoding="utf-8"?>
<p:tagLst xmlns:p="http://schemas.openxmlformats.org/presentationml/2006/main">
  <p:tag name="RAINPROBLEMTYPE" val="ProblemTypeMarker"/>
</p:tagLst>
</file>

<file path=ppt/tags/tag1486.xml><?xml version="1.0" encoding="utf-8"?>
<p:tagLst xmlns:p="http://schemas.openxmlformats.org/presentationml/2006/main">
  <p:tag name="RAINPROBLEMTYPE" val="ProblemTypeMarker"/>
</p:tagLst>
</file>

<file path=ppt/tags/tag1487.xml><?xml version="1.0" encoding="utf-8"?>
<p:tagLst xmlns:p="http://schemas.openxmlformats.org/presentationml/2006/main">
  <p:tag name="RAINPROBLEMTYPE" val="ProblemTypeMarker"/>
</p:tagLst>
</file>

<file path=ppt/tags/tag1488.xml><?xml version="1.0" encoding="utf-8"?>
<p:tagLst xmlns:p="http://schemas.openxmlformats.org/presentationml/2006/main">
  <p:tag name="RAINPROBLEMTYPE" val="ProblemTypeMarker"/>
</p:tagLst>
</file>

<file path=ppt/tags/tag1489.xml><?xml version="1.0" encoding="utf-8"?>
<p:tagLst xmlns:p="http://schemas.openxmlformats.org/presentationml/2006/main">
  <p:tag name="RAINPROBLEMTYPE" val="ProblemTypeMarker"/>
</p:tagLst>
</file>

<file path=ppt/tags/tag1490.xml><?xml version="1.0" encoding="utf-8"?>
<p:tagLst xmlns:p="http://schemas.openxmlformats.org/presentationml/2006/main">
  <p:tag name="RAINPROBLEM" val="ProblemBody"/>
</p:tagLst>
</file>

<file path=ppt/tags/tag1491.xml><?xml version="1.0" encoding="utf-8"?>
<p:tagLst xmlns:p="http://schemas.openxmlformats.org/presentationml/2006/main">
  <p:tag name="RAINPROBLEM" val="ProblemItem"/>
</p:tagLst>
</file>

<file path=ppt/tags/tag14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93.xml><?xml version="1.0" encoding="utf-8"?>
<p:tagLst xmlns:p="http://schemas.openxmlformats.org/presentationml/2006/main">
  <p:tag name="RAINPROBLEM" val="ProblemItem"/>
</p:tagLst>
</file>

<file path=ppt/tags/tag14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5.xml><?xml version="1.0" encoding="utf-8"?>
<p:tagLst xmlns:p="http://schemas.openxmlformats.org/presentationml/2006/main">
  <p:tag name="RAINPROBLEM" val="ProblemItem"/>
</p:tagLst>
</file>

<file path=ppt/tags/tag14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7.xml><?xml version="1.0" encoding="utf-8"?>
<p:tagLst xmlns:p="http://schemas.openxmlformats.org/presentationml/2006/main">
  <p:tag name="RAINPROBLEM" val="ProblemItem"/>
</p:tagLst>
</file>

<file path=ppt/tags/tag14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9.xml><?xml version="1.0" encoding="utf-8"?>
<p:tagLst xmlns:p="http://schemas.openxmlformats.org/presentationml/2006/main">
  <p:tag name="PROBLEMREMARKTITLE" val="ProblemRemarkBoardTitle"/>
</p:tagLst>
</file>

<file path=ppt/tags/tag1500.xml><?xml version="1.0" encoding="utf-8"?>
<p:tagLst xmlns:p="http://schemas.openxmlformats.org/presentationml/2006/main">
  <p:tag name="PROBLEMREMARKTITLE" val="ProblemRemarkBoardTitle"/>
</p:tagLst>
</file>

<file path=ppt/tags/tag1501.xml><?xml version="1.0" encoding="utf-8"?>
<p:tagLst xmlns:p="http://schemas.openxmlformats.org/presentationml/2006/main">
  <p:tag name="PROBLEMREMARKTITLE" val="ProblemRemarkBoardTitle"/>
</p:tagLst>
</file>

<file path=ppt/tags/tag1502.xml><?xml version="1.0" encoding="utf-8"?>
<p:tagLst xmlns:p="http://schemas.openxmlformats.org/presentationml/2006/main">
  <p:tag name="PROBLEMREMARKTITLE" val="ProblemRemarkBoardTitle"/>
</p:tagLst>
</file>

<file path=ppt/tags/tag1503.xml><?xml version="1.0" encoding="utf-8"?>
<p:tagLst xmlns:p="http://schemas.openxmlformats.org/presentationml/2006/main">
  <p:tag name="RAINPROBLEM" val="ProblemSetting"/>
  <p:tag name="RAINPROBLEMTYPE" val="MultipleChoice"/>
</p:tagLst>
</file>

<file path=ppt/tags/tag1504.xml><?xml version="1.0" encoding="utf-8"?>
<p:tagLst xmlns:p="http://schemas.openxmlformats.org/presentationml/2006/main">
  <p:tag name="PROBLEMREMARKTITLE" val="ProblemRemarkBoardTip"/>
</p:tagLst>
</file>

<file path=ppt/tags/tag1505.xml><?xml version="1.0" encoding="utf-8"?>
<p:tagLst xmlns:p="http://schemas.openxmlformats.org/presentationml/2006/main">
  <p:tag name="RAINPROBLEM" val="ProblemRemark"/>
</p:tagLst>
</file>

<file path=ppt/tags/tag1506.xml><?xml version="1.0" encoding="utf-8"?>
<p:tagLst xmlns:p="http://schemas.openxmlformats.org/presentationml/2006/main">
  <p:tag name="RAINPROBLEM" val="ProblemRemark"/>
</p:tagLst>
</file>

<file path=ppt/tags/tag1507.xml><?xml version="1.0" encoding="utf-8"?>
<p:tagLst xmlns:p="http://schemas.openxmlformats.org/presentationml/2006/main">
  <p:tag name="RAINPROBLEM" val="ProblemSubmit"/>
  <p:tag name="RAINPROBLEMTYPE" val="MultipleChoice"/>
</p:tagLst>
</file>

<file path=ppt/tags/tag1508.xml><?xml version="1.0" encoding="utf-8"?>
<p:tagLst xmlns:p="http://schemas.openxmlformats.org/presentationml/2006/main">
  <p:tag name="RAINPROBLEM" val="MultipleChoice"/>
  <p:tag name="PROBLEMHASREMARK" val="True"/>
</p:tagLst>
</file>

<file path=ppt/tags/tag1509.xml><?xml version="1.0" encoding="utf-8"?>
<p:tagLst xmlns:p="http://schemas.openxmlformats.org/presentationml/2006/main">
  <p:tag name="RAINPROBLEM" val="ProblemRemarkBoard"/>
</p:tagLst>
</file>

<file path=ppt/tags/tag1510.xml><?xml version="1.0" encoding="utf-8"?>
<p:tagLst xmlns:p="http://schemas.openxmlformats.org/presentationml/2006/main">
  <p:tag name="RAINPROBLEMTYPE" val="ProblemTypeMarker"/>
</p:tagLst>
</file>

<file path=ppt/tags/tag1511.xml><?xml version="1.0" encoding="utf-8"?>
<p:tagLst xmlns:p="http://schemas.openxmlformats.org/presentationml/2006/main">
  <p:tag name="RAINPROBLEMTYPE" val="ProblemTypeMarker"/>
</p:tagLst>
</file>

<file path=ppt/tags/tag1512.xml><?xml version="1.0" encoding="utf-8"?>
<p:tagLst xmlns:p="http://schemas.openxmlformats.org/presentationml/2006/main">
  <p:tag name="RAINPROBLEMTYPE" val="ProblemTypeMarker"/>
</p:tagLst>
</file>

<file path=ppt/tags/tag1513.xml><?xml version="1.0" encoding="utf-8"?>
<p:tagLst xmlns:p="http://schemas.openxmlformats.org/presentationml/2006/main">
  <p:tag name="RAINPROBLEMTYPE" val="ProblemTypeMarker"/>
</p:tagLst>
</file>

<file path=ppt/tags/tag1514.xml><?xml version="1.0" encoding="utf-8"?>
<p:tagLst xmlns:p="http://schemas.openxmlformats.org/presentationml/2006/main">
  <p:tag name="RAINPROBLEMTYPE" val="ProblemTypeMarker"/>
</p:tagLst>
</file>

<file path=ppt/tags/tag1515.xml><?xml version="1.0" encoding="utf-8"?>
<p:tagLst xmlns:p="http://schemas.openxmlformats.org/presentationml/2006/main">
  <p:tag name="RAINPROBLEM" val="ProblemBody"/>
</p:tagLst>
</file>

<file path=ppt/tags/tag1516.xml><?xml version="1.0" encoding="utf-8"?>
<p:tagLst xmlns:p="http://schemas.openxmlformats.org/presentationml/2006/main">
  <p:tag name="RAINPROBLEM" val="ProblemItem"/>
</p:tagLst>
</file>

<file path=ppt/tags/tag15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18.xml><?xml version="1.0" encoding="utf-8"?>
<p:tagLst xmlns:p="http://schemas.openxmlformats.org/presentationml/2006/main">
  <p:tag name="RAINPROBLEM" val="ProblemItem"/>
</p:tagLst>
</file>

<file path=ppt/tags/tag15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0.xml><?xml version="1.0" encoding="utf-8"?>
<p:tagLst xmlns:p="http://schemas.openxmlformats.org/presentationml/2006/main">
  <p:tag name="RAINPROBLEM" val="ProblemItem"/>
</p:tagLst>
</file>

<file path=ppt/tags/tag15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2.xml><?xml version="1.0" encoding="utf-8"?>
<p:tagLst xmlns:p="http://schemas.openxmlformats.org/presentationml/2006/main">
  <p:tag name="RAINPROBLEM" val="ProblemItem"/>
</p:tagLst>
</file>

<file path=ppt/tags/tag15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4.xml><?xml version="1.0" encoding="utf-8"?>
<p:tagLst xmlns:p="http://schemas.openxmlformats.org/presentationml/2006/main">
  <p:tag name="PROBLEMREMARKTITLE" val="ProblemRemarkBoardTitle"/>
</p:tagLst>
</file>

<file path=ppt/tags/tag1525.xml><?xml version="1.0" encoding="utf-8"?>
<p:tagLst xmlns:p="http://schemas.openxmlformats.org/presentationml/2006/main">
  <p:tag name="PROBLEMREMARKTITLE" val="ProblemRemarkBoardTitle"/>
</p:tagLst>
</file>

<file path=ppt/tags/tag1526.xml><?xml version="1.0" encoding="utf-8"?>
<p:tagLst xmlns:p="http://schemas.openxmlformats.org/presentationml/2006/main">
  <p:tag name="PROBLEMREMARKTITLE" val="ProblemRemarkBoardTitle"/>
</p:tagLst>
</file>

<file path=ppt/tags/tag1527.xml><?xml version="1.0" encoding="utf-8"?>
<p:tagLst xmlns:p="http://schemas.openxmlformats.org/presentationml/2006/main">
  <p:tag name="PROBLEMREMARKTITLE" val="ProblemRemarkBoardTitle"/>
</p:tagLst>
</file>

<file path=ppt/tags/tag1528.xml><?xml version="1.0" encoding="utf-8"?>
<p:tagLst xmlns:p="http://schemas.openxmlformats.org/presentationml/2006/main">
  <p:tag name="RAINPROBLEM" val="ProblemSetting"/>
  <p:tag name="RAINPROBLEMTYPE" val="MultipleChoice"/>
</p:tagLst>
</file>

<file path=ppt/tags/tag1529.xml><?xml version="1.0" encoding="utf-8"?>
<p:tagLst xmlns:p="http://schemas.openxmlformats.org/presentationml/2006/main">
  <p:tag name="PROBLEMREMARKTITLE" val="ProblemRemarkBoardTip"/>
</p:tagLst>
</file>

<file path=ppt/tags/tag1530.xml><?xml version="1.0" encoding="utf-8"?>
<p:tagLst xmlns:p="http://schemas.openxmlformats.org/presentationml/2006/main">
  <p:tag name="RAINPROBLEM" val="ProblemRemark"/>
</p:tagLst>
</file>

<file path=ppt/tags/tag1531.xml><?xml version="1.0" encoding="utf-8"?>
<p:tagLst xmlns:p="http://schemas.openxmlformats.org/presentationml/2006/main">
  <p:tag name="RAINPROBLEM" val="ProblemRemark"/>
</p:tagLst>
</file>

<file path=ppt/tags/tag1532.xml><?xml version="1.0" encoding="utf-8"?>
<p:tagLst xmlns:p="http://schemas.openxmlformats.org/presentationml/2006/main">
  <p:tag name="RAINPROBLEM" val="ProblemSubmit"/>
  <p:tag name="RAINPROBLEMTYPE" val="MultipleChoice"/>
</p:tagLst>
</file>

<file path=ppt/tags/tag1533.xml><?xml version="1.0" encoding="utf-8"?>
<p:tagLst xmlns:p="http://schemas.openxmlformats.org/presentationml/2006/main">
  <p:tag name="RAINPROBLEM" val="MultipleChoice"/>
  <p:tag name="PROBLEMHASREMARK" val="True"/>
</p:tagLst>
</file>

<file path=ppt/tags/tag1534.xml><?xml version="1.0" encoding="utf-8"?>
<p:tagLst xmlns:p="http://schemas.openxmlformats.org/presentationml/2006/main">
  <p:tag name="RAINPROBLEM" val="ProblemRemarkBoard"/>
</p:tagLst>
</file>

<file path=ppt/tags/tag1535.xml><?xml version="1.0" encoding="utf-8"?>
<p:tagLst xmlns:p="http://schemas.openxmlformats.org/presentationml/2006/main">
  <p:tag name="RAINPROBLEMTYPE" val="ProblemTypeMarker"/>
</p:tagLst>
</file>

<file path=ppt/tags/tag1536.xml><?xml version="1.0" encoding="utf-8"?>
<p:tagLst xmlns:p="http://schemas.openxmlformats.org/presentationml/2006/main">
  <p:tag name="RAINPROBLEMTYPE" val="ProblemTypeMarker"/>
</p:tagLst>
</file>

<file path=ppt/tags/tag1537.xml><?xml version="1.0" encoding="utf-8"?>
<p:tagLst xmlns:p="http://schemas.openxmlformats.org/presentationml/2006/main">
  <p:tag name="RAINPROBLEMTYPE" val="ProblemTypeMarker"/>
</p:tagLst>
</file>

<file path=ppt/tags/tag1538.xml><?xml version="1.0" encoding="utf-8"?>
<p:tagLst xmlns:p="http://schemas.openxmlformats.org/presentationml/2006/main">
  <p:tag name="RAINPROBLEMTYPE" val="ProblemTypeMarker"/>
</p:tagLst>
</file>

<file path=ppt/tags/tag1539.xml><?xml version="1.0" encoding="utf-8"?>
<p:tagLst xmlns:p="http://schemas.openxmlformats.org/presentationml/2006/main">
  <p:tag name="RAINPROBLEMTYPE" val="ProblemTypeMarker"/>
</p:tagLst>
</file>

<file path=ppt/tags/tag1540.xml><?xml version="1.0" encoding="utf-8"?>
<p:tagLst xmlns:p="http://schemas.openxmlformats.org/presentationml/2006/main">
  <p:tag name="RAINPROBLEM" val="ProblemBody"/>
</p:tagLst>
</file>

<file path=ppt/tags/tag1541.xml><?xml version="1.0" encoding="utf-8"?>
<p:tagLst xmlns:p="http://schemas.openxmlformats.org/presentationml/2006/main">
  <p:tag name="RAINPROBLEM" val="ProblemItem"/>
</p:tagLst>
</file>

<file path=ppt/tags/tag15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43.xml><?xml version="1.0" encoding="utf-8"?>
<p:tagLst xmlns:p="http://schemas.openxmlformats.org/presentationml/2006/main">
  <p:tag name="RAINPROBLEM" val="ProblemItem"/>
</p:tagLst>
</file>

<file path=ppt/tags/tag15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5.xml><?xml version="1.0" encoding="utf-8"?>
<p:tagLst xmlns:p="http://schemas.openxmlformats.org/presentationml/2006/main">
  <p:tag name="RAINPROBLEM" val="ProblemItem"/>
</p:tagLst>
</file>

<file path=ppt/tags/tag15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7.xml><?xml version="1.0" encoding="utf-8"?>
<p:tagLst xmlns:p="http://schemas.openxmlformats.org/presentationml/2006/main">
  <p:tag name="RAINPROBLEM" val="ProblemItem"/>
</p:tagLst>
</file>

<file path=ppt/tags/tag15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9.xml><?xml version="1.0" encoding="utf-8"?>
<p:tagLst xmlns:p="http://schemas.openxmlformats.org/presentationml/2006/main">
  <p:tag name="PROBLEMREMARKTITLE" val="ProblemRemarkBoardTitle"/>
</p:tagLst>
</file>

<file path=ppt/tags/tag1550.xml><?xml version="1.0" encoding="utf-8"?>
<p:tagLst xmlns:p="http://schemas.openxmlformats.org/presentationml/2006/main">
  <p:tag name="PROBLEMREMARKTITLE" val="ProblemRemarkBoardTitle"/>
</p:tagLst>
</file>

<file path=ppt/tags/tag1551.xml><?xml version="1.0" encoding="utf-8"?>
<p:tagLst xmlns:p="http://schemas.openxmlformats.org/presentationml/2006/main">
  <p:tag name="PROBLEMREMARKTITLE" val="ProblemRemarkBoardTitle"/>
</p:tagLst>
</file>

<file path=ppt/tags/tag1552.xml><?xml version="1.0" encoding="utf-8"?>
<p:tagLst xmlns:p="http://schemas.openxmlformats.org/presentationml/2006/main">
  <p:tag name="PROBLEMREMARKTITLE" val="ProblemRemarkBoardTitle"/>
</p:tagLst>
</file>

<file path=ppt/tags/tag1553.xml><?xml version="1.0" encoding="utf-8"?>
<p:tagLst xmlns:p="http://schemas.openxmlformats.org/presentationml/2006/main">
  <p:tag name="RAINPROBLEM" val="ProblemSetting"/>
  <p:tag name="RAINPROBLEMTYPE" val="MultipleChoice"/>
</p:tagLst>
</file>

<file path=ppt/tags/tag1554.xml><?xml version="1.0" encoding="utf-8"?>
<p:tagLst xmlns:p="http://schemas.openxmlformats.org/presentationml/2006/main">
  <p:tag name="PROBLEMREMARKTITLE" val="ProblemRemarkBoardTip"/>
</p:tagLst>
</file>

<file path=ppt/tags/tag1555.xml><?xml version="1.0" encoding="utf-8"?>
<p:tagLst xmlns:p="http://schemas.openxmlformats.org/presentationml/2006/main">
  <p:tag name="RAINPROBLEM" val="ProblemRemark"/>
</p:tagLst>
</file>

<file path=ppt/tags/tag1556.xml><?xml version="1.0" encoding="utf-8"?>
<p:tagLst xmlns:p="http://schemas.openxmlformats.org/presentationml/2006/main">
  <p:tag name="RAINPROBLEM" val="ProblemRemark"/>
</p:tagLst>
</file>

<file path=ppt/tags/tag1557.xml><?xml version="1.0" encoding="utf-8"?>
<p:tagLst xmlns:p="http://schemas.openxmlformats.org/presentationml/2006/main">
  <p:tag name="RAINPROBLEM" val="ProblemSubmit"/>
  <p:tag name="RAINPROBLEMTYPE" val="MultipleChoice"/>
</p:tagLst>
</file>

<file path=ppt/tags/tag1558.xml><?xml version="1.0" encoding="utf-8"?>
<p:tagLst xmlns:p="http://schemas.openxmlformats.org/presentationml/2006/main">
  <p:tag name="RAINPROBLEM" val="MultipleChoice"/>
  <p:tag name="PROBLEMHASREMARK" val="True"/>
</p:tagLst>
</file>

<file path=ppt/tags/tag1559.xml><?xml version="1.0" encoding="utf-8"?>
<p:tagLst xmlns:p="http://schemas.openxmlformats.org/presentationml/2006/main">
  <p:tag name="RAINPROBLEM" val="ProblemRemarkBoard"/>
</p:tagLst>
</file>

<file path=ppt/tags/tag1560.xml><?xml version="1.0" encoding="utf-8"?>
<p:tagLst xmlns:p="http://schemas.openxmlformats.org/presentationml/2006/main">
  <p:tag name="RAINPROBLEMTYPE" val="ProblemTypeMarker"/>
</p:tagLst>
</file>

<file path=ppt/tags/tag1561.xml><?xml version="1.0" encoding="utf-8"?>
<p:tagLst xmlns:p="http://schemas.openxmlformats.org/presentationml/2006/main">
  <p:tag name="RAINPROBLEMTYPE" val="ProblemTypeMarker"/>
</p:tagLst>
</file>

<file path=ppt/tags/tag1562.xml><?xml version="1.0" encoding="utf-8"?>
<p:tagLst xmlns:p="http://schemas.openxmlformats.org/presentationml/2006/main">
  <p:tag name="RAINPROBLEMTYPE" val="ProblemTypeMarker"/>
</p:tagLst>
</file>

<file path=ppt/tags/tag1563.xml><?xml version="1.0" encoding="utf-8"?>
<p:tagLst xmlns:p="http://schemas.openxmlformats.org/presentationml/2006/main">
  <p:tag name="RAINPROBLEMTYPE" val="ProblemTypeMarker"/>
</p:tagLst>
</file>

<file path=ppt/tags/tag1564.xml><?xml version="1.0" encoding="utf-8"?>
<p:tagLst xmlns:p="http://schemas.openxmlformats.org/presentationml/2006/main">
  <p:tag name="RAINPROBLEMTYPE" val="ProblemTypeMarker"/>
</p:tagLst>
</file>

<file path=ppt/tags/tag1565.xml><?xml version="1.0" encoding="utf-8"?>
<p:tagLst xmlns:p="http://schemas.openxmlformats.org/presentationml/2006/main">
  <p:tag name="RAINPROBLEM" val="ProblemBody"/>
</p:tagLst>
</file>

<file path=ppt/tags/tag1566.xml><?xml version="1.0" encoding="utf-8"?>
<p:tagLst xmlns:p="http://schemas.openxmlformats.org/presentationml/2006/main">
  <p:tag name="RAINPROBLEM" val="ProblemItem"/>
</p:tagLst>
</file>

<file path=ppt/tags/tag15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68.xml><?xml version="1.0" encoding="utf-8"?>
<p:tagLst xmlns:p="http://schemas.openxmlformats.org/presentationml/2006/main">
  <p:tag name="RAINPROBLEM" val="ProblemItem"/>
</p:tagLst>
</file>

<file path=ppt/tags/tag15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0.xml><?xml version="1.0" encoding="utf-8"?>
<p:tagLst xmlns:p="http://schemas.openxmlformats.org/presentationml/2006/main">
  <p:tag name="RAINPROBLEM" val="ProblemItem"/>
</p:tagLst>
</file>

<file path=ppt/tags/tag15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2.xml><?xml version="1.0" encoding="utf-8"?>
<p:tagLst xmlns:p="http://schemas.openxmlformats.org/presentationml/2006/main">
  <p:tag name="RAINPROBLEM" val="ProblemItem"/>
</p:tagLst>
</file>

<file path=ppt/tags/tag15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4.xml><?xml version="1.0" encoding="utf-8"?>
<p:tagLst xmlns:p="http://schemas.openxmlformats.org/presentationml/2006/main">
  <p:tag name="PROBLEMREMARKTITLE" val="ProblemRemarkBoardTitle"/>
</p:tagLst>
</file>

<file path=ppt/tags/tag1575.xml><?xml version="1.0" encoding="utf-8"?>
<p:tagLst xmlns:p="http://schemas.openxmlformats.org/presentationml/2006/main">
  <p:tag name="PROBLEMREMARKTITLE" val="ProblemRemarkBoardTitle"/>
</p:tagLst>
</file>

<file path=ppt/tags/tag1576.xml><?xml version="1.0" encoding="utf-8"?>
<p:tagLst xmlns:p="http://schemas.openxmlformats.org/presentationml/2006/main">
  <p:tag name="PROBLEMREMARKTITLE" val="ProblemRemarkBoardTitle"/>
</p:tagLst>
</file>

<file path=ppt/tags/tag1577.xml><?xml version="1.0" encoding="utf-8"?>
<p:tagLst xmlns:p="http://schemas.openxmlformats.org/presentationml/2006/main">
  <p:tag name="PROBLEMREMARKTITLE" val="ProblemRemarkBoardTitle"/>
</p:tagLst>
</file>

<file path=ppt/tags/tag1578.xml><?xml version="1.0" encoding="utf-8"?>
<p:tagLst xmlns:p="http://schemas.openxmlformats.org/presentationml/2006/main">
  <p:tag name="RAINPROBLEM" val="ProblemSetting"/>
  <p:tag name="RAINPROBLEMTYPE" val="MultipleChoice"/>
</p:tagLst>
</file>

<file path=ppt/tags/tag1579.xml><?xml version="1.0" encoding="utf-8"?>
<p:tagLst xmlns:p="http://schemas.openxmlformats.org/presentationml/2006/main">
  <p:tag name="PROBLEMREMARKTITLE" val="ProblemRemarkBoardTip"/>
</p:tagLst>
</file>

<file path=ppt/tags/tag1580.xml><?xml version="1.0" encoding="utf-8"?>
<p:tagLst xmlns:p="http://schemas.openxmlformats.org/presentationml/2006/main">
  <p:tag name="RAINPROBLEM" val="ProblemRemark"/>
</p:tagLst>
</file>

<file path=ppt/tags/tag1581.xml><?xml version="1.0" encoding="utf-8"?>
<p:tagLst xmlns:p="http://schemas.openxmlformats.org/presentationml/2006/main">
  <p:tag name="RAINPROBLEM" val="ProblemRemark"/>
</p:tagLst>
</file>

<file path=ppt/tags/tag1582.xml><?xml version="1.0" encoding="utf-8"?>
<p:tagLst xmlns:p="http://schemas.openxmlformats.org/presentationml/2006/main">
  <p:tag name="RAINPROBLEM" val="ProblemSubmit"/>
  <p:tag name="RAINPROBLEMTYPE" val="MultipleChoice"/>
</p:tagLst>
</file>

<file path=ppt/tags/tag1583.xml><?xml version="1.0" encoding="utf-8"?>
<p:tagLst xmlns:p="http://schemas.openxmlformats.org/presentationml/2006/main">
  <p:tag name="RAINPROBLEM" val="MultipleChoice"/>
  <p:tag name="PROBLEMHASREMARK" val="True"/>
</p:tagLst>
</file>

<file path=ppt/tags/tag1584.xml><?xml version="1.0" encoding="utf-8"?>
<p:tagLst xmlns:p="http://schemas.openxmlformats.org/presentationml/2006/main">
  <p:tag name="RAINPROBLEM" val="ProblemRemarkBoard"/>
</p:tagLst>
</file>

<file path=ppt/tags/tag1585.xml><?xml version="1.0" encoding="utf-8"?>
<p:tagLst xmlns:p="http://schemas.openxmlformats.org/presentationml/2006/main">
  <p:tag name="RAINPROBLEMTYPE" val="ProblemTypeMarker"/>
</p:tagLst>
</file>

<file path=ppt/tags/tag1586.xml><?xml version="1.0" encoding="utf-8"?>
<p:tagLst xmlns:p="http://schemas.openxmlformats.org/presentationml/2006/main">
  <p:tag name="RAINPROBLEMTYPE" val="ProblemTypeMarker"/>
</p:tagLst>
</file>

<file path=ppt/tags/tag1587.xml><?xml version="1.0" encoding="utf-8"?>
<p:tagLst xmlns:p="http://schemas.openxmlformats.org/presentationml/2006/main">
  <p:tag name="RAINPROBLEMTYPE" val="ProblemTypeMarker"/>
</p:tagLst>
</file>

<file path=ppt/tags/tag1588.xml><?xml version="1.0" encoding="utf-8"?>
<p:tagLst xmlns:p="http://schemas.openxmlformats.org/presentationml/2006/main">
  <p:tag name="RAINPROBLEMTYPE" val="ProblemTypeMarker"/>
</p:tagLst>
</file>

<file path=ppt/tags/tag1589.xml><?xml version="1.0" encoding="utf-8"?>
<p:tagLst xmlns:p="http://schemas.openxmlformats.org/presentationml/2006/main">
  <p:tag name="RAINPROBLEMTYPE" val="ProblemTypeMarker"/>
</p:tagLst>
</file>

<file path=ppt/tags/tag1590.xml><?xml version="1.0" encoding="utf-8"?>
<p:tagLst xmlns:p="http://schemas.openxmlformats.org/presentationml/2006/main">
  <p:tag name="RAINPROBLEM" val="ProblemBody"/>
</p:tagLst>
</file>

<file path=ppt/tags/tag1591.xml><?xml version="1.0" encoding="utf-8"?>
<p:tagLst xmlns:p="http://schemas.openxmlformats.org/presentationml/2006/main">
  <p:tag name="RAINPROBLEM" val="ProblemItem"/>
</p:tagLst>
</file>

<file path=ppt/tags/tag15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93.xml><?xml version="1.0" encoding="utf-8"?>
<p:tagLst xmlns:p="http://schemas.openxmlformats.org/presentationml/2006/main">
  <p:tag name="RAINPROBLEM" val="ProblemItem"/>
</p:tagLst>
</file>

<file path=ppt/tags/tag15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5.xml><?xml version="1.0" encoding="utf-8"?>
<p:tagLst xmlns:p="http://schemas.openxmlformats.org/presentationml/2006/main">
  <p:tag name="RAINPROBLEM" val="ProblemItem"/>
</p:tagLst>
</file>

<file path=ppt/tags/tag15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7.xml><?xml version="1.0" encoding="utf-8"?>
<p:tagLst xmlns:p="http://schemas.openxmlformats.org/presentationml/2006/main">
  <p:tag name="RAINPROBLEM" val="ProblemItem"/>
</p:tagLst>
</file>

<file path=ppt/tags/tag15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9.xml><?xml version="1.0" encoding="utf-8"?>
<p:tagLst xmlns:p="http://schemas.openxmlformats.org/presentationml/2006/main">
  <p:tag name="PROBLEMREMARKTITLE" val="ProblemRemarkBoardTitle"/>
</p:tagLst>
</file>

<file path=ppt/tags/tag1600.xml><?xml version="1.0" encoding="utf-8"?>
<p:tagLst xmlns:p="http://schemas.openxmlformats.org/presentationml/2006/main">
  <p:tag name="PROBLEMREMARKTITLE" val="ProblemRemarkBoardTitle"/>
</p:tagLst>
</file>

<file path=ppt/tags/tag1601.xml><?xml version="1.0" encoding="utf-8"?>
<p:tagLst xmlns:p="http://schemas.openxmlformats.org/presentationml/2006/main">
  <p:tag name="PROBLEMREMARKTITLE" val="ProblemRemarkBoardTitle"/>
</p:tagLst>
</file>

<file path=ppt/tags/tag1602.xml><?xml version="1.0" encoding="utf-8"?>
<p:tagLst xmlns:p="http://schemas.openxmlformats.org/presentationml/2006/main">
  <p:tag name="PROBLEMREMARKTITLE" val="ProblemRemarkBoardTitle"/>
</p:tagLst>
</file>

<file path=ppt/tags/tag1603.xml><?xml version="1.0" encoding="utf-8"?>
<p:tagLst xmlns:p="http://schemas.openxmlformats.org/presentationml/2006/main">
  <p:tag name="RAINPROBLEM" val="ProblemSetting"/>
  <p:tag name="RAINPROBLEMTYPE" val="MultipleChoice"/>
</p:tagLst>
</file>

<file path=ppt/tags/tag1604.xml><?xml version="1.0" encoding="utf-8"?>
<p:tagLst xmlns:p="http://schemas.openxmlformats.org/presentationml/2006/main">
  <p:tag name="PROBLEMREMARKTITLE" val="ProblemRemarkBoardTip"/>
</p:tagLst>
</file>

<file path=ppt/tags/tag1605.xml><?xml version="1.0" encoding="utf-8"?>
<p:tagLst xmlns:p="http://schemas.openxmlformats.org/presentationml/2006/main">
  <p:tag name="RAINPROBLEM" val="ProblemRemark"/>
</p:tagLst>
</file>

<file path=ppt/tags/tag1606.xml><?xml version="1.0" encoding="utf-8"?>
<p:tagLst xmlns:p="http://schemas.openxmlformats.org/presentationml/2006/main">
  <p:tag name="RAINPROBLEM" val="ProblemRemark"/>
</p:tagLst>
</file>

<file path=ppt/tags/tag1607.xml><?xml version="1.0" encoding="utf-8"?>
<p:tagLst xmlns:p="http://schemas.openxmlformats.org/presentationml/2006/main">
  <p:tag name="RAINPROBLEM" val="ProblemSubmit"/>
  <p:tag name="RAINPROBLEMTYPE" val="MultipleChoice"/>
</p:tagLst>
</file>

<file path=ppt/tags/tag1608.xml><?xml version="1.0" encoding="utf-8"?>
<p:tagLst xmlns:p="http://schemas.openxmlformats.org/presentationml/2006/main">
  <p:tag name="RAINPROBLEM" val="MultipleChoice"/>
  <p:tag name="PROBLEMHASREMARK" val="True"/>
</p:tagLst>
</file>

<file path=ppt/tags/tag1609.xml><?xml version="1.0" encoding="utf-8"?>
<p:tagLst xmlns:p="http://schemas.openxmlformats.org/presentationml/2006/main">
  <p:tag name="RAINPROBLEM" val="ProblemRemarkBoard"/>
</p:tagLst>
</file>

<file path=ppt/tags/tag1610.xml><?xml version="1.0" encoding="utf-8"?>
<p:tagLst xmlns:p="http://schemas.openxmlformats.org/presentationml/2006/main">
  <p:tag name="RAINPROBLEMTYPE" val="ProblemTypeMarker"/>
</p:tagLst>
</file>

<file path=ppt/tags/tag1611.xml><?xml version="1.0" encoding="utf-8"?>
<p:tagLst xmlns:p="http://schemas.openxmlformats.org/presentationml/2006/main">
  <p:tag name="RAINPROBLEMTYPE" val="ProblemTypeMarker"/>
</p:tagLst>
</file>

<file path=ppt/tags/tag1612.xml><?xml version="1.0" encoding="utf-8"?>
<p:tagLst xmlns:p="http://schemas.openxmlformats.org/presentationml/2006/main">
  <p:tag name="RAINPROBLEMTYPE" val="ProblemTypeMarker"/>
</p:tagLst>
</file>

<file path=ppt/tags/tag1613.xml><?xml version="1.0" encoding="utf-8"?>
<p:tagLst xmlns:p="http://schemas.openxmlformats.org/presentationml/2006/main">
  <p:tag name="RAINPROBLEMTYPE" val="ProblemTypeMarker"/>
</p:tagLst>
</file>

<file path=ppt/tags/tag1614.xml><?xml version="1.0" encoding="utf-8"?>
<p:tagLst xmlns:p="http://schemas.openxmlformats.org/presentationml/2006/main">
  <p:tag name="RAINPROBLEMTYPE" val="ProblemTypeMarker"/>
</p:tagLst>
</file>

<file path=ppt/tags/tag1615.xml><?xml version="1.0" encoding="utf-8"?>
<p:tagLst xmlns:p="http://schemas.openxmlformats.org/presentationml/2006/main">
  <p:tag name="RAINPROBLEM" val="ProblemBody"/>
</p:tagLst>
</file>

<file path=ppt/tags/tag1616.xml><?xml version="1.0" encoding="utf-8"?>
<p:tagLst xmlns:p="http://schemas.openxmlformats.org/presentationml/2006/main">
  <p:tag name="RAINPROBLEM" val="ProblemItem"/>
</p:tagLst>
</file>

<file path=ppt/tags/tag16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18.xml><?xml version="1.0" encoding="utf-8"?>
<p:tagLst xmlns:p="http://schemas.openxmlformats.org/presentationml/2006/main">
  <p:tag name="RAINPROBLEM" val="ProblemItem"/>
</p:tagLst>
</file>

<file path=ppt/tags/tag16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20.xml><?xml version="1.0" encoding="utf-8"?>
<p:tagLst xmlns:p="http://schemas.openxmlformats.org/presentationml/2006/main">
  <p:tag name="RAINPROBLEM" val="ProblemItem"/>
</p:tagLst>
</file>

<file path=ppt/tags/tag16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22.xml><?xml version="1.0" encoding="utf-8"?>
<p:tagLst xmlns:p="http://schemas.openxmlformats.org/presentationml/2006/main">
  <p:tag name="RAINPROBLEM" val="ProblemItem"/>
</p:tagLst>
</file>

<file path=ppt/tags/tag16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24.xml><?xml version="1.0" encoding="utf-8"?>
<p:tagLst xmlns:p="http://schemas.openxmlformats.org/presentationml/2006/main">
  <p:tag name="PROBLEMREMARKTITLE" val="ProblemRemarkBoardTitle"/>
</p:tagLst>
</file>

<file path=ppt/tags/tag1625.xml><?xml version="1.0" encoding="utf-8"?>
<p:tagLst xmlns:p="http://schemas.openxmlformats.org/presentationml/2006/main">
  <p:tag name="PROBLEMREMARKTITLE" val="ProblemRemarkBoardTitle"/>
</p:tagLst>
</file>

<file path=ppt/tags/tag1626.xml><?xml version="1.0" encoding="utf-8"?>
<p:tagLst xmlns:p="http://schemas.openxmlformats.org/presentationml/2006/main">
  <p:tag name="PROBLEMREMARKTITLE" val="ProblemRemarkBoardTitle"/>
</p:tagLst>
</file>

<file path=ppt/tags/tag1627.xml><?xml version="1.0" encoding="utf-8"?>
<p:tagLst xmlns:p="http://schemas.openxmlformats.org/presentationml/2006/main">
  <p:tag name="PROBLEMREMARKTITLE" val="ProblemRemarkBoardTitle"/>
</p:tagLst>
</file>

<file path=ppt/tags/tag1628.xml><?xml version="1.0" encoding="utf-8"?>
<p:tagLst xmlns:p="http://schemas.openxmlformats.org/presentationml/2006/main">
  <p:tag name="RAINPROBLEM" val="ProblemSetting"/>
  <p:tag name="RAINPROBLEMTYPE" val="MultipleChoice"/>
</p:tagLst>
</file>

<file path=ppt/tags/tag1629.xml><?xml version="1.0" encoding="utf-8"?>
<p:tagLst xmlns:p="http://schemas.openxmlformats.org/presentationml/2006/main">
  <p:tag name="PROBLEMREMARKTITLE" val="ProblemRemarkBoardTip"/>
</p:tagLst>
</file>

<file path=ppt/tags/tag1630.xml><?xml version="1.0" encoding="utf-8"?>
<p:tagLst xmlns:p="http://schemas.openxmlformats.org/presentationml/2006/main">
  <p:tag name="RAINPROBLEM" val="ProblemRemark"/>
</p:tagLst>
</file>

<file path=ppt/tags/tag1631.xml><?xml version="1.0" encoding="utf-8"?>
<p:tagLst xmlns:p="http://schemas.openxmlformats.org/presentationml/2006/main">
  <p:tag name="RAINPROBLEM" val="ProblemRemark"/>
</p:tagLst>
</file>

<file path=ppt/tags/tag1632.xml><?xml version="1.0" encoding="utf-8"?>
<p:tagLst xmlns:p="http://schemas.openxmlformats.org/presentationml/2006/main">
  <p:tag name="RAINPROBLEM" val="ProblemSubmit"/>
  <p:tag name="RAINPROBLEMTYPE" val="MultipleChoice"/>
</p:tagLst>
</file>

<file path=ppt/tags/tag1633.xml><?xml version="1.0" encoding="utf-8"?>
<p:tagLst xmlns:p="http://schemas.openxmlformats.org/presentationml/2006/main">
  <p:tag name="RAINPROBLEM" val="MultipleChoice"/>
  <p:tag name="PROBLEMHASREMARK" val="True"/>
</p:tagLst>
</file>

<file path=ppt/tags/tag1634.xml><?xml version="1.0" encoding="utf-8"?>
<p:tagLst xmlns:p="http://schemas.openxmlformats.org/presentationml/2006/main">
  <p:tag name="RAINPROBLEM" val="ProblemRemarkBoard"/>
</p:tagLst>
</file>

<file path=ppt/tags/tag1635.xml><?xml version="1.0" encoding="utf-8"?>
<p:tagLst xmlns:p="http://schemas.openxmlformats.org/presentationml/2006/main">
  <p:tag name="RAINPROBLEMTYPE" val="ProblemTypeMarker"/>
</p:tagLst>
</file>

<file path=ppt/tags/tag1636.xml><?xml version="1.0" encoding="utf-8"?>
<p:tagLst xmlns:p="http://schemas.openxmlformats.org/presentationml/2006/main">
  <p:tag name="RAINPROBLEMTYPE" val="ProblemTypeMarker"/>
</p:tagLst>
</file>

<file path=ppt/tags/tag1637.xml><?xml version="1.0" encoding="utf-8"?>
<p:tagLst xmlns:p="http://schemas.openxmlformats.org/presentationml/2006/main">
  <p:tag name="RAINPROBLEMTYPE" val="ProblemTypeMarker"/>
</p:tagLst>
</file>

<file path=ppt/tags/tag1638.xml><?xml version="1.0" encoding="utf-8"?>
<p:tagLst xmlns:p="http://schemas.openxmlformats.org/presentationml/2006/main">
  <p:tag name="RAINPROBLEMTYPE" val="ProblemTypeMarker"/>
</p:tagLst>
</file>

<file path=ppt/tags/tag1639.xml><?xml version="1.0" encoding="utf-8"?>
<p:tagLst xmlns:p="http://schemas.openxmlformats.org/presentationml/2006/main">
  <p:tag name="RAINPROBLEMTYPE" val="ProblemTypeMarker"/>
</p:tagLst>
</file>

<file path=ppt/tags/tag1640.xml><?xml version="1.0" encoding="utf-8"?>
<p:tagLst xmlns:p="http://schemas.openxmlformats.org/presentationml/2006/main">
  <p:tag name="RAINPROBLEM" val="ProblemBody"/>
</p:tagLst>
</file>

<file path=ppt/tags/tag1641.xml><?xml version="1.0" encoding="utf-8"?>
<p:tagLst xmlns:p="http://schemas.openxmlformats.org/presentationml/2006/main">
  <p:tag name="RAINPROBLEM" val="ProblemItem"/>
</p:tagLst>
</file>

<file path=ppt/tags/tag16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43.xml><?xml version="1.0" encoding="utf-8"?>
<p:tagLst xmlns:p="http://schemas.openxmlformats.org/presentationml/2006/main">
  <p:tag name="RAINPROBLEM" val="ProblemItem"/>
</p:tagLst>
</file>

<file path=ppt/tags/tag16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5.xml><?xml version="1.0" encoding="utf-8"?>
<p:tagLst xmlns:p="http://schemas.openxmlformats.org/presentationml/2006/main">
  <p:tag name="RAINPROBLEM" val="ProblemItem"/>
</p:tagLst>
</file>

<file path=ppt/tags/tag16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7.xml><?xml version="1.0" encoding="utf-8"?>
<p:tagLst xmlns:p="http://schemas.openxmlformats.org/presentationml/2006/main">
  <p:tag name="RAINPROBLEM" val="ProblemItem"/>
</p:tagLst>
</file>

<file path=ppt/tags/tag16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9.xml><?xml version="1.0" encoding="utf-8"?>
<p:tagLst xmlns:p="http://schemas.openxmlformats.org/presentationml/2006/main">
  <p:tag name="PROBLEMREMARKTITLE" val="ProblemRemarkBoardTitle"/>
</p:tagLst>
</file>

<file path=ppt/tags/tag1650.xml><?xml version="1.0" encoding="utf-8"?>
<p:tagLst xmlns:p="http://schemas.openxmlformats.org/presentationml/2006/main">
  <p:tag name="PROBLEMREMARKTITLE" val="ProblemRemarkBoardTitle"/>
</p:tagLst>
</file>

<file path=ppt/tags/tag1651.xml><?xml version="1.0" encoding="utf-8"?>
<p:tagLst xmlns:p="http://schemas.openxmlformats.org/presentationml/2006/main">
  <p:tag name="PROBLEMREMARKTITLE" val="ProblemRemarkBoardTitle"/>
</p:tagLst>
</file>

<file path=ppt/tags/tag1652.xml><?xml version="1.0" encoding="utf-8"?>
<p:tagLst xmlns:p="http://schemas.openxmlformats.org/presentationml/2006/main">
  <p:tag name="PROBLEMREMARKTITLE" val="ProblemRemarkBoardTitle"/>
</p:tagLst>
</file>

<file path=ppt/tags/tag1653.xml><?xml version="1.0" encoding="utf-8"?>
<p:tagLst xmlns:p="http://schemas.openxmlformats.org/presentationml/2006/main">
  <p:tag name="RAINPROBLEM" val="ProblemSetting"/>
  <p:tag name="RAINPROBLEMTYPE" val="MultipleChoice"/>
</p:tagLst>
</file>

<file path=ppt/tags/tag1654.xml><?xml version="1.0" encoding="utf-8"?>
<p:tagLst xmlns:p="http://schemas.openxmlformats.org/presentationml/2006/main">
  <p:tag name="PROBLEMREMARKTITLE" val="ProblemRemarkBoardTip"/>
</p:tagLst>
</file>

<file path=ppt/tags/tag1655.xml><?xml version="1.0" encoding="utf-8"?>
<p:tagLst xmlns:p="http://schemas.openxmlformats.org/presentationml/2006/main">
  <p:tag name="RAINPROBLEM" val="ProblemRemark"/>
</p:tagLst>
</file>

<file path=ppt/tags/tag1656.xml><?xml version="1.0" encoding="utf-8"?>
<p:tagLst xmlns:p="http://schemas.openxmlformats.org/presentationml/2006/main">
  <p:tag name="RAINPROBLEM" val="ProblemRemark"/>
</p:tagLst>
</file>

<file path=ppt/tags/tag1657.xml><?xml version="1.0" encoding="utf-8"?>
<p:tagLst xmlns:p="http://schemas.openxmlformats.org/presentationml/2006/main">
  <p:tag name="RAINPROBLEM" val="ProblemSubmit"/>
  <p:tag name="RAINPROBLEMTYPE" val="MultipleChoice"/>
</p:tagLst>
</file>

<file path=ppt/tags/tag1658.xml><?xml version="1.0" encoding="utf-8"?>
<p:tagLst xmlns:p="http://schemas.openxmlformats.org/presentationml/2006/main">
  <p:tag name="RAINPROBLEM" val="MultipleChoice"/>
  <p:tag name="PROBLEMHASREMARK" val="True"/>
</p:tagLst>
</file>

<file path=ppt/tags/tag1659.xml><?xml version="1.0" encoding="utf-8"?>
<p:tagLst xmlns:p="http://schemas.openxmlformats.org/presentationml/2006/main">
  <p:tag name="RAINPROBLEM" val="ProblemRemarkBoard"/>
</p:tagLst>
</file>

<file path=ppt/tags/tag1660.xml><?xml version="1.0" encoding="utf-8"?>
<p:tagLst xmlns:p="http://schemas.openxmlformats.org/presentationml/2006/main">
  <p:tag name="RAINPROBLEMTYPE" val="ProblemTypeMarker"/>
</p:tagLst>
</file>

<file path=ppt/tags/tag1661.xml><?xml version="1.0" encoding="utf-8"?>
<p:tagLst xmlns:p="http://schemas.openxmlformats.org/presentationml/2006/main">
  <p:tag name="RAINPROBLEMTYPE" val="ProblemTypeMarker"/>
</p:tagLst>
</file>

<file path=ppt/tags/tag1662.xml><?xml version="1.0" encoding="utf-8"?>
<p:tagLst xmlns:p="http://schemas.openxmlformats.org/presentationml/2006/main">
  <p:tag name="RAINPROBLEMTYPE" val="ProblemTypeMarker"/>
</p:tagLst>
</file>

<file path=ppt/tags/tag1663.xml><?xml version="1.0" encoding="utf-8"?>
<p:tagLst xmlns:p="http://schemas.openxmlformats.org/presentationml/2006/main">
  <p:tag name="RAINPROBLEMTYPE" val="ProblemTypeMarker"/>
</p:tagLst>
</file>

<file path=ppt/tags/tag1664.xml><?xml version="1.0" encoding="utf-8"?>
<p:tagLst xmlns:p="http://schemas.openxmlformats.org/presentationml/2006/main">
  <p:tag name="RAINPROBLEMTYPE" val="ProblemTypeMarker"/>
</p:tagLst>
</file>

<file path=ppt/tags/tag1665.xml><?xml version="1.0" encoding="utf-8"?>
<p:tagLst xmlns:p="http://schemas.openxmlformats.org/presentationml/2006/main">
  <p:tag name="RAINPROBLEM" val="ProblemBody"/>
</p:tagLst>
</file>

<file path=ppt/tags/tag1666.xml><?xml version="1.0" encoding="utf-8"?>
<p:tagLst xmlns:p="http://schemas.openxmlformats.org/presentationml/2006/main">
  <p:tag name="RAINPROBLEM" val="ProblemItem"/>
</p:tagLst>
</file>

<file path=ppt/tags/tag16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68.xml><?xml version="1.0" encoding="utf-8"?>
<p:tagLst xmlns:p="http://schemas.openxmlformats.org/presentationml/2006/main">
  <p:tag name="RAINPROBLEM" val="ProblemItem"/>
</p:tagLst>
</file>

<file path=ppt/tags/tag16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0.xml><?xml version="1.0" encoding="utf-8"?>
<p:tagLst xmlns:p="http://schemas.openxmlformats.org/presentationml/2006/main">
  <p:tag name="RAINPROBLEM" val="ProblemItem"/>
</p:tagLst>
</file>

<file path=ppt/tags/tag16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2.xml><?xml version="1.0" encoding="utf-8"?>
<p:tagLst xmlns:p="http://schemas.openxmlformats.org/presentationml/2006/main">
  <p:tag name="RAINPROBLEM" val="ProblemItem"/>
</p:tagLst>
</file>

<file path=ppt/tags/tag16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4.xml><?xml version="1.0" encoding="utf-8"?>
<p:tagLst xmlns:p="http://schemas.openxmlformats.org/presentationml/2006/main">
  <p:tag name="PROBLEMREMARKTITLE" val="ProblemRemarkBoardTitle"/>
</p:tagLst>
</file>

<file path=ppt/tags/tag1675.xml><?xml version="1.0" encoding="utf-8"?>
<p:tagLst xmlns:p="http://schemas.openxmlformats.org/presentationml/2006/main">
  <p:tag name="PROBLEMREMARKTITLE" val="ProblemRemarkBoardTitle"/>
</p:tagLst>
</file>

<file path=ppt/tags/tag1676.xml><?xml version="1.0" encoding="utf-8"?>
<p:tagLst xmlns:p="http://schemas.openxmlformats.org/presentationml/2006/main">
  <p:tag name="PROBLEMREMARKTITLE" val="ProblemRemarkBoardTitle"/>
</p:tagLst>
</file>

<file path=ppt/tags/tag1677.xml><?xml version="1.0" encoding="utf-8"?>
<p:tagLst xmlns:p="http://schemas.openxmlformats.org/presentationml/2006/main">
  <p:tag name="PROBLEMREMARKTITLE" val="ProblemRemarkBoardTitle"/>
</p:tagLst>
</file>

<file path=ppt/tags/tag1678.xml><?xml version="1.0" encoding="utf-8"?>
<p:tagLst xmlns:p="http://schemas.openxmlformats.org/presentationml/2006/main">
  <p:tag name="RAINPROBLEM" val="ProblemSetting"/>
  <p:tag name="RAINPROBLEMTYPE" val="MultipleChoice"/>
</p:tagLst>
</file>

<file path=ppt/tags/tag1679.xml><?xml version="1.0" encoding="utf-8"?>
<p:tagLst xmlns:p="http://schemas.openxmlformats.org/presentationml/2006/main">
  <p:tag name="PROBLEMREMARKTITLE" val="ProblemRemarkBoardTip"/>
</p:tagLst>
</file>

<file path=ppt/tags/tag1680.xml><?xml version="1.0" encoding="utf-8"?>
<p:tagLst xmlns:p="http://schemas.openxmlformats.org/presentationml/2006/main">
  <p:tag name="RAINPROBLEM" val="ProblemRemark"/>
</p:tagLst>
</file>

<file path=ppt/tags/tag1681.xml><?xml version="1.0" encoding="utf-8"?>
<p:tagLst xmlns:p="http://schemas.openxmlformats.org/presentationml/2006/main">
  <p:tag name="RAINPROBLEM" val="ProblemRemark"/>
</p:tagLst>
</file>

<file path=ppt/tags/tag1682.xml><?xml version="1.0" encoding="utf-8"?>
<p:tagLst xmlns:p="http://schemas.openxmlformats.org/presentationml/2006/main">
  <p:tag name="RAINPROBLEM" val="ProblemSubmit"/>
  <p:tag name="RAINPROBLEMTYPE" val="MultipleChoice"/>
</p:tagLst>
</file>

<file path=ppt/tags/tag1683.xml><?xml version="1.0" encoding="utf-8"?>
<p:tagLst xmlns:p="http://schemas.openxmlformats.org/presentationml/2006/main">
  <p:tag name="RAINPROBLEM" val="MultipleChoice"/>
  <p:tag name="PROBLEMHASREMARK" val="True"/>
</p:tagLst>
</file>

<file path=ppt/tags/tag1684.xml><?xml version="1.0" encoding="utf-8"?>
<p:tagLst xmlns:p="http://schemas.openxmlformats.org/presentationml/2006/main">
  <p:tag name="RAINPROBLEM" val="ProblemRemarkBoard"/>
</p:tagLst>
</file>

<file path=ppt/tags/tag1685.xml><?xml version="1.0" encoding="utf-8"?>
<p:tagLst xmlns:p="http://schemas.openxmlformats.org/presentationml/2006/main">
  <p:tag name="RAINPROBLEMTYPE" val="ProblemTypeMarker"/>
</p:tagLst>
</file>

<file path=ppt/tags/tag1686.xml><?xml version="1.0" encoding="utf-8"?>
<p:tagLst xmlns:p="http://schemas.openxmlformats.org/presentationml/2006/main">
  <p:tag name="RAINPROBLEMTYPE" val="ProblemTypeMarker"/>
</p:tagLst>
</file>

<file path=ppt/tags/tag1687.xml><?xml version="1.0" encoding="utf-8"?>
<p:tagLst xmlns:p="http://schemas.openxmlformats.org/presentationml/2006/main">
  <p:tag name="RAINPROBLEMTYPE" val="ProblemTypeMarker"/>
</p:tagLst>
</file>

<file path=ppt/tags/tag1688.xml><?xml version="1.0" encoding="utf-8"?>
<p:tagLst xmlns:p="http://schemas.openxmlformats.org/presentationml/2006/main">
  <p:tag name="RAINPROBLEMTYPE" val="ProblemTypeMarker"/>
</p:tagLst>
</file>

<file path=ppt/tags/tag1689.xml><?xml version="1.0" encoding="utf-8"?>
<p:tagLst xmlns:p="http://schemas.openxmlformats.org/presentationml/2006/main">
  <p:tag name="RAINPROBLEMTYPE" val="ProblemTypeMarker"/>
</p:tagLst>
</file>

<file path=ppt/tags/tag1690.xml><?xml version="1.0" encoding="utf-8"?>
<p:tagLst xmlns:p="http://schemas.openxmlformats.org/presentationml/2006/main">
  <p:tag name="RAINPROBLEM" val="ProblemBody"/>
</p:tagLst>
</file>

<file path=ppt/tags/tag1691.xml><?xml version="1.0" encoding="utf-8"?>
<p:tagLst xmlns:p="http://schemas.openxmlformats.org/presentationml/2006/main">
  <p:tag name="RAINPROBLEM" val="ProblemItem"/>
</p:tagLst>
</file>

<file path=ppt/tags/tag16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93.xml><?xml version="1.0" encoding="utf-8"?>
<p:tagLst xmlns:p="http://schemas.openxmlformats.org/presentationml/2006/main">
  <p:tag name="RAINPROBLEM" val="ProblemItem"/>
</p:tagLst>
</file>

<file path=ppt/tags/tag16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95.xml><?xml version="1.0" encoding="utf-8"?>
<p:tagLst xmlns:p="http://schemas.openxmlformats.org/presentationml/2006/main">
  <p:tag name="RAINPROBLEM" val="ProblemItem"/>
</p:tagLst>
</file>

<file path=ppt/tags/tag16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97.xml><?xml version="1.0" encoding="utf-8"?>
<p:tagLst xmlns:p="http://schemas.openxmlformats.org/presentationml/2006/main">
  <p:tag name="RAINPROBLEM" val="ProblemItem"/>
</p:tagLst>
</file>

<file path=ppt/tags/tag16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99.xml><?xml version="1.0" encoding="utf-8"?>
<p:tagLst xmlns:p="http://schemas.openxmlformats.org/presentationml/2006/main">
  <p:tag name="PROBLEMREMARKTITLE" val="ProblemRemarkBoardTitle"/>
</p:tagLst>
</file>

<file path=ppt/tags/tag1700.xml><?xml version="1.0" encoding="utf-8"?>
<p:tagLst xmlns:p="http://schemas.openxmlformats.org/presentationml/2006/main">
  <p:tag name="PROBLEMREMARKTITLE" val="ProblemRemarkBoardTitle"/>
</p:tagLst>
</file>

<file path=ppt/tags/tag1701.xml><?xml version="1.0" encoding="utf-8"?>
<p:tagLst xmlns:p="http://schemas.openxmlformats.org/presentationml/2006/main">
  <p:tag name="PROBLEMREMARKTITLE" val="ProblemRemarkBoardTitle"/>
</p:tagLst>
</file>

<file path=ppt/tags/tag1702.xml><?xml version="1.0" encoding="utf-8"?>
<p:tagLst xmlns:p="http://schemas.openxmlformats.org/presentationml/2006/main">
  <p:tag name="PROBLEMREMARKTITLE" val="ProblemRemarkBoardTitle"/>
</p:tagLst>
</file>

<file path=ppt/tags/tag1703.xml><?xml version="1.0" encoding="utf-8"?>
<p:tagLst xmlns:p="http://schemas.openxmlformats.org/presentationml/2006/main">
  <p:tag name="RAINPROBLEM" val="ProblemSetting"/>
  <p:tag name="RAINPROBLEMTYPE" val="MultipleChoice"/>
</p:tagLst>
</file>

<file path=ppt/tags/tag1704.xml><?xml version="1.0" encoding="utf-8"?>
<p:tagLst xmlns:p="http://schemas.openxmlformats.org/presentationml/2006/main">
  <p:tag name="PROBLEMREMARKTITLE" val="ProblemRemarkBoardTip"/>
</p:tagLst>
</file>

<file path=ppt/tags/tag1705.xml><?xml version="1.0" encoding="utf-8"?>
<p:tagLst xmlns:p="http://schemas.openxmlformats.org/presentationml/2006/main">
  <p:tag name="RAINPROBLEM" val="ProblemRemark"/>
</p:tagLst>
</file>

<file path=ppt/tags/tag1706.xml><?xml version="1.0" encoding="utf-8"?>
<p:tagLst xmlns:p="http://schemas.openxmlformats.org/presentationml/2006/main">
  <p:tag name="RAINPROBLEM" val="ProblemRemark"/>
</p:tagLst>
</file>

<file path=ppt/tags/tag1707.xml><?xml version="1.0" encoding="utf-8"?>
<p:tagLst xmlns:p="http://schemas.openxmlformats.org/presentationml/2006/main">
  <p:tag name="RAINPROBLEM" val="ProblemSubmit"/>
  <p:tag name="RAINPROBLEMTYPE" val="MultipleChoice"/>
</p:tagLst>
</file>

<file path=ppt/tags/tag1708.xml><?xml version="1.0" encoding="utf-8"?>
<p:tagLst xmlns:p="http://schemas.openxmlformats.org/presentationml/2006/main">
  <p:tag name="RAINPROBLEM" val="MultipleChoice"/>
  <p:tag name="PROBLEMHASREMARK" val="True"/>
</p:tagLst>
</file>

<file path=ppt/tags/tag1709.xml><?xml version="1.0" encoding="utf-8"?>
<p:tagLst xmlns:p="http://schemas.openxmlformats.org/presentationml/2006/main">
  <p:tag name="RAINPROBLEM" val="ProblemRemarkBoard"/>
</p:tagLst>
</file>

<file path=ppt/tags/tag1710.xml><?xml version="1.0" encoding="utf-8"?>
<p:tagLst xmlns:p="http://schemas.openxmlformats.org/presentationml/2006/main">
  <p:tag name="RAINPROBLEMTYPE" val="ProblemTypeMarker"/>
</p:tagLst>
</file>

<file path=ppt/tags/tag1711.xml><?xml version="1.0" encoding="utf-8"?>
<p:tagLst xmlns:p="http://schemas.openxmlformats.org/presentationml/2006/main">
  <p:tag name="RAINPROBLEMTYPE" val="ProblemTypeMarker"/>
</p:tagLst>
</file>

<file path=ppt/tags/tag1712.xml><?xml version="1.0" encoding="utf-8"?>
<p:tagLst xmlns:p="http://schemas.openxmlformats.org/presentationml/2006/main">
  <p:tag name="RAINPROBLEMTYPE" val="ProblemTypeMarker"/>
</p:tagLst>
</file>

<file path=ppt/tags/tag1713.xml><?xml version="1.0" encoding="utf-8"?>
<p:tagLst xmlns:p="http://schemas.openxmlformats.org/presentationml/2006/main">
  <p:tag name="RAINPROBLEMTYPE" val="ProblemTypeMarker"/>
</p:tagLst>
</file>

<file path=ppt/tags/tag1714.xml><?xml version="1.0" encoding="utf-8"?>
<p:tagLst xmlns:p="http://schemas.openxmlformats.org/presentationml/2006/main">
  <p:tag name="RAINPROBLEMTYPE" val="ProblemTypeMarker"/>
</p:tagLst>
</file>

<file path=ppt/tags/tag1715.xml><?xml version="1.0" encoding="utf-8"?>
<p:tagLst xmlns:p="http://schemas.openxmlformats.org/presentationml/2006/main">
  <p:tag name="RAINPROBLEM" val="ProblemBody"/>
</p:tagLst>
</file>

<file path=ppt/tags/tag1716.xml><?xml version="1.0" encoding="utf-8"?>
<p:tagLst xmlns:p="http://schemas.openxmlformats.org/presentationml/2006/main">
  <p:tag name="RAINPROBLEM" val="ProblemItem"/>
</p:tagLst>
</file>

<file path=ppt/tags/tag17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18.xml><?xml version="1.0" encoding="utf-8"?>
<p:tagLst xmlns:p="http://schemas.openxmlformats.org/presentationml/2006/main">
  <p:tag name="RAINPROBLEM" val="ProblemItem"/>
</p:tagLst>
</file>

<file path=ppt/tags/tag17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0.xml><?xml version="1.0" encoding="utf-8"?>
<p:tagLst xmlns:p="http://schemas.openxmlformats.org/presentationml/2006/main">
  <p:tag name="RAINPROBLEM" val="ProblemItem"/>
</p:tagLst>
</file>

<file path=ppt/tags/tag17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2.xml><?xml version="1.0" encoding="utf-8"?>
<p:tagLst xmlns:p="http://schemas.openxmlformats.org/presentationml/2006/main">
  <p:tag name="RAINPROBLEM" val="ProblemItem"/>
</p:tagLst>
</file>

<file path=ppt/tags/tag17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4.xml><?xml version="1.0" encoding="utf-8"?>
<p:tagLst xmlns:p="http://schemas.openxmlformats.org/presentationml/2006/main">
  <p:tag name="PROBLEMREMARKTITLE" val="ProblemRemarkBoardTitle"/>
</p:tagLst>
</file>

<file path=ppt/tags/tag1725.xml><?xml version="1.0" encoding="utf-8"?>
<p:tagLst xmlns:p="http://schemas.openxmlformats.org/presentationml/2006/main">
  <p:tag name="PROBLEMREMARKTITLE" val="ProblemRemarkBoardTitle"/>
</p:tagLst>
</file>

<file path=ppt/tags/tag1726.xml><?xml version="1.0" encoding="utf-8"?>
<p:tagLst xmlns:p="http://schemas.openxmlformats.org/presentationml/2006/main">
  <p:tag name="PROBLEMREMARKTITLE" val="ProblemRemarkBoardTitle"/>
</p:tagLst>
</file>

<file path=ppt/tags/tag1727.xml><?xml version="1.0" encoding="utf-8"?>
<p:tagLst xmlns:p="http://schemas.openxmlformats.org/presentationml/2006/main">
  <p:tag name="PROBLEMREMARKTITLE" val="ProblemRemarkBoardTitle"/>
</p:tagLst>
</file>

<file path=ppt/tags/tag1728.xml><?xml version="1.0" encoding="utf-8"?>
<p:tagLst xmlns:p="http://schemas.openxmlformats.org/presentationml/2006/main">
  <p:tag name="RAINPROBLEM" val="ProblemSetting"/>
  <p:tag name="RAINPROBLEMTYPE" val="MultipleChoice"/>
</p:tagLst>
</file>

<file path=ppt/tags/tag1729.xml><?xml version="1.0" encoding="utf-8"?>
<p:tagLst xmlns:p="http://schemas.openxmlformats.org/presentationml/2006/main">
  <p:tag name="PROBLEMREMARKTITLE" val="ProblemRemarkBoardTip"/>
</p:tagLst>
</file>

<file path=ppt/tags/tag1730.xml><?xml version="1.0" encoding="utf-8"?>
<p:tagLst xmlns:p="http://schemas.openxmlformats.org/presentationml/2006/main">
  <p:tag name="RAINPROBLEM" val="ProblemRemark"/>
</p:tagLst>
</file>

<file path=ppt/tags/tag1731.xml><?xml version="1.0" encoding="utf-8"?>
<p:tagLst xmlns:p="http://schemas.openxmlformats.org/presentationml/2006/main">
  <p:tag name="RAINPROBLEM" val="ProblemRemark"/>
</p:tagLst>
</file>

<file path=ppt/tags/tag1732.xml><?xml version="1.0" encoding="utf-8"?>
<p:tagLst xmlns:p="http://schemas.openxmlformats.org/presentationml/2006/main">
  <p:tag name="RAINPROBLEM" val="ProblemSubmit"/>
  <p:tag name="RAINPROBLEMTYPE" val="MultipleChoice"/>
</p:tagLst>
</file>

<file path=ppt/tags/tag1733.xml><?xml version="1.0" encoding="utf-8"?>
<p:tagLst xmlns:p="http://schemas.openxmlformats.org/presentationml/2006/main">
  <p:tag name="RAINPROBLEM" val="MultipleChoice"/>
  <p:tag name="PROBLEMHASREMARK" val="True"/>
</p:tagLst>
</file>

<file path=ppt/tags/tag1734.xml><?xml version="1.0" encoding="utf-8"?>
<p:tagLst xmlns:p="http://schemas.openxmlformats.org/presentationml/2006/main">
  <p:tag name="RAINPROBLEM" val="ProblemRemarkBoard"/>
</p:tagLst>
</file>

<file path=ppt/tags/tag1735.xml><?xml version="1.0" encoding="utf-8"?>
<p:tagLst xmlns:p="http://schemas.openxmlformats.org/presentationml/2006/main">
  <p:tag name="RAINPROBLEMTYPE" val="ProblemTypeMarker"/>
</p:tagLst>
</file>

<file path=ppt/tags/tag1736.xml><?xml version="1.0" encoding="utf-8"?>
<p:tagLst xmlns:p="http://schemas.openxmlformats.org/presentationml/2006/main">
  <p:tag name="RAINPROBLEMTYPE" val="ProblemTypeMarker"/>
</p:tagLst>
</file>

<file path=ppt/tags/tag1737.xml><?xml version="1.0" encoding="utf-8"?>
<p:tagLst xmlns:p="http://schemas.openxmlformats.org/presentationml/2006/main">
  <p:tag name="RAINPROBLEMTYPE" val="ProblemTypeMarker"/>
</p:tagLst>
</file>

<file path=ppt/tags/tag1738.xml><?xml version="1.0" encoding="utf-8"?>
<p:tagLst xmlns:p="http://schemas.openxmlformats.org/presentationml/2006/main">
  <p:tag name="RAINPROBLEMTYPE" val="ProblemTypeMarker"/>
</p:tagLst>
</file>

<file path=ppt/tags/tag1739.xml><?xml version="1.0" encoding="utf-8"?>
<p:tagLst xmlns:p="http://schemas.openxmlformats.org/presentationml/2006/main">
  <p:tag name="RAINPROBLEMTYPE" val="ProblemTypeMarker"/>
</p:tagLst>
</file>

<file path=ppt/tags/tag1740.xml><?xml version="1.0" encoding="utf-8"?>
<p:tagLst xmlns:p="http://schemas.openxmlformats.org/presentationml/2006/main">
  <p:tag name="RAINPROBLEM" val="ProblemBody"/>
</p:tagLst>
</file>

<file path=ppt/tags/tag1741.xml><?xml version="1.0" encoding="utf-8"?>
<p:tagLst xmlns:p="http://schemas.openxmlformats.org/presentationml/2006/main">
  <p:tag name="RAINPROBLEM" val="ProblemItem"/>
</p:tagLst>
</file>

<file path=ppt/tags/tag17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43.xml><?xml version="1.0" encoding="utf-8"?>
<p:tagLst xmlns:p="http://schemas.openxmlformats.org/presentationml/2006/main">
  <p:tag name="RAINPROBLEM" val="ProblemItem"/>
</p:tagLst>
</file>

<file path=ppt/tags/tag17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5.xml><?xml version="1.0" encoding="utf-8"?>
<p:tagLst xmlns:p="http://schemas.openxmlformats.org/presentationml/2006/main">
  <p:tag name="RAINPROBLEM" val="ProblemItem"/>
</p:tagLst>
</file>

<file path=ppt/tags/tag17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7.xml><?xml version="1.0" encoding="utf-8"?>
<p:tagLst xmlns:p="http://schemas.openxmlformats.org/presentationml/2006/main">
  <p:tag name="RAINPROBLEM" val="ProblemItem"/>
</p:tagLst>
</file>

<file path=ppt/tags/tag17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9.xml><?xml version="1.0" encoding="utf-8"?>
<p:tagLst xmlns:p="http://schemas.openxmlformats.org/presentationml/2006/main">
  <p:tag name="PROBLEMREMARKTITLE" val="ProblemRemarkBoardTitle"/>
</p:tagLst>
</file>

<file path=ppt/tags/tag1750.xml><?xml version="1.0" encoding="utf-8"?>
<p:tagLst xmlns:p="http://schemas.openxmlformats.org/presentationml/2006/main">
  <p:tag name="PROBLEMREMARKTITLE" val="ProblemRemarkBoardTitle"/>
</p:tagLst>
</file>

<file path=ppt/tags/tag1751.xml><?xml version="1.0" encoding="utf-8"?>
<p:tagLst xmlns:p="http://schemas.openxmlformats.org/presentationml/2006/main">
  <p:tag name="PROBLEMREMARKTITLE" val="ProblemRemarkBoardTitle"/>
</p:tagLst>
</file>

<file path=ppt/tags/tag1752.xml><?xml version="1.0" encoding="utf-8"?>
<p:tagLst xmlns:p="http://schemas.openxmlformats.org/presentationml/2006/main">
  <p:tag name="PROBLEMREMARKTITLE" val="ProblemRemarkBoardTitle"/>
</p:tagLst>
</file>

<file path=ppt/tags/tag1753.xml><?xml version="1.0" encoding="utf-8"?>
<p:tagLst xmlns:p="http://schemas.openxmlformats.org/presentationml/2006/main">
  <p:tag name="RAINPROBLEM" val="ProblemSetting"/>
  <p:tag name="RAINPROBLEMTYPE" val="MultipleChoice"/>
</p:tagLst>
</file>

<file path=ppt/tags/tag1754.xml><?xml version="1.0" encoding="utf-8"?>
<p:tagLst xmlns:p="http://schemas.openxmlformats.org/presentationml/2006/main">
  <p:tag name="PROBLEMREMARKTITLE" val="ProblemRemarkBoardTip"/>
</p:tagLst>
</file>

<file path=ppt/tags/tag1755.xml><?xml version="1.0" encoding="utf-8"?>
<p:tagLst xmlns:p="http://schemas.openxmlformats.org/presentationml/2006/main">
  <p:tag name="RAINPROBLEM" val="ProblemRemark"/>
</p:tagLst>
</file>

<file path=ppt/tags/tag1756.xml><?xml version="1.0" encoding="utf-8"?>
<p:tagLst xmlns:p="http://schemas.openxmlformats.org/presentationml/2006/main">
  <p:tag name="RAINPROBLEM" val="ProblemRemark"/>
</p:tagLst>
</file>

<file path=ppt/tags/tag1757.xml><?xml version="1.0" encoding="utf-8"?>
<p:tagLst xmlns:p="http://schemas.openxmlformats.org/presentationml/2006/main">
  <p:tag name="RAINPROBLEM" val="ProblemSubmit"/>
  <p:tag name="RAINPROBLEMTYPE" val="MultipleChoice"/>
</p:tagLst>
</file>

<file path=ppt/tags/tag1758.xml><?xml version="1.0" encoding="utf-8"?>
<p:tagLst xmlns:p="http://schemas.openxmlformats.org/presentationml/2006/main">
  <p:tag name="RAINPROBLEM" val="MultipleChoice"/>
  <p:tag name="PROBLEMHASREMARK" val="True"/>
</p:tagLst>
</file>

<file path=ppt/tags/tag1759.xml><?xml version="1.0" encoding="utf-8"?>
<p:tagLst xmlns:p="http://schemas.openxmlformats.org/presentationml/2006/main">
  <p:tag name="RAINPROBLEM" val="ProblemRemarkBoard"/>
</p:tagLst>
</file>

<file path=ppt/tags/tag1760.xml><?xml version="1.0" encoding="utf-8"?>
<p:tagLst xmlns:p="http://schemas.openxmlformats.org/presentationml/2006/main">
  <p:tag name="RAINPROBLEMTYPE" val="ProblemTypeMarker"/>
</p:tagLst>
</file>

<file path=ppt/tags/tag1761.xml><?xml version="1.0" encoding="utf-8"?>
<p:tagLst xmlns:p="http://schemas.openxmlformats.org/presentationml/2006/main">
  <p:tag name="RAINPROBLEMTYPE" val="ProblemTypeMarker"/>
</p:tagLst>
</file>

<file path=ppt/tags/tag1762.xml><?xml version="1.0" encoding="utf-8"?>
<p:tagLst xmlns:p="http://schemas.openxmlformats.org/presentationml/2006/main">
  <p:tag name="RAINPROBLEMTYPE" val="ProblemTypeMarker"/>
</p:tagLst>
</file>

<file path=ppt/tags/tag1763.xml><?xml version="1.0" encoding="utf-8"?>
<p:tagLst xmlns:p="http://schemas.openxmlformats.org/presentationml/2006/main">
  <p:tag name="RAINPROBLEMTYPE" val="ProblemTypeMarker"/>
</p:tagLst>
</file>

<file path=ppt/tags/tag1764.xml><?xml version="1.0" encoding="utf-8"?>
<p:tagLst xmlns:p="http://schemas.openxmlformats.org/presentationml/2006/main">
  <p:tag name="RAINPROBLEMTYPE" val="ProblemTypeMarker"/>
</p:tagLst>
</file>

<file path=ppt/tags/tag1765.xml><?xml version="1.0" encoding="utf-8"?>
<p:tagLst xmlns:p="http://schemas.openxmlformats.org/presentationml/2006/main">
  <p:tag name="RAINPROBLEM" val="ProblemBody"/>
</p:tagLst>
</file>

<file path=ppt/tags/tag1766.xml><?xml version="1.0" encoding="utf-8"?>
<p:tagLst xmlns:p="http://schemas.openxmlformats.org/presentationml/2006/main">
  <p:tag name="RAINPROBLEM" val="ProblemItem"/>
</p:tagLst>
</file>

<file path=ppt/tags/tag17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68.xml><?xml version="1.0" encoding="utf-8"?>
<p:tagLst xmlns:p="http://schemas.openxmlformats.org/presentationml/2006/main">
  <p:tag name="RAINPROBLEM" val="ProblemItem"/>
</p:tagLst>
</file>

<file path=ppt/tags/tag17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70.xml><?xml version="1.0" encoding="utf-8"?>
<p:tagLst xmlns:p="http://schemas.openxmlformats.org/presentationml/2006/main">
  <p:tag name="RAINPROBLEM" val="ProblemItem"/>
</p:tagLst>
</file>

<file path=ppt/tags/tag17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72.xml><?xml version="1.0" encoding="utf-8"?>
<p:tagLst xmlns:p="http://schemas.openxmlformats.org/presentationml/2006/main">
  <p:tag name="RAINPROBLEM" val="ProblemItem"/>
</p:tagLst>
</file>

<file path=ppt/tags/tag177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74.xml><?xml version="1.0" encoding="utf-8"?>
<p:tagLst xmlns:p="http://schemas.openxmlformats.org/presentationml/2006/main">
  <p:tag name="PROBLEMREMARKTITLE" val="ProblemRemarkBoardTitle"/>
</p:tagLst>
</file>

<file path=ppt/tags/tag1775.xml><?xml version="1.0" encoding="utf-8"?>
<p:tagLst xmlns:p="http://schemas.openxmlformats.org/presentationml/2006/main">
  <p:tag name="PROBLEMREMARKTITLE" val="ProblemRemarkBoardTitle"/>
</p:tagLst>
</file>

<file path=ppt/tags/tag1776.xml><?xml version="1.0" encoding="utf-8"?>
<p:tagLst xmlns:p="http://schemas.openxmlformats.org/presentationml/2006/main">
  <p:tag name="PROBLEMREMARKTITLE" val="ProblemRemarkBoardTitle"/>
</p:tagLst>
</file>

<file path=ppt/tags/tag1777.xml><?xml version="1.0" encoding="utf-8"?>
<p:tagLst xmlns:p="http://schemas.openxmlformats.org/presentationml/2006/main">
  <p:tag name="PROBLEMREMARKTITLE" val="ProblemRemarkBoardTitle"/>
</p:tagLst>
</file>

<file path=ppt/tags/tag1778.xml><?xml version="1.0" encoding="utf-8"?>
<p:tagLst xmlns:p="http://schemas.openxmlformats.org/presentationml/2006/main">
  <p:tag name="RAINPROBLEM" val="ProblemSetting"/>
  <p:tag name="RAINPROBLEMTYPE" val="MultipleChoice"/>
</p:tagLst>
</file>

<file path=ppt/tags/tag1779.xml><?xml version="1.0" encoding="utf-8"?>
<p:tagLst xmlns:p="http://schemas.openxmlformats.org/presentationml/2006/main">
  <p:tag name="PROBLEMREMARKTITLE" val="ProblemRemarkBoardTip"/>
</p:tagLst>
</file>

<file path=ppt/tags/tag1780.xml><?xml version="1.0" encoding="utf-8"?>
<p:tagLst xmlns:p="http://schemas.openxmlformats.org/presentationml/2006/main">
  <p:tag name="RAINPROBLEM" val="ProblemRemark"/>
</p:tagLst>
</file>

<file path=ppt/tags/tag1781.xml><?xml version="1.0" encoding="utf-8"?>
<p:tagLst xmlns:p="http://schemas.openxmlformats.org/presentationml/2006/main">
  <p:tag name="RAINPROBLEM" val="ProblemRemark"/>
</p:tagLst>
</file>

<file path=ppt/tags/tag1782.xml><?xml version="1.0" encoding="utf-8"?>
<p:tagLst xmlns:p="http://schemas.openxmlformats.org/presentationml/2006/main">
  <p:tag name="RAINPROBLEM" val="ProblemSubmit"/>
  <p:tag name="RAINPROBLEMTYPE" val="MultipleChoice"/>
</p:tagLst>
</file>

<file path=ppt/tags/tag1783.xml><?xml version="1.0" encoding="utf-8"?>
<p:tagLst xmlns:p="http://schemas.openxmlformats.org/presentationml/2006/main">
  <p:tag name="RAINPROBLEM" val="MultipleChoice"/>
  <p:tag name="PROBLEMHASREMARK" val="True"/>
</p:tagLst>
</file>

<file path=ppt/tags/tag1784.xml><?xml version="1.0" encoding="utf-8"?>
<p:tagLst xmlns:p="http://schemas.openxmlformats.org/presentationml/2006/main">
  <p:tag name="RAINPROBLEM" val="ProblemRemarkBoard"/>
</p:tagLst>
</file>

<file path=ppt/tags/tag1785.xml><?xml version="1.0" encoding="utf-8"?>
<p:tagLst xmlns:p="http://schemas.openxmlformats.org/presentationml/2006/main">
  <p:tag name="RAINPROBLEMTYPE" val="ProblemTypeMarker"/>
</p:tagLst>
</file>

<file path=ppt/tags/tag1786.xml><?xml version="1.0" encoding="utf-8"?>
<p:tagLst xmlns:p="http://schemas.openxmlformats.org/presentationml/2006/main">
  <p:tag name="RAINPROBLEMTYPE" val="ProblemTypeMarker"/>
</p:tagLst>
</file>

<file path=ppt/tags/tag1787.xml><?xml version="1.0" encoding="utf-8"?>
<p:tagLst xmlns:p="http://schemas.openxmlformats.org/presentationml/2006/main">
  <p:tag name="RAINPROBLEMTYPE" val="ProblemTypeMarker"/>
</p:tagLst>
</file>

<file path=ppt/tags/tag1788.xml><?xml version="1.0" encoding="utf-8"?>
<p:tagLst xmlns:p="http://schemas.openxmlformats.org/presentationml/2006/main">
  <p:tag name="RAINPROBLEMTYPE" val="ProblemTypeMarker"/>
</p:tagLst>
</file>

<file path=ppt/tags/tag1789.xml><?xml version="1.0" encoding="utf-8"?>
<p:tagLst xmlns:p="http://schemas.openxmlformats.org/presentationml/2006/main">
  <p:tag name="RAINPROBLEMTYPE" val="ProblemTypeMarker"/>
</p:tagLst>
</file>

<file path=ppt/tags/tag1790.xml><?xml version="1.0" encoding="utf-8"?>
<p:tagLst xmlns:p="http://schemas.openxmlformats.org/presentationml/2006/main">
  <p:tag name="RAINPROBLEM" val="ProblemBody"/>
</p:tagLst>
</file>

<file path=ppt/tags/tag1791.xml><?xml version="1.0" encoding="utf-8"?>
<p:tagLst xmlns:p="http://schemas.openxmlformats.org/presentationml/2006/main">
  <p:tag name="RAINPROBLEM" val="ProblemItem"/>
</p:tagLst>
</file>

<file path=ppt/tags/tag17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3.xml><?xml version="1.0" encoding="utf-8"?>
<p:tagLst xmlns:p="http://schemas.openxmlformats.org/presentationml/2006/main">
  <p:tag name="RAINPROBLEM" val="ProblemItem"/>
</p:tagLst>
</file>

<file path=ppt/tags/tag17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95.xml><?xml version="1.0" encoding="utf-8"?>
<p:tagLst xmlns:p="http://schemas.openxmlformats.org/presentationml/2006/main">
  <p:tag name="RAINPROBLEM" val="ProblemItem"/>
</p:tagLst>
</file>

<file path=ppt/tags/tag17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7.xml><?xml version="1.0" encoding="utf-8"?>
<p:tagLst xmlns:p="http://schemas.openxmlformats.org/presentationml/2006/main">
  <p:tag name="RAINPROBLEM" val="ProblemItem"/>
</p:tagLst>
</file>

<file path=ppt/tags/tag17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9.xml><?xml version="1.0" encoding="utf-8"?>
<p:tagLst xmlns:p="http://schemas.openxmlformats.org/presentationml/2006/main">
  <p:tag name="PROBLEMREMARKTITLE" val="ProblemRemarkBoardTitle"/>
</p:tagLst>
</file>

<file path=ppt/tags/tag1800.xml><?xml version="1.0" encoding="utf-8"?>
<p:tagLst xmlns:p="http://schemas.openxmlformats.org/presentationml/2006/main">
  <p:tag name="PROBLEMREMARKTITLE" val="ProblemRemarkBoardTitle"/>
</p:tagLst>
</file>

<file path=ppt/tags/tag1801.xml><?xml version="1.0" encoding="utf-8"?>
<p:tagLst xmlns:p="http://schemas.openxmlformats.org/presentationml/2006/main">
  <p:tag name="PROBLEMREMARKTITLE" val="ProblemRemarkBoardTitle"/>
</p:tagLst>
</file>

<file path=ppt/tags/tag1802.xml><?xml version="1.0" encoding="utf-8"?>
<p:tagLst xmlns:p="http://schemas.openxmlformats.org/presentationml/2006/main">
  <p:tag name="PROBLEMREMARKTITLE" val="ProblemRemarkBoardTitle"/>
</p:tagLst>
</file>

<file path=ppt/tags/tag1803.xml><?xml version="1.0" encoding="utf-8"?>
<p:tagLst xmlns:p="http://schemas.openxmlformats.org/presentationml/2006/main">
  <p:tag name="RAINPROBLEM" val="ProblemSetting"/>
  <p:tag name="RAINPROBLEMTYPE" val="MultipleChoice"/>
</p:tagLst>
</file>

<file path=ppt/tags/tag1804.xml><?xml version="1.0" encoding="utf-8"?>
<p:tagLst xmlns:p="http://schemas.openxmlformats.org/presentationml/2006/main">
  <p:tag name="PROBLEMREMARKTITLE" val="ProblemRemarkBoardTip"/>
</p:tagLst>
</file>

<file path=ppt/tags/tag1805.xml><?xml version="1.0" encoding="utf-8"?>
<p:tagLst xmlns:p="http://schemas.openxmlformats.org/presentationml/2006/main">
  <p:tag name="RAINPROBLEM" val="ProblemRemark"/>
</p:tagLst>
</file>

<file path=ppt/tags/tag1806.xml><?xml version="1.0" encoding="utf-8"?>
<p:tagLst xmlns:p="http://schemas.openxmlformats.org/presentationml/2006/main">
  <p:tag name="RAINPROBLEM" val="ProblemRemark"/>
</p:tagLst>
</file>

<file path=ppt/tags/tag1807.xml><?xml version="1.0" encoding="utf-8"?>
<p:tagLst xmlns:p="http://schemas.openxmlformats.org/presentationml/2006/main">
  <p:tag name="RAINPROBLEM" val="ProblemSubmit"/>
  <p:tag name="RAINPROBLEMTYPE" val="MultipleChoice"/>
</p:tagLst>
</file>

<file path=ppt/tags/tag1808.xml><?xml version="1.0" encoding="utf-8"?>
<p:tagLst xmlns:p="http://schemas.openxmlformats.org/presentationml/2006/main">
  <p:tag name="RAINPROBLEM" val="MultipleChoice"/>
  <p:tag name="PROBLEMHASREMARK" val="True"/>
</p:tagLst>
</file>

<file path=ppt/tags/tag1809.xml><?xml version="1.0" encoding="utf-8"?>
<p:tagLst xmlns:p="http://schemas.openxmlformats.org/presentationml/2006/main">
  <p:tag name="RAINPROBLEM" val="ProblemRemarkBoard"/>
</p:tagLst>
</file>

<file path=ppt/tags/tag1810.xml><?xml version="1.0" encoding="utf-8"?>
<p:tagLst xmlns:p="http://schemas.openxmlformats.org/presentationml/2006/main">
  <p:tag name="RAINPROBLEMTYPE" val="ProblemTypeMarker"/>
</p:tagLst>
</file>

<file path=ppt/tags/tag1811.xml><?xml version="1.0" encoding="utf-8"?>
<p:tagLst xmlns:p="http://schemas.openxmlformats.org/presentationml/2006/main">
  <p:tag name="RAINPROBLEMTYPE" val="ProblemTypeMarker"/>
</p:tagLst>
</file>

<file path=ppt/tags/tag1812.xml><?xml version="1.0" encoding="utf-8"?>
<p:tagLst xmlns:p="http://schemas.openxmlformats.org/presentationml/2006/main">
  <p:tag name="RAINPROBLEMTYPE" val="ProblemTypeMarker"/>
</p:tagLst>
</file>

<file path=ppt/tags/tag1813.xml><?xml version="1.0" encoding="utf-8"?>
<p:tagLst xmlns:p="http://schemas.openxmlformats.org/presentationml/2006/main">
  <p:tag name="RAINPROBLEMTYPE" val="ProblemTypeMarker"/>
</p:tagLst>
</file>

<file path=ppt/tags/tag1814.xml><?xml version="1.0" encoding="utf-8"?>
<p:tagLst xmlns:p="http://schemas.openxmlformats.org/presentationml/2006/main">
  <p:tag name="RAINPROBLEMTYPE" val="ProblemTypeMarker"/>
</p:tagLst>
</file>

<file path=ppt/tags/tag1815.xml><?xml version="1.0" encoding="utf-8"?>
<p:tagLst xmlns:p="http://schemas.openxmlformats.org/presentationml/2006/main">
  <p:tag name="RAINPROBLEM" val="ProblemBody"/>
</p:tagLst>
</file>

<file path=ppt/tags/tag1816.xml><?xml version="1.0" encoding="utf-8"?>
<p:tagLst xmlns:p="http://schemas.openxmlformats.org/presentationml/2006/main">
  <p:tag name="RAINPROBLEM" val="ProblemItem"/>
</p:tagLst>
</file>

<file path=ppt/tags/tag18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18.xml><?xml version="1.0" encoding="utf-8"?>
<p:tagLst xmlns:p="http://schemas.openxmlformats.org/presentationml/2006/main">
  <p:tag name="RAINPROBLEM" val="ProblemItem"/>
</p:tagLst>
</file>

<file path=ppt/tags/tag18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0.xml><?xml version="1.0" encoding="utf-8"?>
<p:tagLst xmlns:p="http://schemas.openxmlformats.org/presentationml/2006/main">
  <p:tag name="RAINPROBLEM" val="ProblemItem"/>
</p:tagLst>
</file>

<file path=ppt/tags/tag18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2.xml><?xml version="1.0" encoding="utf-8"?>
<p:tagLst xmlns:p="http://schemas.openxmlformats.org/presentationml/2006/main">
  <p:tag name="RAINPROBLEM" val="ProblemItem"/>
</p:tagLst>
</file>

<file path=ppt/tags/tag18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4.xml><?xml version="1.0" encoding="utf-8"?>
<p:tagLst xmlns:p="http://schemas.openxmlformats.org/presentationml/2006/main">
  <p:tag name="PROBLEMREMARKTITLE" val="ProblemRemarkBoardTitle"/>
</p:tagLst>
</file>

<file path=ppt/tags/tag1825.xml><?xml version="1.0" encoding="utf-8"?>
<p:tagLst xmlns:p="http://schemas.openxmlformats.org/presentationml/2006/main">
  <p:tag name="PROBLEMREMARKTITLE" val="ProblemRemarkBoardTitle"/>
</p:tagLst>
</file>

<file path=ppt/tags/tag1826.xml><?xml version="1.0" encoding="utf-8"?>
<p:tagLst xmlns:p="http://schemas.openxmlformats.org/presentationml/2006/main">
  <p:tag name="PROBLEMREMARKTITLE" val="ProblemRemarkBoardTitle"/>
</p:tagLst>
</file>

<file path=ppt/tags/tag1827.xml><?xml version="1.0" encoding="utf-8"?>
<p:tagLst xmlns:p="http://schemas.openxmlformats.org/presentationml/2006/main">
  <p:tag name="PROBLEMREMARKTITLE" val="ProblemRemarkBoardTitle"/>
</p:tagLst>
</file>

<file path=ppt/tags/tag1828.xml><?xml version="1.0" encoding="utf-8"?>
<p:tagLst xmlns:p="http://schemas.openxmlformats.org/presentationml/2006/main">
  <p:tag name="RAINPROBLEM" val="ProblemSetting"/>
  <p:tag name="RAINPROBLEMTYPE" val="MultipleChoice"/>
</p:tagLst>
</file>

<file path=ppt/tags/tag1829.xml><?xml version="1.0" encoding="utf-8"?>
<p:tagLst xmlns:p="http://schemas.openxmlformats.org/presentationml/2006/main">
  <p:tag name="PROBLEMREMARKTITLE" val="ProblemRemarkBoardTip"/>
</p:tagLst>
</file>

<file path=ppt/tags/tag1830.xml><?xml version="1.0" encoding="utf-8"?>
<p:tagLst xmlns:p="http://schemas.openxmlformats.org/presentationml/2006/main">
  <p:tag name="RAINPROBLEM" val="ProblemRemark"/>
</p:tagLst>
</file>

<file path=ppt/tags/tag1831.xml><?xml version="1.0" encoding="utf-8"?>
<p:tagLst xmlns:p="http://schemas.openxmlformats.org/presentationml/2006/main">
  <p:tag name="RAINPROBLEM" val="ProblemRemark"/>
</p:tagLst>
</file>

<file path=ppt/tags/tag1832.xml><?xml version="1.0" encoding="utf-8"?>
<p:tagLst xmlns:p="http://schemas.openxmlformats.org/presentationml/2006/main">
  <p:tag name="RAINPROBLEM" val="ProblemSubmit"/>
  <p:tag name="RAINPROBLEMTYPE" val="MultipleChoice"/>
</p:tagLst>
</file>

<file path=ppt/tags/tag1833.xml><?xml version="1.0" encoding="utf-8"?>
<p:tagLst xmlns:p="http://schemas.openxmlformats.org/presentationml/2006/main">
  <p:tag name="RAINPROBLEM" val="MultipleChoice"/>
  <p:tag name="PROBLEMHASREMARK" val="True"/>
</p:tagLst>
</file>

<file path=ppt/tags/tag1834.xml><?xml version="1.0" encoding="utf-8"?>
<p:tagLst xmlns:p="http://schemas.openxmlformats.org/presentationml/2006/main">
  <p:tag name="RAINPROBLEM" val="ProblemRemarkBoard"/>
</p:tagLst>
</file>

<file path=ppt/tags/tag1835.xml><?xml version="1.0" encoding="utf-8"?>
<p:tagLst xmlns:p="http://schemas.openxmlformats.org/presentationml/2006/main">
  <p:tag name="RAINPROBLEMTYPE" val="ProblemTypeMarker"/>
</p:tagLst>
</file>

<file path=ppt/tags/tag1836.xml><?xml version="1.0" encoding="utf-8"?>
<p:tagLst xmlns:p="http://schemas.openxmlformats.org/presentationml/2006/main">
  <p:tag name="RAINPROBLEMTYPE" val="ProblemTypeMarker"/>
</p:tagLst>
</file>

<file path=ppt/tags/tag1837.xml><?xml version="1.0" encoding="utf-8"?>
<p:tagLst xmlns:p="http://schemas.openxmlformats.org/presentationml/2006/main">
  <p:tag name="RAINPROBLEMTYPE" val="ProblemTypeMarker"/>
</p:tagLst>
</file>

<file path=ppt/tags/tag1838.xml><?xml version="1.0" encoding="utf-8"?>
<p:tagLst xmlns:p="http://schemas.openxmlformats.org/presentationml/2006/main">
  <p:tag name="RAINPROBLEMTYPE" val="ProblemTypeMarker"/>
</p:tagLst>
</file>

<file path=ppt/tags/tag1839.xml><?xml version="1.0" encoding="utf-8"?>
<p:tagLst xmlns:p="http://schemas.openxmlformats.org/presentationml/2006/main">
  <p:tag name="RAINPROBLEMTYPE" val="ProblemTypeMarker"/>
</p:tagLst>
</file>

<file path=ppt/tags/tag1840.xml><?xml version="1.0" encoding="utf-8"?>
<p:tagLst xmlns:p="http://schemas.openxmlformats.org/presentationml/2006/main">
  <p:tag name="RAINPROBLEM" val="ProblemBody"/>
</p:tagLst>
</file>

<file path=ppt/tags/tag1841.xml><?xml version="1.0" encoding="utf-8"?>
<p:tagLst xmlns:p="http://schemas.openxmlformats.org/presentationml/2006/main">
  <p:tag name="RAINPROBLEM" val="ProblemItem"/>
</p:tagLst>
</file>

<file path=ppt/tags/tag18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3.xml><?xml version="1.0" encoding="utf-8"?>
<p:tagLst xmlns:p="http://schemas.openxmlformats.org/presentationml/2006/main">
  <p:tag name="RAINPROBLEM" val="ProblemItem"/>
</p:tagLst>
</file>

<file path=ppt/tags/tag18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45.xml><?xml version="1.0" encoding="utf-8"?>
<p:tagLst xmlns:p="http://schemas.openxmlformats.org/presentationml/2006/main">
  <p:tag name="RAINPROBLEM" val="ProblemItem"/>
</p:tagLst>
</file>

<file path=ppt/tags/tag18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7.xml><?xml version="1.0" encoding="utf-8"?>
<p:tagLst xmlns:p="http://schemas.openxmlformats.org/presentationml/2006/main">
  <p:tag name="RAINPROBLEM" val="ProblemItem"/>
</p:tagLst>
</file>

<file path=ppt/tags/tag18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9.xml><?xml version="1.0" encoding="utf-8"?>
<p:tagLst xmlns:p="http://schemas.openxmlformats.org/presentationml/2006/main">
  <p:tag name="PROBLEMREMARKTITLE" val="ProblemRemarkBoardTitle"/>
</p:tagLst>
</file>

<file path=ppt/tags/tag1850.xml><?xml version="1.0" encoding="utf-8"?>
<p:tagLst xmlns:p="http://schemas.openxmlformats.org/presentationml/2006/main">
  <p:tag name="PROBLEMREMARKTITLE" val="ProblemRemarkBoardTitle"/>
</p:tagLst>
</file>

<file path=ppt/tags/tag1851.xml><?xml version="1.0" encoding="utf-8"?>
<p:tagLst xmlns:p="http://schemas.openxmlformats.org/presentationml/2006/main">
  <p:tag name="PROBLEMREMARKTITLE" val="ProblemRemarkBoardTitle"/>
</p:tagLst>
</file>

<file path=ppt/tags/tag1852.xml><?xml version="1.0" encoding="utf-8"?>
<p:tagLst xmlns:p="http://schemas.openxmlformats.org/presentationml/2006/main">
  <p:tag name="PROBLEMREMARKTITLE" val="ProblemRemarkBoardTitle"/>
</p:tagLst>
</file>

<file path=ppt/tags/tag1853.xml><?xml version="1.0" encoding="utf-8"?>
<p:tagLst xmlns:p="http://schemas.openxmlformats.org/presentationml/2006/main">
  <p:tag name="RAINPROBLEM" val="ProblemSetting"/>
  <p:tag name="RAINPROBLEMTYPE" val="MultipleChoice"/>
</p:tagLst>
</file>

<file path=ppt/tags/tag1854.xml><?xml version="1.0" encoding="utf-8"?>
<p:tagLst xmlns:p="http://schemas.openxmlformats.org/presentationml/2006/main">
  <p:tag name="PROBLEMREMARKTITLE" val="ProblemRemarkBoardTip"/>
</p:tagLst>
</file>

<file path=ppt/tags/tag1855.xml><?xml version="1.0" encoding="utf-8"?>
<p:tagLst xmlns:p="http://schemas.openxmlformats.org/presentationml/2006/main">
  <p:tag name="RAINPROBLEM" val="ProblemRemark"/>
</p:tagLst>
</file>

<file path=ppt/tags/tag1856.xml><?xml version="1.0" encoding="utf-8"?>
<p:tagLst xmlns:p="http://schemas.openxmlformats.org/presentationml/2006/main">
  <p:tag name="RAINPROBLEM" val="ProblemRemark"/>
</p:tagLst>
</file>

<file path=ppt/tags/tag1857.xml><?xml version="1.0" encoding="utf-8"?>
<p:tagLst xmlns:p="http://schemas.openxmlformats.org/presentationml/2006/main">
  <p:tag name="RAINPROBLEM" val="ProblemSubmit"/>
  <p:tag name="RAINPROBLEMTYPE" val="MultipleChoice"/>
</p:tagLst>
</file>

<file path=ppt/tags/tag1858.xml><?xml version="1.0" encoding="utf-8"?>
<p:tagLst xmlns:p="http://schemas.openxmlformats.org/presentationml/2006/main">
  <p:tag name="RAINPROBLEM" val="MultipleChoice"/>
  <p:tag name="PROBLEMHASREMARK" val="True"/>
</p:tagLst>
</file>

<file path=ppt/tags/tag1859.xml><?xml version="1.0" encoding="utf-8"?>
<p:tagLst xmlns:p="http://schemas.openxmlformats.org/presentationml/2006/main">
  <p:tag name="RAINPROBLEM" val="ProblemRemarkBoard"/>
</p:tagLst>
</file>

<file path=ppt/tags/tag1860.xml><?xml version="1.0" encoding="utf-8"?>
<p:tagLst xmlns:p="http://schemas.openxmlformats.org/presentationml/2006/main">
  <p:tag name="RAINPROBLEMTYPE" val="ProblemTypeMarker"/>
</p:tagLst>
</file>

<file path=ppt/tags/tag1861.xml><?xml version="1.0" encoding="utf-8"?>
<p:tagLst xmlns:p="http://schemas.openxmlformats.org/presentationml/2006/main">
  <p:tag name="RAINPROBLEMTYPE" val="ProblemTypeMarker"/>
</p:tagLst>
</file>

<file path=ppt/tags/tag1862.xml><?xml version="1.0" encoding="utf-8"?>
<p:tagLst xmlns:p="http://schemas.openxmlformats.org/presentationml/2006/main">
  <p:tag name="RAINPROBLEMTYPE" val="ProblemTypeMarker"/>
</p:tagLst>
</file>

<file path=ppt/tags/tag1863.xml><?xml version="1.0" encoding="utf-8"?>
<p:tagLst xmlns:p="http://schemas.openxmlformats.org/presentationml/2006/main">
  <p:tag name="RAINPROBLEMTYPE" val="ProblemTypeMarker"/>
</p:tagLst>
</file>

<file path=ppt/tags/tag1864.xml><?xml version="1.0" encoding="utf-8"?>
<p:tagLst xmlns:p="http://schemas.openxmlformats.org/presentationml/2006/main">
  <p:tag name="RAINPROBLEMTYPE" val="ProblemTypeMarker"/>
</p:tagLst>
</file>

<file path=ppt/tags/tag1865.xml><?xml version="1.0" encoding="utf-8"?>
<p:tagLst xmlns:p="http://schemas.openxmlformats.org/presentationml/2006/main">
  <p:tag name="RAINPROBLEM" val="ProblemBody"/>
</p:tagLst>
</file>

<file path=ppt/tags/tag1866.xml><?xml version="1.0" encoding="utf-8"?>
<p:tagLst xmlns:p="http://schemas.openxmlformats.org/presentationml/2006/main">
  <p:tag name="RAINPROBLEM" val="ProblemItem"/>
</p:tagLst>
</file>

<file path=ppt/tags/tag18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68.xml><?xml version="1.0" encoding="utf-8"?>
<p:tagLst xmlns:p="http://schemas.openxmlformats.org/presentationml/2006/main">
  <p:tag name="RAINPROBLEM" val="ProblemItem"/>
</p:tagLst>
</file>

<file path=ppt/tags/tag18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70.xml><?xml version="1.0" encoding="utf-8"?>
<p:tagLst xmlns:p="http://schemas.openxmlformats.org/presentationml/2006/main">
  <p:tag name="RAINPROBLEM" val="ProblemItem"/>
</p:tagLst>
</file>

<file path=ppt/tags/tag18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72.xml><?xml version="1.0" encoding="utf-8"?>
<p:tagLst xmlns:p="http://schemas.openxmlformats.org/presentationml/2006/main">
  <p:tag name="RAINPROBLEM" val="ProblemItem"/>
</p:tagLst>
</file>

<file path=ppt/tags/tag18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74.xml><?xml version="1.0" encoding="utf-8"?>
<p:tagLst xmlns:p="http://schemas.openxmlformats.org/presentationml/2006/main">
  <p:tag name="PROBLEMREMARKTITLE" val="ProblemRemarkBoardTitle"/>
</p:tagLst>
</file>

<file path=ppt/tags/tag1875.xml><?xml version="1.0" encoding="utf-8"?>
<p:tagLst xmlns:p="http://schemas.openxmlformats.org/presentationml/2006/main">
  <p:tag name="PROBLEMREMARKTITLE" val="ProblemRemarkBoardTitle"/>
</p:tagLst>
</file>

<file path=ppt/tags/tag1876.xml><?xml version="1.0" encoding="utf-8"?>
<p:tagLst xmlns:p="http://schemas.openxmlformats.org/presentationml/2006/main">
  <p:tag name="PROBLEMREMARKTITLE" val="ProblemRemarkBoardTitle"/>
</p:tagLst>
</file>

<file path=ppt/tags/tag1877.xml><?xml version="1.0" encoding="utf-8"?>
<p:tagLst xmlns:p="http://schemas.openxmlformats.org/presentationml/2006/main">
  <p:tag name="PROBLEMREMARKTITLE" val="ProblemRemarkBoardTitle"/>
</p:tagLst>
</file>

<file path=ppt/tags/tag1878.xml><?xml version="1.0" encoding="utf-8"?>
<p:tagLst xmlns:p="http://schemas.openxmlformats.org/presentationml/2006/main">
  <p:tag name="RAINPROBLEM" val="ProblemSetting"/>
  <p:tag name="RAINPROBLEMTYPE" val="MultipleChoice"/>
</p:tagLst>
</file>

<file path=ppt/tags/tag1879.xml><?xml version="1.0" encoding="utf-8"?>
<p:tagLst xmlns:p="http://schemas.openxmlformats.org/presentationml/2006/main">
  <p:tag name="PROBLEMREMARKTITLE" val="ProblemRemarkBoardTip"/>
</p:tagLst>
</file>

<file path=ppt/tags/tag1880.xml><?xml version="1.0" encoding="utf-8"?>
<p:tagLst xmlns:p="http://schemas.openxmlformats.org/presentationml/2006/main">
  <p:tag name="RAINPROBLEM" val="ProblemRemark"/>
</p:tagLst>
</file>

<file path=ppt/tags/tag1881.xml><?xml version="1.0" encoding="utf-8"?>
<p:tagLst xmlns:p="http://schemas.openxmlformats.org/presentationml/2006/main">
  <p:tag name="RAINPROBLEM" val="ProblemRemark"/>
</p:tagLst>
</file>

<file path=ppt/tags/tag1882.xml><?xml version="1.0" encoding="utf-8"?>
<p:tagLst xmlns:p="http://schemas.openxmlformats.org/presentationml/2006/main">
  <p:tag name="RAINPROBLEM" val="ProblemSubmit"/>
  <p:tag name="RAINPROBLEMTYPE" val="MultipleChoice"/>
</p:tagLst>
</file>

<file path=ppt/tags/tag1883.xml><?xml version="1.0" encoding="utf-8"?>
<p:tagLst xmlns:p="http://schemas.openxmlformats.org/presentationml/2006/main">
  <p:tag name="RAINPROBLEM" val="MultipleChoice"/>
  <p:tag name="PROBLEMHASREMARK" val="True"/>
</p:tagLst>
</file>

<file path=ppt/tags/tag1884.xml><?xml version="1.0" encoding="utf-8"?>
<p:tagLst xmlns:p="http://schemas.openxmlformats.org/presentationml/2006/main">
  <p:tag name="RAINPROBLEM" val="ProblemRemarkBoard"/>
</p:tagLst>
</file>

<file path=ppt/tags/tag1885.xml><?xml version="1.0" encoding="utf-8"?>
<p:tagLst xmlns:p="http://schemas.openxmlformats.org/presentationml/2006/main">
  <p:tag name="RAINPROBLEMTYPE" val="ProblemTypeMarker"/>
</p:tagLst>
</file>

<file path=ppt/tags/tag1886.xml><?xml version="1.0" encoding="utf-8"?>
<p:tagLst xmlns:p="http://schemas.openxmlformats.org/presentationml/2006/main">
  <p:tag name="RAINPROBLEMTYPE" val="ProblemTypeMarker"/>
</p:tagLst>
</file>

<file path=ppt/tags/tag1887.xml><?xml version="1.0" encoding="utf-8"?>
<p:tagLst xmlns:p="http://schemas.openxmlformats.org/presentationml/2006/main">
  <p:tag name="RAINPROBLEMTYPE" val="ProblemTypeMarker"/>
</p:tagLst>
</file>

<file path=ppt/tags/tag1888.xml><?xml version="1.0" encoding="utf-8"?>
<p:tagLst xmlns:p="http://schemas.openxmlformats.org/presentationml/2006/main">
  <p:tag name="RAINPROBLEMTYPE" val="ProblemTypeMarker"/>
</p:tagLst>
</file>

<file path=ppt/tags/tag1889.xml><?xml version="1.0" encoding="utf-8"?>
<p:tagLst xmlns:p="http://schemas.openxmlformats.org/presentationml/2006/main">
  <p:tag name="RAINPROBLEMTYPE" val="ProblemTypeMarker"/>
</p:tagLst>
</file>

<file path=ppt/tags/tag1890.xml><?xml version="1.0" encoding="utf-8"?>
<p:tagLst xmlns:p="http://schemas.openxmlformats.org/presentationml/2006/main">
  <p:tag name="RAINPROBLEM" val="ProblemBody"/>
</p:tagLst>
</file>

<file path=ppt/tags/tag1891.xml><?xml version="1.0" encoding="utf-8"?>
<p:tagLst xmlns:p="http://schemas.openxmlformats.org/presentationml/2006/main">
  <p:tag name="RAINPROBLEM" val="ProblemItem"/>
</p:tagLst>
</file>

<file path=ppt/tags/tag18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93.xml><?xml version="1.0" encoding="utf-8"?>
<p:tagLst xmlns:p="http://schemas.openxmlformats.org/presentationml/2006/main">
  <p:tag name="RAINPROBLEM" val="ProblemItem"/>
</p:tagLst>
</file>

<file path=ppt/tags/tag18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95.xml><?xml version="1.0" encoding="utf-8"?>
<p:tagLst xmlns:p="http://schemas.openxmlformats.org/presentationml/2006/main">
  <p:tag name="RAINPROBLEM" val="ProblemItem"/>
</p:tagLst>
</file>

<file path=ppt/tags/tag18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97.xml><?xml version="1.0" encoding="utf-8"?>
<p:tagLst xmlns:p="http://schemas.openxmlformats.org/presentationml/2006/main">
  <p:tag name="RAINPROBLEM" val="ProblemItem"/>
</p:tagLst>
</file>

<file path=ppt/tags/tag18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99.xml><?xml version="1.0" encoding="utf-8"?>
<p:tagLst xmlns:p="http://schemas.openxmlformats.org/presentationml/2006/main">
  <p:tag name="PROBLEMREMARKTITLE" val="ProblemRemarkBoardTitle"/>
</p:tagLst>
</file>

<file path=ppt/tags/tag1900.xml><?xml version="1.0" encoding="utf-8"?>
<p:tagLst xmlns:p="http://schemas.openxmlformats.org/presentationml/2006/main">
  <p:tag name="PROBLEMREMARKTITLE" val="ProblemRemarkBoardTitle"/>
</p:tagLst>
</file>

<file path=ppt/tags/tag1901.xml><?xml version="1.0" encoding="utf-8"?>
<p:tagLst xmlns:p="http://schemas.openxmlformats.org/presentationml/2006/main">
  <p:tag name="PROBLEMREMARKTITLE" val="ProblemRemarkBoardTitle"/>
</p:tagLst>
</file>

<file path=ppt/tags/tag1902.xml><?xml version="1.0" encoding="utf-8"?>
<p:tagLst xmlns:p="http://schemas.openxmlformats.org/presentationml/2006/main">
  <p:tag name="PROBLEMREMARKTITLE" val="ProblemRemarkBoardTitle"/>
</p:tagLst>
</file>

<file path=ppt/tags/tag1903.xml><?xml version="1.0" encoding="utf-8"?>
<p:tagLst xmlns:p="http://schemas.openxmlformats.org/presentationml/2006/main">
  <p:tag name="RAINPROBLEM" val="ProblemSetting"/>
  <p:tag name="RAINPROBLEMTYPE" val="MultipleChoice"/>
</p:tagLst>
</file>

<file path=ppt/tags/tag1904.xml><?xml version="1.0" encoding="utf-8"?>
<p:tagLst xmlns:p="http://schemas.openxmlformats.org/presentationml/2006/main">
  <p:tag name="PROBLEMREMARKTITLE" val="ProblemRemarkBoardTip"/>
</p:tagLst>
</file>

<file path=ppt/tags/tag1905.xml><?xml version="1.0" encoding="utf-8"?>
<p:tagLst xmlns:p="http://schemas.openxmlformats.org/presentationml/2006/main">
  <p:tag name="RAINPROBLEM" val="ProblemRemark"/>
</p:tagLst>
</file>

<file path=ppt/tags/tag1906.xml><?xml version="1.0" encoding="utf-8"?>
<p:tagLst xmlns:p="http://schemas.openxmlformats.org/presentationml/2006/main">
  <p:tag name="RAINPROBLEM" val="ProblemRemark"/>
</p:tagLst>
</file>

<file path=ppt/tags/tag1907.xml><?xml version="1.0" encoding="utf-8"?>
<p:tagLst xmlns:p="http://schemas.openxmlformats.org/presentationml/2006/main">
  <p:tag name="RAINPROBLEM" val="ProblemSubmit"/>
  <p:tag name="RAINPROBLEMTYPE" val="MultipleChoice"/>
</p:tagLst>
</file>

<file path=ppt/tags/tag1908.xml><?xml version="1.0" encoding="utf-8"?>
<p:tagLst xmlns:p="http://schemas.openxmlformats.org/presentationml/2006/main">
  <p:tag name="RAINPROBLEM" val="MultipleChoice"/>
  <p:tag name="PROBLEMHASREMARK" val="True"/>
</p:tagLst>
</file>

<file path=ppt/tags/tag1909.xml><?xml version="1.0" encoding="utf-8"?>
<p:tagLst xmlns:p="http://schemas.openxmlformats.org/presentationml/2006/main">
  <p:tag name="RAINPROBLEM" val="ProblemRemarkBoard"/>
</p:tagLst>
</file>

<file path=ppt/tags/tag1910.xml><?xml version="1.0" encoding="utf-8"?>
<p:tagLst xmlns:p="http://schemas.openxmlformats.org/presentationml/2006/main">
  <p:tag name="RAINPROBLEMTYPE" val="ProblemTypeMarker"/>
</p:tagLst>
</file>

<file path=ppt/tags/tag1911.xml><?xml version="1.0" encoding="utf-8"?>
<p:tagLst xmlns:p="http://schemas.openxmlformats.org/presentationml/2006/main">
  <p:tag name="RAINPROBLEMTYPE" val="ProblemTypeMarker"/>
</p:tagLst>
</file>

<file path=ppt/tags/tag1912.xml><?xml version="1.0" encoding="utf-8"?>
<p:tagLst xmlns:p="http://schemas.openxmlformats.org/presentationml/2006/main">
  <p:tag name="RAINPROBLEMTYPE" val="ProblemTypeMarker"/>
</p:tagLst>
</file>

<file path=ppt/tags/tag1913.xml><?xml version="1.0" encoding="utf-8"?>
<p:tagLst xmlns:p="http://schemas.openxmlformats.org/presentationml/2006/main">
  <p:tag name="RAINPROBLEMTYPE" val="ProblemTypeMarker"/>
</p:tagLst>
</file>

<file path=ppt/tags/tag1914.xml><?xml version="1.0" encoding="utf-8"?>
<p:tagLst xmlns:p="http://schemas.openxmlformats.org/presentationml/2006/main">
  <p:tag name="RAINPROBLEMTYPE" val="ProblemTypeMarker"/>
</p:tagLst>
</file>

<file path=ppt/tags/tag1915.xml><?xml version="1.0" encoding="utf-8"?>
<p:tagLst xmlns:p="http://schemas.openxmlformats.org/presentationml/2006/main">
  <p:tag name="RAINPROBLEM" val="ProblemBody"/>
</p:tagLst>
</file>

<file path=ppt/tags/tag1916.xml><?xml version="1.0" encoding="utf-8"?>
<p:tagLst xmlns:p="http://schemas.openxmlformats.org/presentationml/2006/main">
  <p:tag name="RAINPROBLEM" val="ProblemItem"/>
</p:tagLst>
</file>

<file path=ppt/tags/tag19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18.xml><?xml version="1.0" encoding="utf-8"?>
<p:tagLst xmlns:p="http://schemas.openxmlformats.org/presentationml/2006/main">
  <p:tag name="RAINPROBLEM" val="ProblemItem"/>
</p:tagLst>
</file>

<file path=ppt/tags/tag19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20.xml><?xml version="1.0" encoding="utf-8"?>
<p:tagLst xmlns:p="http://schemas.openxmlformats.org/presentationml/2006/main">
  <p:tag name="RAINPROBLEM" val="ProblemItem"/>
</p:tagLst>
</file>

<file path=ppt/tags/tag19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22.xml><?xml version="1.0" encoding="utf-8"?>
<p:tagLst xmlns:p="http://schemas.openxmlformats.org/presentationml/2006/main">
  <p:tag name="RAINPROBLEM" val="ProblemItem"/>
</p:tagLst>
</file>

<file path=ppt/tags/tag19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24.xml><?xml version="1.0" encoding="utf-8"?>
<p:tagLst xmlns:p="http://schemas.openxmlformats.org/presentationml/2006/main">
  <p:tag name="PROBLEMREMARKTITLE" val="ProblemRemarkBoardTitle"/>
</p:tagLst>
</file>

<file path=ppt/tags/tag1925.xml><?xml version="1.0" encoding="utf-8"?>
<p:tagLst xmlns:p="http://schemas.openxmlformats.org/presentationml/2006/main">
  <p:tag name="PROBLEMREMARKTITLE" val="ProblemRemarkBoardTitle"/>
</p:tagLst>
</file>

<file path=ppt/tags/tag1926.xml><?xml version="1.0" encoding="utf-8"?>
<p:tagLst xmlns:p="http://schemas.openxmlformats.org/presentationml/2006/main">
  <p:tag name="PROBLEMREMARKTITLE" val="ProblemRemarkBoardTitle"/>
</p:tagLst>
</file>

<file path=ppt/tags/tag1927.xml><?xml version="1.0" encoding="utf-8"?>
<p:tagLst xmlns:p="http://schemas.openxmlformats.org/presentationml/2006/main">
  <p:tag name="PROBLEMREMARKTITLE" val="ProblemRemarkBoardTitle"/>
</p:tagLst>
</file>

<file path=ppt/tags/tag1928.xml><?xml version="1.0" encoding="utf-8"?>
<p:tagLst xmlns:p="http://schemas.openxmlformats.org/presentationml/2006/main">
  <p:tag name="RAINPROBLEM" val="ProblemSetting"/>
  <p:tag name="RAINPROBLEMTYPE" val="MultipleChoice"/>
</p:tagLst>
</file>

<file path=ppt/tags/tag1929.xml><?xml version="1.0" encoding="utf-8"?>
<p:tagLst xmlns:p="http://schemas.openxmlformats.org/presentationml/2006/main">
  <p:tag name="PROBLEMREMARKTITLE" val="ProblemRemarkBoardTip"/>
</p:tagLst>
</file>

<file path=ppt/tags/tag1930.xml><?xml version="1.0" encoding="utf-8"?>
<p:tagLst xmlns:p="http://schemas.openxmlformats.org/presentationml/2006/main">
  <p:tag name="RAINPROBLEM" val="ProblemRemark"/>
</p:tagLst>
</file>

<file path=ppt/tags/tag1931.xml><?xml version="1.0" encoding="utf-8"?>
<p:tagLst xmlns:p="http://schemas.openxmlformats.org/presentationml/2006/main">
  <p:tag name="RAINPROBLEM" val="ProblemRemark"/>
</p:tagLst>
</file>

<file path=ppt/tags/tag1932.xml><?xml version="1.0" encoding="utf-8"?>
<p:tagLst xmlns:p="http://schemas.openxmlformats.org/presentationml/2006/main">
  <p:tag name="RAINPROBLEM" val="ProblemSubmit"/>
  <p:tag name="RAINPROBLEMTYPE" val="MultipleChoice"/>
</p:tagLst>
</file>

<file path=ppt/tags/tag1933.xml><?xml version="1.0" encoding="utf-8"?>
<p:tagLst xmlns:p="http://schemas.openxmlformats.org/presentationml/2006/main">
  <p:tag name="RAINPROBLEM" val="MultipleChoice"/>
  <p:tag name="PROBLEMHASREMARK" val="True"/>
</p:tagLst>
</file>

<file path=ppt/tags/tag1934.xml><?xml version="1.0" encoding="utf-8"?>
<p:tagLst xmlns:p="http://schemas.openxmlformats.org/presentationml/2006/main">
  <p:tag name="RAINPROBLEM" val="ProblemRemarkBoard"/>
</p:tagLst>
</file>

<file path=ppt/tags/tag1935.xml><?xml version="1.0" encoding="utf-8"?>
<p:tagLst xmlns:p="http://schemas.openxmlformats.org/presentationml/2006/main">
  <p:tag name="RAINPROBLEMTYPE" val="ProblemTypeMarker"/>
</p:tagLst>
</file>

<file path=ppt/tags/tag1936.xml><?xml version="1.0" encoding="utf-8"?>
<p:tagLst xmlns:p="http://schemas.openxmlformats.org/presentationml/2006/main">
  <p:tag name="RAINPROBLEMTYPE" val="ProblemTypeMarker"/>
</p:tagLst>
</file>

<file path=ppt/tags/tag1937.xml><?xml version="1.0" encoding="utf-8"?>
<p:tagLst xmlns:p="http://schemas.openxmlformats.org/presentationml/2006/main">
  <p:tag name="RAINPROBLEMTYPE" val="ProblemTypeMarker"/>
</p:tagLst>
</file>

<file path=ppt/tags/tag1938.xml><?xml version="1.0" encoding="utf-8"?>
<p:tagLst xmlns:p="http://schemas.openxmlformats.org/presentationml/2006/main">
  <p:tag name="RAINPROBLEMTYPE" val="ProblemTypeMarker"/>
</p:tagLst>
</file>

<file path=ppt/tags/tag1939.xml><?xml version="1.0" encoding="utf-8"?>
<p:tagLst xmlns:p="http://schemas.openxmlformats.org/presentationml/2006/main">
  <p:tag name="RAINPROBLEMTYPE" val="ProblemTypeMarker"/>
</p:tagLst>
</file>

<file path=ppt/tags/tag1940.xml><?xml version="1.0" encoding="utf-8"?>
<p:tagLst xmlns:p="http://schemas.openxmlformats.org/presentationml/2006/main">
  <p:tag name="RAINPROBLEM" val="ProblemBody"/>
</p:tagLst>
</file>

<file path=ppt/tags/tag1941.xml><?xml version="1.0" encoding="utf-8"?>
<p:tagLst xmlns:p="http://schemas.openxmlformats.org/presentationml/2006/main">
  <p:tag name="RAINPROBLEM" val="ProblemItem"/>
</p:tagLst>
</file>

<file path=ppt/tags/tag19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43.xml><?xml version="1.0" encoding="utf-8"?>
<p:tagLst xmlns:p="http://schemas.openxmlformats.org/presentationml/2006/main">
  <p:tag name="RAINPROBLEM" val="ProblemItem"/>
</p:tagLst>
</file>

<file path=ppt/tags/tag19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45.xml><?xml version="1.0" encoding="utf-8"?>
<p:tagLst xmlns:p="http://schemas.openxmlformats.org/presentationml/2006/main">
  <p:tag name="RAINPROBLEM" val="ProblemItem"/>
</p:tagLst>
</file>

<file path=ppt/tags/tag19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47.xml><?xml version="1.0" encoding="utf-8"?>
<p:tagLst xmlns:p="http://schemas.openxmlformats.org/presentationml/2006/main">
  <p:tag name="RAINPROBLEM" val="ProblemItem"/>
</p:tagLst>
</file>

<file path=ppt/tags/tag19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49.xml><?xml version="1.0" encoding="utf-8"?>
<p:tagLst xmlns:p="http://schemas.openxmlformats.org/presentationml/2006/main">
  <p:tag name="PROBLEMREMARKTITLE" val="ProblemRemarkBoardTitle"/>
</p:tagLst>
</file>

<file path=ppt/tags/tag1950.xml><?xml version="1.0" encoding="utf-8"?>
<p:tagLst xmlns:p="http://schemas.openxmlformats.org/presentationml/2006/main">
  <p:tag name="PROBLEMREMARKTITLE" val="ProblemRemarkBoardTitle"/>
</p:tagLst>
</file>

<file path=ppt/tags/tag1951.xml><?xml version="1.0" encoding="utf-8"?>
<p:tagLst xmlns:p="http://schemas.openxmlformats.org/presentationml/2006/main">
  <p:tag name="PROBLEMREMARKTITLE" val="ProblemRemarkBoardTitle"/>
</p:tagLst>
</file>

<file path=ppt/tags/tag1952.xml><?xml version="1.0" encoding="utf-8"?>
<p:tagLst xmlns:p="http://schemas.openxmlformats.org/presentationml/2006/main">
  <p:tag name="PROBLEMREMARKTITLE" val="ProblemRemarkBoardTitle"/>
</p:tagLst>
</file>

<file path=ppt/tags/tag1953.xml><?xml version="1.0" encoding="utf-8"?>
<p:tagLst xmlns:p="http://schemas.openxmlformats.org/presentationml/2006/main">
  <p:tag name="RAINPROBLEM" val="ProblemSetting"/>
  <p:tag name="RAINPROBLEMTYPE" val="MultipleChoice"/>
</p:tagLst>
</file>

<file path=ppt/tags/tag1954.xml><?xml version="1.0" encoding="utf-8"?>
<p:tagLst xmlns:p="http://schemas.openxmlformats.org/presentationml/2006/main">
  <p:tag name="PROBLEMREMARKTITLE" val="ProblemRemarkBoardTip"/>
</p:tagLst>
</file>

<file path=ppt/tags/tag1955.xml><?xml version="1.0" encoding="utf-8"?>
<p:tagLst xmlns:p="http://schemas.openxmlformats.org/presentationml/2006/main">
  <p:tag name="RAINPROBLEM" val="ProblemRemark"/>
</p:tagLst>
</file>

<file path=ppt/tags/tag1956.xml><?xml version="1.0" encoding="utf-8"?>
<p:tagLst xmlns:p="http://schemas.openxmlformats.org/presentationml/2006/main">
  <p:tag name="RAINPROBLEM" val="ProblemRemark"/>
</p:tagLst>
</file>

<file path=ppt/tags/tag1957.xml><?xml version="1.0" encoding="utf-8"?>
<p:tagLst xmlns:p="http://schemas.openxmlformats.org/presentationml/2006/main">
  <p:tag name="RAINPROBLEM" val="ProblemSubmit"/>
  <p:tag name="RAINPROBLEMTYPE" val="MultipleChoice"/>
</p:tagLst>
</file>

<file path=ppt/tags/tag1958.xml><?xml version="1.0" encoding="utf-8"?>
<p:tagLst xmlns:p="http://schemas.openxmlformats.org/presentationml/2006/main">
  <p:tag name="RAINPROBLEM" val="MultipleChoice"/>
  <p:tag name="PROBLEMHASREMARK" val="True"/>
</p:tagLst>
</file>

<file path=ppt/tags/tag1959.xml><?xml version="1.0" encoding="utf-8"?>
<p:tagLst xmlns:p="http://schemas.openxmlformats.org/presentationml/2006/main">
  <p:tag name="RAINPROBLEM" val="ProblemRemarkBoard"/>
</p:tagLst>
</file>

<file path=ppt/tags/tag1960.xml><?xml version="1.0" encoding="utf-8"?>
<p:tagLst xmlns:p="http://schemas.openxmlformats.org/presentationml/2006/main">
  <p:tag name="RAINPROBLEMTYPE" val="ProblemTypeMarker"/>
</p:tagLst>
</file>

<file path=ppt/tags/tag1961.xml><?xml version="1.0" encoding="utf-8"?>
<p:tagLst xmlns:p="http://schemas.openxmlformats.org/presentationml/2006/main">
  <p:tag name="RAINPROBLEMTYPE" val="ProblemTypeMarker"/>
</p:tagLst>
</file>

<file path=ppt/tags/tag1962.xml><?xml version="1.0" encoding="utf-8"?>
<p:tagLst xmlns:p="http://schemas.openxmlformats.org/presentationml/2006/main">
  <p:tag name="RAINPROBLEMTYPE" val="ProblemTypeMarker"/>
</p:tagLst>
</file>

<file path=ppt/tags/tag1963.xml><?xml version="1.0" encoding="utf-8"?>
<p:tagLst xmlns:p="http://schemas.openxmlformats.org/presentationml/2006/main">
  <p:tag name="RAINPROBLEMTYPE" val="ProblemTypeMarker"/>
</p:tagLst>
</file>

<file path=ppt/tags/tag1964.xml><?xml version="1.0" encoding="utf-8"?>
<p:tagLst xmlns:p="http://schemas.openxmlformats.org/presentationml/2006/main">
  <p:tag name="RAINPROBLEMTYPE" val="ProblemTypeMarker"/>
</p:tagLst>
</file>

<file path=ppt/tags/tag1965.xml><?xml version="1.0" encoding="utf-8"?>
<p:tagLst xmlns:p="http://schemas.openxmlformats.org/presentationml/2006/main">
  <p:tag name="RAINPROBLEM" val="ProblemBody"/>
</p:tagLst>
</file>

<file path=ppt/tags/tag1966.xml><?xml version="1.0" encoding="utf-8"?>
<p:tagLst xmlns:p="http://schemas.openxmlformats.org/presentationml/2006/main">
  <p:tag name="RAINPROBLEM" val="ProblemItem"/>
</p:tagLst>
</file>

<file path=ppt/tags/tag19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68.xml><?xml version="1.0" encoding="utf-8"?>
<p:tagLst xmlns:p="http://schemas.openxmlformats.org/presentationml/2006/main">
  <p:tag name="RAINPROBLEM" val="ProblemItem"/>
</p:tagLst>
</file>

<file path=ppt/tags/tag19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70.xml><?xml version="1.0" encoding="utf-8"?>
<p:tagLst xmlns:p="http://schemas.openxmlformats.org/presentationml/2006/main">
  <p:tag name="RAINPROBLEM" val="ProblemItem"/>
</p:tagLst>
</file>

<file path=ppt/tags/tag19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72.xml><?xml version="1.0" encoding="utf-8"?>
<p:tagLst xmlns:p="http://schemas.openxmlformats.org/presentationml/2006/main">
  <p:tag name="RAINPROBLEM" val="ProblemItem"/>
</p:tagLst>
</file>

<file path=ppt/tags/tag19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74.xml><?xml version="1.0" encoding="utf-8"?>
<p:tagLst xmlns:p="http://schemas.openxmlformats.org/presentationml/2006/main">
  <p:tag name="PROBLEMREMARKTITLE" val="ProblemRemarkBoardTitle"/>
</p:tagLst>
</file>

<file path=ppt/tags/tag1975.xml><?xml version="1.0" encoding="utf-8"?>
<p:tagLst xmlns:p="http://schemas.openxmlformats.org/presentationml/2006/main">
  <p:tag name="PROBLEMREMARKTITLE" val="ProblemRemarkBoardTitle"/>
</p:tagLst>
</file>

<file path=ppt/tags/tag1976.xml><?xml version="1.0" encoding="utf-8"?>
<p:tagLst xmlns:p="http://schemas.openxmlformats.org/presentationml/2006/main">
  <p:tag name="PROBLEMREMARKTITLE" val="ProblemRemarkBoardTitle"/>
</p:tagLst>
</file>

<file path=ppt/tags/tag1977.xml><?xml version="1.0" encoding="utf-8"?>
<p:tagLst xmlns:p="http://schemas.openxmlformats.org/presentationml/2006/main">
  <p:tag name="PROBLEMREMARKTITLE" val="ProblemRemarkBoardTitle"/>
</p:tagLst>
</file>

<file path=ppt/tags/tag1978.xml><?xml version="1.0" encoding="utf-8"?>
<p:tagLst xmlns:p="http://schemas.openxmlformats.org/presentationml/2006/main">
  <p:tag name="RAINPROBLEM" val="ProblemSetting"/>
  <p:tag name="RAINPROBLEMTYPE" val="MultipleChoice"/>
</p:tagLst>
</file>

<file path=ppt/tags/tag1979.xml><?xml version="1.0" encoding="utf-8"?>
<p:tagLst xmlns:p="http://schemas.openxmlformats.org/presentationml/2006/main">
  <p:tag name="PROBLEMREMARKTITLE" val="ProblemRemarkBoardTip"/>
</p:tagLst>
</file>

<file path=ppt/tags/tag1980.xml><?xml version="1.0" encoding="utf-8"?>
<p:tagLst xmlns:p="http://schemas.openxmlformats.org/presentationml/2006/main">
  <p:tag name="RAINPROBLEM" val="ProblemRemark"/>
</p:tagLst>
</file>

<file path=ppt/tags/tag1981.xml><?xml version="1.0" encoding="utf-8"?>
<p:tagLst xmlns:p="http://schemas.openxmlformats.org/presentationml/2006/main">
  <p:tag name="RAINPROBLEM" val="ProblemRemark"/>
</p:tagLst>
</file>

<file path=ppt/tags/tag1982.xml><?xml version="1.0" encoding="utf-8"?>
<p:tagLst xmlns:p="http://schemas.openxmlformats.org/presentationml/2006/main">
  <p:tag name="RAINPROBLEM" val="ProblemSubmit"/>
  <p:tag name="RAINPROBLEMTYPE" val="MultipleChoice"/>
</p:tagLst>
</file>

<file path=ppt/tags/tag1983.xml><?xml version="1.0" encoding="utf-8"?>
<p:tagLst xmlns:p="http://schemas.openxmlformats.org/presentationml/2006/main">
  <p:tag name="RAINPROBLEM" val="MultipleChoice"/>
  <p:tag name="PROBLEMHASREMARK" val="True"/>
</p:tagLst>
</file>

<file path=ppt/tags/tag1984.xml><?xml version="1.0" encoding="utf-8"?>
<p:tagLst xmlns:p="http://schemas.openxmlformats.org/presentationml/2006/main">
  <p:tag name="RAINPROBLEM" val="ProblemRemarkBoard"/>
</p:tagLst>
</file>

<file path=ppt/tags/tag1985.xml><?xml version="1.0" encoding="utf-8"?>
<p:tagLst xmlns:p="http://schemas.openxmlformats.org/presentationml/2006/main">
  <p:tag name="RAINPROBLEMTYPE" val="ProblemTypeMarker"/>
</p:tagLst>
</file>

<file path=ppt/tags/tag1986.xml><?xml version="1.0" encoding="utf-8"?>
<p:tagLst xmlns:p="http://schemas.openxmlformats.org/presentationml/2006/main">
  <p:tag name="RAINPROBLEMTYPE" val="ProblemTypeMarker"/>
</p:tagLst>
</file>

<file path=ppt/tags/tag1987.xml><?xml version="1.0" encoding="utf-8"?>
<p:tagLst xmlns:p="http://schemas.openxmlformats.org/presentationml/2006/main">
  <p:tag name="RAINPROBLEMTYPE" val="ProblemTypeMarker"/>
</p:tagLst>
</file>

<file path=ppt/tags/tag1988.xml><?xml version="1.0" encoding="utf-8"?>
<p:tagLst xmlns:p="http://schemas.openxmlformats.org/presentationml/2006/main">
  <p:tag name="RAINPROBLEMTYPE" val="ProblemTypeMarker"/>
</p:tagLst>
</file>

<file path=ppt/tags/tag1989.xml><?xml version="1.0" encoding="utf-8"?>
<p:tagLst xmlns:p="http://schemas.openxmlformats.org/presentationml/2006/main">
  <p:tag name="RAINPROBLEMTYPE" val="ProblemTypeMarker"/>
</p:tagLst>
</file>

<file path=ppt/tags/tag1990.xml><?xml version="1.0" encoding="utf-8"?>
<p:tagLst xmlns:p="http://schemas.openxmlformats.org/presentationml/2006/main">
  <p:tag name="RAINPROBLEM" val="ProblemBody"/>
</p:tagLst>
</file>

<file path=ppt/tags/tag1991.xml><?xml version="1.0" encoding="utf-8"?>
<p:tagLst xmlns:p="http://schemas.openxmlformats.org/presentationml/2006/main">
  <p:tag name="RAINPROBLEM" val="ProblemItem"/>
</p:tagLst>
</file>

<file path=ppt/tags/tag19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93.xml><?xml version="1.0" encoding="utf-8"?>
<p:tagLst xmlns:p="http://schemas.openxmlformats.org/presentationml/2006/main">
  <p:tag name="RAINPROBLEM" val="ProblemItem"/>
</p:tagLst>
</file>

<file path=ppt/tags/tag19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95.xml><?xml version="1.0" encoding="utf-8"?>
<p:tagLst xmlns:p="http://schemas.openxmlformats.org/presentationml/2006/main">
  <p:tag name="RAINPROBLEM" val="ProblemItem"/>
</p:tagLst>
</file>

<file path=ppt/tags/tag19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97.xml><?xml version="1.0" encoding="utf-8"?>
<p:tagLst xmlns:p="http://schemas.openxmlformats.org/presentationml/2006/main">
  <p:tag name="RAINPROBLEM" val="ProblemItem"/>
</p:tagLst>
</file>

<file path=ppt/tags/tag199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99.xml><?xml version="1.0" encoding="utf-8"?>
<p:tagLst xmlns:p="http://schemas.openxmlformats.org/presentationml/2006/main">
  <p:tag name="PROBLEMREMARKTITLE" val="ProblemRemarkBoardTitle"/>
</p:tagLst>
</file>

<file path=ppt/tags/tag2000.xml><?xml version="1.0" encoding="utf-8"?>
<p:tagLst xmlns:p="http://schemas.openxmlformats.org/presentationml/2006/main">
  <p:tag name="PROBLEMREMARKTITLE" val="ProblemRemarkBoardTitle"/>
</p:tagLst>
</file>

<file path=ppt/tags/tag2001.xml><?xml version="1.0" encoding="utf-8"?>
<p:tagLst xmlns:p="http://schemas.openxmlformats.org/presentationml/2006/main">
  <p:tag name="PROBLEMREMARKTITLE" val="ProblemRemarkBoardTitle"/>
</p:tagLst>
</file>

<file path=ppt/tags/tag2002.xml><?xml version="1.0" encoding="utf-8"?>
<p:tagLst xmlns:p="http://schemas.openxmlformats.org/presentationml/2006/main">
  <p:tag name="PROBLEMREMARKTITLE" val="ProblemRemarkBoardTitle"/>
</p:tagLst>
</file>

<file path=ppt/tags/tag2003.xml><?xml version="1.0" encoding="utf-8"?>
<p:tagLst xmlns:p="http://schemas.openxmlformats.org/presentationml/2006/main">
  <p:tag name="RAINPROBLEM" val="ProblemSetting"/>
  <p:tag name="RAINPROBLEMTYPE" val="MultipleChoice"/>
</p:tagLst>
</file>

<file path=ppt/tags/tag2004.xml><?xml version="1.0" encoding="utf-8"?>
<p:tagLst xmlns:p="http://schemas.openxmlformats.org/presentationml/2006/main">
  <p:tag name="PROBLEMREMARKTITLE" val="ProblemRemarkBoardTip"/>
</p:tagLst>
</file>

<file path=ppt/tags/tag2005.xml><?xml version="1.0" encoding="utf-8"?>
<p:tagLst xmlns:p="http://schemas.openxmlformats.org/presentationml/2006/main">
  <p:tag name="RAINPROBLEM" val="ProblemRemark"/>
</p:tagLst>
</file>

<file path=ppt/tags/tag2006.xml><?xml version="1.0" encoding="utf-8"?>
<p:tagLst xmlns:p="http://schemas.openxmlformats.org/presentationml/2006/main">
  <p:tag name="RAINPROBLEM" val="ProblemRemark"/>
</p:tagLst>
</file>

<file path=ppt/tags/tag2007.xml><?xml version="1.0" encoding="utf-8"?>
<p:tagLst xmlns:p="http://schemas.openxmlformats.org/presentationml/2006/main">
  <p:tag name="RAINPROBLEM" val="ProblemSubmit"/>
  <p:tag name="RAINPROBLEMTYPE" val="MultipleChoice"/>
</p:tagLst>
</file>

<file path=ppt/tags/tag2008.xml><?xml version="1.0" encoding="utf-8"?>
<p:tagLst xmlns:p="http://schemas.openxmlformats.org/presentationml/2006/main">
  <p:tag name="RAINPROBLEM" val="MultipleChoice"/>
  <p:tag name="PROBLEMHASREMARK" val="True"/>
</p:tagLst>
</file>

<file path=ppt/tags/tag2009.xml><?xml version="1.0" encoding="utf-8"?>
<p:tagLst xmlns:p="http://schemas.openxmlformats.org/presentationml/2006/main">
  <p:tag name="RAINPROBLEM" val="ProblemRemarkBoard"/>
</p:tagLst>
</file>

<file path=ppt/tags/tag2010.xml><?xml version="1.0" encoding="utf-8"?>
<p:tagLst xmlns:p="http://schemas.openxmlformats.org/presentationml/2006/main">
  <p:tag name="RAINPROBLEMTYPE" val="ProblemTypeMarker"/>
</p:tagLst>
</file>

<file path=ppt/tags/tag2011.xml><?xml version="1.0" encoding="utf-8"?>
<p:tagLst xmlns:p="http://schemas.openxmlformats.org/presentationml/2006/main">
  <p:tag name="RAINPROBLEMTYPE" val="ProblemTypeMarker"/>
</p:tagLst>
</file>

<file path=ppt/tags/tag2012.xml><?xml version="1.0" encoding="utf-8"?>
<p:tagLst xmlns:p="http://schemas.openxmlformats.org/presentationml/2006/main">
  <p:tag name="RAINPROBLEMTYPE" val="ProblemTypeMarker"/>
</p:tagLst>
</file>

<file path=ppt/tags/tag2013.xml><?xml version="1.0" encoding="utf-8"?>
<p:tagLst xmlns:p="http://schemas.openxmlformats.org/presentationml/2006/main">
  <p:tag name="RAINPROBLEMTYPE" val="ProblemTypeMarker"/>
</p:tagLst>
</file>

<file path=ppt/tags/tag2014.xml><?xml version="1.0" encoding="utf-8"?>
<p:tagLst xmlns:p="http://schemas.openxmlformats.org/presentationml/2006/main">
  <p:tag name="RAINPROBLEMTYPE" val="ProblemTypeMarker"/>
</p:tagLst>
</file>

<file path=ppt/tags/tag2015.xml><?xml version="1.0" encoding="utf-8"?>
<p:tagLst xmlns:p="http://schemas.openxmlformats.org/presentationml/2006/main">
  <p:tag name="RAINPROBLEM" val="ProblemBody"/>
</p:tagLst>
</file>

<file path=ppt/tags/tag2016.xml><?xml version="1.0" encoding="utf-8"?>
<p:tagLst xmlns:p="http://schemas.openxmlformats.org/presentationml/2006/main">
  <p:tag name="RAINPROBLEM" val="ProblemItem"/>
</p:tagLst>
</file>

<file path=ppt/tags/tag20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18.xml><?xml version="1.0" encoding="utf-8"?>
<p:tagLst xmlns:p="http://schemas.openxmlformats.org/presentationml/2006/main">
  <p:tag name="RAINPROBLEM" val="ProblemItem"/>
</p:tagLst>
</file>

<file path=ppt/tags/tag20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0.xml><?xml version="1.0" encoding="utf-8"?>
<p:tagLst xmlns:p="http://schemas.openxmlformats.org/presentationml/2006/main">
  <p:tag name="RAINPROBLEM" val="ProblemItem"/>
</p:tagLst>
</file>

<file path=ppt/tags/tag20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2.xml><?xml version="1.0" encoding="utf-8"?>
<p:tagLst xmlns:p="http://schemas.openxmlformats.org/presentationml/2006/main">
  <p:tag name="RAINPROBLEM" val="ProblemItem"/>
</p:tagLst>
</file>

<file path=ppt/tags/tag20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4.xml><?xml version="1.0" encoding="utf-8"?>
<p:tagLst xmlns:p="http://schemas.openxmlformats.org/presentationml/2006/main">
  <p:tag name="PROBLEMREMARKTITLE" val="ProblemRemarkBoardTitle"/>
</p:tagLst>
</file>

<file path=ppt/tags/tag2025.xml><?xml version="1.0" encoding="utf-8"?>
<p:tagLst xmlns:p="http://schemas.openxmlformats.org/presentationml/2006/main">
  <p:tag name="PROBLEMREMARKTITLE" val="ProblemRemarkBoardTitle"/>
</p:tagLst>
</file>

<file path=ppt/tags/tag2026.xml><?xml version="1.0" encoding="utf-8"?>
<p:tagLst xmlns:p="http://schemas.openxmlformats.org/presentationml/2006/main">
  <p:tag name="PROBLEMREMARKTITLE" val="ProblemRemarkBoardTitle"/>
</p:tagLst>
</file>

<file path=ppt/tags/tag2027.xml><?xml version="1.0" encoding="utf-8"?>
<p:tagLst xmlns:p="http://schemas.openxmlformats.org/presentationml/2006/main">
  <p:tag name="PROBLEMREMARKTITLE" val="ProblemRemarkBoardTitle"/>
</p:tagLst>
</file>

<file path=ppt/tags/tag2028.xml><?xml version="1.0" encoding="utf-8"?>
<p:tagLst xmlns:p="http://schemas.openxmlformats.org/presentationml/2006/main">
  <p:tag name="RAINPROBLEM" val="ProblemSetting"/>
  <p:tag name="RAINPROBLEMTYPE" val="MultipleChoice"/>
</p:tagLst>
</file>

<file path=ppt/tags/tag2029.xml><?xml version="1.0" encoding="utf-8"?>
<p:tagLst xmlns:p="http://schemas.openxmlformats.org/presentationml/2006/main">
  <p:tag name="PROBLEMREMARKTITLE" val="ProblemRemarkBoardTip"/>
</p:tagLst>
</file>

<file path=ppt/tags/tag2030.xml><?xml version="1.0" encoding="utf-8"?>
<p:tagLst xmlns:p="http://schemas.openxmlformats.org/presentationml/2006/main">
  <p:tag name="RAINPROBLEM" val="ProblemRemark"/>
</p:tagLst>
</file>

<file path=ppt/tags/tag2031.xml><?xml version="1.0" encoding="utf-8"?>
<p:tagLst xmlns:p="http://schemas.openxmlformats.org/presentationml/2006/main">
  <p:tag name="RAINPROBLEM" val="ProblemRemark"/>
</p:tagLst>
</file>

<file path=ppt/tags/tag2032.xml><?xml version="1.0" encoding="utf-8"?>
<p:tagLst xmlns:p="http://schemas.openxmlformats.org/presentationml/2006/main">
  <p:tag name="RAINPROBLEM" val="ProblemSubmit"/>
  <p:tag name="RAINPROBLEMTYPE" val="MultipleChoice"/>
</p:tagLst>
</file>

<file path=ppt/tags/tag2033.xml><?xml version="1.0" encoding="utf-8"?>
<p:tagLst xmlns:p="http://schemas.openxmlformats.org/presentationml/2006/main">
  <p:tag name="RAINPROBLEM" val="MultipleChoice"/>
  <p:tag name="PROBLEMHASREMARK" val="True"/>
</p:tagLst>
</file>

<file path=ppt/tags/tag2034.xml><?xml version="1.0" encoding="utf-8"?>
<p:tagLst xmlns:p="http://schemas.openxmlformats.org/presentationml/2006/main">
  <p:tag name="RAINPROBLEM" val="ProblemRemarkBoard"/>
</p:tagLst>
</file>

<file path=ppt/tags/tag2035.xml><?xml version="1.0" encoding="utf-8"?>
<p:tagLst xmlns:p="http://schemas.openxmlformats.org/presentationml/2006/main">
  <p:tag name="RAINPROBLEMTYPE" val="ProblemTypeMarker"/>
</p:tagLst>
</file>

<file path=ppt/tags/tag2036.xml><?xml version="1.0" encoding="utf-8"?>
<p:tagLst xmlns:p="http://schemas.openxmlformats.org/presentationml/2006/main">
  <p:tag name="RAINPROBLEMTYPE" val="ProblemTypeMarker"/>
</p:tagLst>
</file>

<file path=ppt/tags/tag2037.xml><?xml version="1.0" encoding="utf-8"?>
<p:tagLst xmlns:p="http://schemas.openxmlformats.org/presentationml/2006/main">
  <p:tag name="RAINPROBLEMTYPE" val="ProblemTypeMarker"/>
</p:tagLst>
</file>

<file path=ppt/tags/tag2038.xml><?xml version="1.0" encoding="utf-8"?>
<p:tagLst xmlns:p="http://schemas.openxmlformats.org/presentationml/2006/main">
  <p:tag name="RAINPROBLEMTYPE" val="ProblemTypeMarker"/>
</p:tagLst>
</file>

<file path=ppt/tags/tag2039.xml><?xml version="1.0" encoding="utf-8"?>
<p:tagLst xmlns:p="http://schemas.openxmlformats.org/presentationml/2006/main">
  <p:tag name="RAINPROBLEMTYPE" val="ProblemTypeMarker"/>
</p:tagLst>
</file>

<file path=ppt/tags/tag2040.xml><?xml version="1.0" encoding="utf-8"?>
<p:tagLst xmlns:p="http://schemas.openxmlformats.org/presentationml/2006/main">
  <p:tag name="RAINPROBLEM" val="ProblemBody"/>
</p:tagLst>
</file>

<file path=ppt/tags/tag2041.xml><?xml version="1.0" encoding="utf-8"?>
<p:tagLst xmlns:p="http://schemas.openxmlformats.org/presentationml/2006/main">
  <p:tag name="RAINPROBLEM" val="ProblemItem"/>
</p:tagLst>
</file>

<file path=ppt/tags/tag20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3.xml><?xml version="1.0" encoding="utf-8"?>
<p:tagLst xmlns:p="http://schemas.openxmlformats.org/presentationml/2006/main">
  <p:tag name="RAINPROBLEM" val="ProblemItem"/>
</p:tagLst>
</file>

<file path=ppt/tags/tag20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5.xml><?xml version="1.0" encoding="utf-8"?>
<p:tagLst xmlns:p="http://schemas.openxmlformats.org/presentationml/2006/main">
  <p:tag name="RAINPROBLEM" val="ProblemItem"/>
</p:tagLst>
</file>

<file path=ppt/tags/tag20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7.xml><?xml version="1.0" encoding="utf-8"?>
<p:tagLst xmlns:p="http://schemas.openxmlformats.org/presentationml/2006/main">
  <p:tag name="RAINPROBLEM" val="ProblemItem"/>
</p:tagLst>
</file>

<file path=ppt/tags/tag204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49.xml><?xml version="1.0" encoding="utf-8"?>
<p:tagLst xmlns:p="http://schemas.openxmlformats.org/presentationml/2006/main">
  <p:tag name="PROBLEMREMARKTITLE" val="ProblemRemarkBoardTitle"/>
</p:tagLst>
</file>

<file path=ppt/tags/tag2050.xml><?xml version="1.0" encoding="utf-8"?>
<p:tagLst xmlns:p="http://schemas.openxmlformats.org/presentationml/2006/main">
  <p:tag name="PROBLEMREMARKTITLE" val="ProblemRemarkBoardTitle"/>
</p:tagLst>
</file>

<file path=ppt/tags/tag2051.xml><?xml version="1.0" encoding="utf-8"?>
<p:tagLst xmlns:p="http://schemas.openxmlformats.org/presentationml/2006/main">
  <p:tag name="PROBLEMREMARKTITLE" val="ProblemRemarkBoardTitle"/>
</p:tagLst>
</file>

<file path=ppt/tags/tag2052.xml><?xml version="1.0" encoding="utf-8"?>
<p:tagLst xmlns:p="http://schemas.openxmlformats.org/presentationml/2006/main">
  <p:tag name="PROBLEMREMARKTITLE" val="ProblemRemarkBoardTitle"/>
</p:tagLst>
</file>

<file path=ppt/tags/tag2053.xml><?xml version="1.0" encoding="utf-8"?>
<p:tagLst xmlns:p="http://schemas.openxmlformats.org/presentationml/2006/main">
  <p:tag name="RAINPROBLEM" val="ProblemSetting"/>
  <p:tag name="RAINPROBLEMTYPE" val="MultipleChoice"/>
</p:tagLst>
</file>

<file path=ppt/tags/tag2054.xml><?xml version="1.0" encoding="utf-8"?>
<p:tagLst xmlns:p="http://schemas.openxmlformats.org/presentationml/2006/main">
  <p:tag name="PROBLEMREMARKTITLE" val="ProblemRemarkBoardTip"/>
</p:tagLst>
</file>

<file path=ppt/tags/tag2055.xml><?xml version="1.0" encoding="utf-8"?>
<p:tagLst xmlns:p="http://schemas.openxmlformats.org/presentationml/2006/main">
  <p:tag name="RAINPROBLEM" val="ProblemRemark"/>
</p:tagLst>
</file>

<file path=ppt/tags/tag2056.xml><?xml version="1.0" encoding="utf-8"?>
<p:tagLst xmlns:p="http://schemas.openxmlformats.org/presentationml/2006/main">
  <p:tag name="RAINPROBLEM" val="ProblemRemark"/>
</p:tagLst>
</file>

<file path=ppt/tags/tag2057.xml><?xml version="1.0" encoding="utf-8"?>
<p:tagLst xmlns:p="http://schemas.openxmlformats.org/presentationml/2006/main">
  <p:tag name="RAINPROBLEM" val="ProblemSubmit"/>
  <p:tag name="RAINPROBLEMTYPE" val="MultipleChoice"/>
</p:tagLst>
</file>

<file path=ppt/tags/tag2058.xml><?xml version="1.0" encoding="utf-8"?>
<p:tagLst xmlns:p="http://schemas.openxmlformats.org/presentationml/2006/main">
  <p:tag name="RAINPROBLEM" val="MultipleChoice"/>
  <p:tag name="PROBLEMHASREMARK" val="True"/>
</p:tagLst>
</file>

<file path=ppt/tags/tag2059.xml><?xml version="1.0" encoding="utf-8"?>
<p:tagLst xmlns:p="http://schemas.openxmlformats.org/presentationml/2006/main">
  <p:tag name="RAINPROBLEM" val="ProblemRemarkBoard"/>
</p:tagLst>
</file>

<file path=ppt/tags/tag2060.xml><?xml version="1.0" encoding="utf-8"?>
<p:tagLst xmlns:p="http://schemas.openxmlformats.org/presentationml/2006/main">
  <p:tag name="RAINPROBLEMTYPE" val="ProblemTypeMarker"/>
</p:tagLst>
</file>

<file path=ppt/tags/tag2061.xml><?xml version="1.0" encoding="utf-8"?>
<p:tagLst xmlns:p="http://schemas.openxmlformats.org/presentationml/2006/main">
  <p:tag name="RAINPROBLEMTYPE" val="ProblemTypeMarker"/>
</p:tagLst>
</file>

<file path=ppt/tags/tag2062.xml><?xml version="1.0" encoding="utf-8"?>
<p:tagLst xmlns:p="http://schemas.openxmlformats.org/presentationml/2006/main">
  <p:tag name="RAINPROBLEMTYPE" val="ProblemTypeMarker"/>
</p:tagLst>
</file>

<file path=ppt/tags/tag2063.xml><?xml version="1.0" encoding="utf-8"?>
<p:tagLst xmlns:p="http://schemas.openxmlformats.org/presentationml/2006/main">
  <p:tag name="RAINPROBLEMTYPE" val="ProblemTypeMarker"/>
</p:tagLst>
</file>

<file path=ppt/tags/tag2064.xml><?xml version="1.0" encoding="utf-8"?>
<p:tagLst xmlns:p="http://schemas.openxmlformats.org/presentationml/2006/main">
  <p:tag name="RAINPROBLEMTYPE" val="ProblemTypeMarker"/>
</p:tagLst>
</file>

<file path=ppt/tags/tag2065.xml><?xml version="1.0" encoding="utf-8"?>
<p:tagLst xmlns:p="http://schemas.openxmlformats.org/presentationml/2006/main">
  <p:tag name="RAINPROBLEM" val="ProblemBody"/>
</p:tagLst>
</file>

<file path=ppt/tags/tag2066.xml><?xml version="1.0" encoding="utf-8"?>
<p:tagLst xmlns:p="http://schemas.openxmlformats.org/presentationml/2006/main">
  <p:tag name="RAINPROBLEM" val="ProblemItem"/>
</p:tagLst>
</file>

<file path=ppt/tags/tag20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68.xml><?xml version="1.0" encoding="utf-8"?>
<p:tagLst xmlns:p="http://schemas.openxmlformats.org/presentationml/2006/main">
  <p:tag name="RAINPROBLEM" val="ProblemItem"/>
</p:tagLst>
</file>

<file path=ppt/tags/tag20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70.xml><?xml version="1.0" encoding="utf-8"?>
<p:tagLst xmlns:p="http://schemas.openxmlformats.org/presentationml/2006/main">
  <p:tag name="RAINPROBLEM" val="ProblemItem"/>
</p:tagLst>
</file>

<file path=ppt/tags/tag20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2.xml><?xml version="1.0" encoding="utf-8"?>
<p:tagLst xmlns:p="http://schemas.openxmlformats.org/presentationml/2006/main">
  <p:tag name="RAINPROBLEM" val="ProblemItem"/>
</p:tagLst>
</file>

<file path=ppt/tags/tag20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4.xml><?xml version="1.0" encoding="utf-8"?>
<p:tagLst xmlns:p="http://schemas.openxmlformats.org/presentationml/2006/main">
  <p:tag name="PROBLEMREMARKTITLE" val="ProblemRemarkBoardTitle"/>
</p:tagLst>
</file>

<file path=ppt/tags/tag2075.xml><?xml version="1.0" encoding="utf-8"?>
<p:tagLst xmlns:p="http://schemas.openxmlformats.org/presentationml/2006/main">
  <p:tag name="PROBLEMREMARKTITLE" val="ProblemRemarkBoardTitle"/>
</p:tagLst>
</file>

<file path=ppt/tags/tag2076.xml><?xml version="1.0" encoding="utf-8"?>
<p:tagLst xmlns:p="http://schemas.openxmlformats.org/presentationml/2006/main">
  <p:tag name="PROBLEMREMARKTITLE" val="ProblemRemarkBoardTitle"/>
</p:tagLst>
</file>

<file path=ppt/tags/tag2077.xml><?xml version="1.0" encoding="utf-8"?>
<p:tagLst xmlns:p="http://schemas.openxmlformats.org/presentationml/2006/main">
  <p:tag name="PROBLEMREMARKTITLE" val="ProblemRemarkBoardTitle"/>
</p:tagLst>
</file>

<file path=ppt/tags/tag2078.xml><?xml version="1.0" encoding="utf-8"?>
<p:tagLst xmlns:p="http://schemas.openxmlformats.org/presentationml/2006/main">
  <p:tag name="RAINPROBLEM" val="ProblemSetting"/>
  <p:tag name="RAINPROBLEMTYPE" val="MultipleChoice"/>
</p:tagLst>
</file>

<file path=ppt/tags/tag2079.xml><?xml version="1.0" encoding="utf-8"?>
<p:tagLst xmlns:p="http://schemas.openxmlformats.org/presentationml/2006/main">
  <p:tag name="PROBLEMREMARKTITLE" val="ProblemRemarkBoardTip"/>
</p:tagLst>
</file>

<file path=ppt/tags/tag2080.xml><?xml version="1.0" encoding="utf-8"?>
<p:tagLst xmlns:p="http://schemas.openxmlformats.org/presentationml/2006/main">
  <p:tag name="RAINPROBLEM" val="ProblemRemark"/>
</p:tagLst>
</file>

<file path=ppt/tags/tag2081.xml><?xml version="1.0" encoding="utf-8"?>
<p:tagLst xmlns:p="http://schemas.openxmlformats.org/presentationml/2006/main">
  <p:tag name="RAINPROBLEM" val="ProblemRemark"/>
</p:tagLst>
</file>

<file path=ppt/tags/tag2082.xml><?xml version="1.0" encoding="utf-8"?>
<p:tagLst xmlns:p="http://schemas.openxmlformats.org/presentationml/2006/main">
  <p:tag name="RAINPROBLEM" val="ProblemSubmit"/>
  <p:tag name="RAINPROBLEMTYPE" val="MultipleChoice"/>
</p:tagLst>
</file>

<file path=ppt/tags/tag2083.xml><?xml version="1.0" encoding="utf-8"?>
<p:tagLst xmlns:p="http://schemas.openxmlformats.org/presentationml/2006/main">
  <p:tag name="RAINPROBLEM" val="MultipleChoice"/>
  <p:tag name="PROBLEMHASREMARK" val="True"/>
</p:tagLst>
</file>

<file path=ppt/tags/tag2084.xml><?xml version="1.0" encoding="utf-8"?>
<p:tagLst xmlns:p="http://schemas.openxmlformats.org/presentationml/2006/main">
  <p:tag name="RAINPROBLEM" val="ProblemRemarkBoard"/>
</p:tagLst>
</file>

<file path=ppt/tags/tag2085.xml><?xml version="1.0" encoding="utf-8"?>
<p:tagLst xmlns:p="http://schemas.openxmlformats.org/presentationml/2006/main">
  <p:tag name="RAINPROBLEMTYPE" val="ProblemTypeMarker"/>
</p:tagLst>
</file>

<file path=ppt/tags/tag2086.xml><?xml version="1.0" encoding="utf-8"?>
<p:tagLst xmlns:p="http://schemas.openxmlformats.org/presentationml/2006/main">
  <p:tag name="RAINPROBLEMTYPE" val="ProblemTypeMarker"/>
</p:tagLst>
</file>

<file path=ppt/tags/tag2087.xml><?xml version="1.0" encoding="utf-8"?>
<p:tagLst xmlns:p="http://schemas.openxmlformats.org/presentationml/2006/main">
  <p:tag name="RAINPROBLEMTYPE" val="ProblemTypeMarker"/>
</p:tagLst>
</file>

<file path=ppt/tags/tag2088.xml><?xml version="1.0" encoding="utf-8"?>
<p:tagLst xmlns:p="http://schemas.openxmlformats.org/presentationml/2006/main">
  <p:tag name="RAINPROBLEMTYPE" val="ProblemTypeMarker"/>
</p:tagLst>
</file>

<file path=ppt/tags/tag2089.xml><?xml version="1.0" encoding="utf-8"?>
<p:tagLst xmlns:p="http://schemas.openxmlformats.org/presentationml/2006/main">
  <p:tag name="RAINPROBLEMTYPE" val="ProblemTypeMarker"/>
</p:tagLst>
</file>

<file path=ppt/tags/tag2090.xml><?xml version="1.0" encoding="utf-8"?>
<p:tagLst xmlns:p="http://schemas.openxmlformats.org/presentationml/2006/main">
  <p:tag name="RAINPROBLEM" val="ProblemBody"/>
</p:tagLst>
</file>

<file path=ppt/tags/tag2091.xml><?xml version="1.0" encoding="utf-8"?>
<p:tagLst xmlns:p="http://schemas.openxmlformats.org/presentationml/2006/main">
  <p:tag name="RAINPROBLEM" val="ProblemItem"/>
</p:tagLst>
</file>

<file path=ppt/tags/tag20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93.xml><?xml version="1.0" encoding="utf-8"?>
<p:tagLst xmlns:p="http://schemas.openxmlformats.org/presentationml/2006/main">
  <p:tag name="RAINPROBLEM" val="ProblemItem"/>
</p:tagLst>
</file>

<file path=ppt/tags/tag20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95.xml><?xml version="1.0" encoding="utf-8"?>
<p:tagLst xmlns:p="http://schemas.openxmlformats.org/presentationml/2006/main">
  <p:tag name="RAINPROBLEM" val="ProblemItem"/>
</p:tagLst>
</file>

<file path=ppt/tags/tag20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97.xml><?xml version="1.0" encoding="utf-8"?>
<p:tagLst xmlns:p="http://schemas.openxmlformats.org/presentationml/2006/main">
  <p:tag name="RAINPROBLEM" val="ProblemItem"/>
</p:tagLst>
</file>

<file path=ppt/tags/tag20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99.xml><?xml version="1.0" encoding="utf-8"?>
<p:tagLst xmlns:p="http://schemas.openxmlformats.org/presentationml/2006/main">
  <p:tag name="PROBLEMREMARKTITLE" val="ProblemRemarkBoardTitle"/>
</p:tagLst>
</file>

<file path=ppt/tags/tag2100.xml><?xml version="1.0" encoding="utf-8"?>
<p:tagLst xmlns:p="http://schemas.openxmlformats.org/presentationml/2006/main">
  <p:tag name="PROBLEMREMARKTITLE" val="ProblemRemarkBoardTitle"/>
</p:tagLst>
</file>

<file path=ppt/tags/tag2101.xml><?xml version="1.0" encoding="utf-8"?>
<p:tagLst xmlns:p="http://schemas.openxmlformats.org/presentationml/2006/main">
  <p:tag name="PROBLEMREMARKTITLE" val="ProblemRemarkBoardTitle"/>
</p:tagLst>
</file>

<file path=ppt/tags/tag2102.xml><?xml version="1.0" encoding="utf-8"?>
<p:tagLst xmlns:p="http://schemas.openxmlformats.org/presentationml/2006/main">
  <p:tag name="PROBLEMREMARKTITLE" val="ProblemRemarkBoardTitle"/>
</p:tagLst>
</file>

<file path=ppt/tags/tag2103.xml><?xml version="1.0" encoding="utf-8"?>
<p:tagLst xmlns:p="http://schemas.openxmlformats.org/presentationml/2006/main">
  <p:tag name="RAINPROBLEM" val="ProblemSetting"/>
  <p:tag name="RAINPROBLEMTYPE" val="MultipleChoice"/>
</p:tagLst>
</file>

<file path=ppt/tags/tag2104.xml><?xml version="1.0" encoding="utf-8"?>
<p:tagLst xmlns:p="http://schemas.openxmlformats.org/presentationml/2006/main">
  <p:tag name="PROBLEMREMARKTITLE" val="ProblemRemarkBoardTip"/>
</p:tagLst>
</file>

<file path=ppt/tags/tag2105.xml><?xml version="1.0" encoding="utf-8"?>
<p:tagLst xmlns:p="http://schemas.openxmlformats.org/presentationml/2006/main">
  <p:tag name="RAINPROBLEM" val="ProblemRemark"/>
</p:tagLst>
</file>

<file path=ppt/tags/tag2106.xml><?xml version="1.0" encoding="utf-8"?>
<p:tagLst xmlns:p="http://schemas.openxmlformats.org/presentationml/2006/main">
  <p:tag name="RAINPROBLEM" val="ProblemRemark"/>
</p:tagLst>
</file>

<file path=ppt/tags/tag2107.xml><?xml version="1.0" encoding="utf-8"?>
<p:tagLst xmlns:p="http://schemas.openxmlformats.org/presentationml/2006/main">
  <p:tag name="RAINPROBLEM" val="ProblemSubmit"/>
  <p:tag name="RAINPROBLEMTYPE" val="MultipleChoice"/>
</p:tagLst>
</file>

<file path=ppt/tags/tag2108.xml><?xml version="1.0" encoding="utf-8"?>
<p:tagLst xmlns:p="http://schemas.openxmlformats.org/presentationml/2006/main">
  <p:tag name="RAINPROBLEM" val="MultipleChoice"/>
  <p:tag name="PROBLEMHASREMARK" val="True"/>
</p:tagLst>
</file>

<file path=ppt/tags/tag2109.xml><?xml version="1.0" encoding="utf-8"?>
<p:tagLst xmlns:p="http://schemas.openxmlformats.org/presentationml/2006/main">
  <p:tag name="RAINPROBLEM" val="ProblemRemarkBoard"/>
</p:tagLst>
</file>

<file path=ppt/tags/tag2110.xml><?xml version="1.0" encoding="utf-8"?>
<p:tagLst xmlns:p="http://schemas.openxmlformats.org/presentationml/2006/main">
  <p:tag name="RAINPROBLEMTYPE" val="ProblemTypeMarker"/>
</p:tagLst>
</file>

<file path=ppt/tags/tag2111.xml><?xml version="1.0" encoding="utf-8"?>
<p:tagLst xmlns:p="http://schemas.openxmlformats.org/presentationml/2006/main">
  <p:tag name="RAINPROBLEMTYPE" val="ProblemTypeMarker"/>
</p:tagLst>
</file>

<file path=ppt/tags/tag2112.xml><?xml version="1.0" encoding="utf-8"?>
<p:tagLst xmlns:p="http://schemas.openxmlformats.org/presentationml/2006/main">
  <p:tag name="RAINPROBLEMTYPE" val="ProblemTypeMarker"/>
</p:tagLst>
</file>

<file path=ppt/tags/tag2113.xml><?xml version="1.0" encoding="utf-8"?>
<p:tagLst xmlns:p="http://schemas.openxmlformats.org/presentationml/2006/main">
  <p:tag name="RAINPROBLEMTYPE" val="ProblemTypeMarker"/>
</p:tagLst>
</file>

<file path=ppt/tags/tag2114.xml><?xml version="1.0" encoding="utf-8"?>
<p:tagLst xmlns:p="http://schemas.openxmlformats.org/presentationml/2006/main">
  <p:tag name="RAINPROBLEMTYPE" val="ProblemTypeMarker"/>
</p:tagLst>
</file>

<file path=ppt/tags/tag2115.xml><?xml version="1.0" encoding="utf-8"?>
<p:tagLst xmlns:p="http://schemas.openxmlformats.org/presentationml/2006/main">
  <p:tag name="RAINPROBLEM" val="ProblemBody"/>
</p:tagLst>
</file>

<file path=ppt/tags/tag2116.xml><?xml version="1.0" encoding="utf-8"?>
<p:tagLst xmlns:p="http://schemas.openxmlformats.org/presentationml/2006/main">
  <p:tag name="RAINPROBLEM" val="ProblemItem"/>
</p:tagLst>
</file>

<file path=ppt/tags/tag21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18.xml><?xml version="1.0" encoding="utf-8"?>
<p:tagLst xmlns:p="http://schemas.openxmlformats.org/presentationml/2006/main">
  <p:tag name="RAINPROBLEM" val="ProblemItem"/>
</p:tagLst>
</file>

<file path=ppt/tags/tag21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20.xml><?xml version="1.0" encoding="utf-8"?>
<p:tagLst xmlns:p="http://schemas.openxmlformats.org/presentationml/2006/main">
  <p:tag name="RAINPROBLEM" val="ProblemItem"/>
</p:tagLst>
</file>

<file path=ppt/tags/tag21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22.xml><?xml version="1.0" encoding="utf-8"?>
<p:tagLst xmlns:p="http://schemas.openxmlformats.org/presentationml/2006/main">
  <p:tag name="RAINPROBLEM" val="ProblemItem"/>
</p:tagLst>
</file>

<file path=ppt/tags/tag2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24.xml><?xml version="1.0" encoding="utf-8"?>
<p:tagLst xmlns:p="http://schemas.openxmlformats.org/presentationml/2006/main">
  <p:tag name="PROBLEMREMARKTITLE" val="ProblemRemarkBoardTitle"/>
</p:tagLst>
</file>

<file path=ppt/tags/tag2125.xml><?xml version="1.0" encoding="utf-8"?>
<p:tagLst xmlns:p="http://schemas.openxmlformats.org/presentationml/2006/main">
  <p:tag name="PROBLEMREMARKTITLE" val="ProblemRemarkBoardTitle"/>
</p:tagLst>
</file>

<file path=ppt/tags/tag2126.xml><?xml version="1.0" encoding="utf-8"?>
<p:tagLst xmlns:p="http://schemas.openxmlformats.org/presentationml/2006/main">
  <p:tag name="PROBLEMREMARKTITLE" val="ProblemRemarkBoardTitle"/>
</p:tagLst>
</file>

<file path=ppt/tags/tag2127.xml><?xml version="1.0" encoding="utf-8"?>
<p:tagLst xmlns:p="http://schemas.openxmlformats.org/presentationml/2006/main">
  <p:tag name="PROBLEMREMARKTITLE" val="ProblemRemarkBoardTitle"/>
</p:tagLst>
</file>

<file path=ppt/tags/tag2128.xml><?xml version="1.0" encoding="utf-8"?>
<p:tagLst xmlns:p="http://schemas.openxmlformats.org/presentationml/2006/main">
  <p:tag name="RAINPROBLEM" val="ProblemSetting"/>
  <p:tag name="RAINPROBLEMTYPE" val="MultipleChoice"/>
</p:tagLst>
</file>

<file path=ppt/tags/tag2129.xml><?xml version="1.0" encoding="utf-8"?>
<p:tagLst xmlns:p="http://schemas.openxmlformats.org/presentationml/2006/main">
  <p:tag name="PROBLEMREMARKTITLE" val="ProblemRemarkBoardTip"/>
</p:tagLst>
</file>

<file path=ppt/tags/tag2130.xml><?xml version="1.0" encoding="utf-8"?>
<p:tagLst xmlns:p="http://schemas.openxmlformats.org/presentationml/2006/main">
  <p:tag name="RAINPROBLEM" val="ProblemRemark"/>
</p:tagLst>
</file>

<file path=ppt/tags/tag2131.xml><?xml version="1.0" encoding="utf-8"?>
<p:tagLst xmlns:p="http://schemas.openxmlformats.org/presentationml/2006/main">
  <p:tag name="RAINPROBLEM" val="ProblemRemark"/>
</p:tagLst>
</file>

<file path=ppt/tags/tag2132.xml><?xml version="1.0" encoding="utf-8"?>
<p:tagLst xmlns:p="http://schemas.openxmlformats.org/presentationml/2006/main">
  <p:tag name="RAINPROBLEM" val="ProblemSubmit"/>
  <p:tag name="RAINPROBLEMTYPE" val="MultipleChoice"/>
</p:tagLst>
</file>

<file path=ppt/tags/tag2133.xml><?xml version="1.0" encoding="utf-8"?>
<p:tagLst xmlns:p="http://schemas.openxmlformats.org/presentationml/2006/main">
  <p:tag name="RAINPROBLEM" val="MultipleChoice"/>
  <p:tag name="PROBLEMHASREMARK" val="True"/>
</p:tagLst>
</file>

<file path=ppt/tags/tag2134.xml><?xml version="1.0" encoding="utf-8"?>
<p:tagLst xmlns:p="http://schemas.openxmlformats.org/presentationml/2006/main">
  <p:tag name="RAINPROBLEM" val="ProblemRemarkBoard"/>
</p:tagLst>
</file>

<file path=ppt/tags/tag2135.xml><?xml version="1.0" encoding="utf-8"?>
<p:tagLst xmlns:p="http://schemas.openxmlformats.org/presentationml/2006/main">
  <p:tag name="RAINPROBLEMTYPE" val="ProblemTypeMarker"/>
</p:tagLst>
</file>

<file path=ppt/tags/tag2136.xml><?xml version="1.0" encoding="utf-8"?>
<p:tagLst xmlns:p="http://schemas.openxmlformats.org/presentationml/2006/main">
  <p:tag name="RAINPROBLEMTYPE" val="ProblemTypeMarker"/>
</p:tagLst>
</file>

<file path=ppt/tags/tag2137.xml><?xml version="1.0" encoding="utf-8"?>
<p:tagLst xmlns:p="http://schemas.openxmlformats.org/presentationml/2006/main">
  <p:tag name="RAINPROBLEMTYPE" val="ProblemTypeMarker"/>
</p:tagLst>
</file>

<file path=ppt/tags/tag2138.xml><?xml version="1.0" encoding="utf-8"?>
<p:tagLst xmlns:p="http://schemas.openxmlformats.org/presentationml/2006/main">
  <p:tag name="RAINPROBLEMTYPE" val="ProblemTypeMarker"/>
</p:tagLst>
</file>

<file path=ppt/tags/tag2139.xml><?xml version="1.0" encoding="utf-8"?>
<p:tagLst xmlns:p="http://schemas.openxmlformats.org/presentationml/2006/main">
  <p:tag name="RAINPROBLEMTYPE" val="ProblemTypeMarker"/>
</p:tagLst>
</file>

<file path=ppt/tags/tag2140.xml><?xml version="1.0" encoding="utf-8"?>
<p:tagLst xmlns:p="http://schemas.openxmlformats.org/presentationml/2006/main">
  <p:tag name="RAINPROBLEM" val="ProblemBody"/>
</p:tagLst>
</file>

<file path=ppt/tags/tag2141.xml><?xml version="1.0" encoding="utf-8"?>
<p:tagLst xmlns:p="http://schemas.openxmlformats.org/presentationml/2006/main">
  <p:tag name="RAINPROBLEM" val="ProblemItem"/>
</p:tagLst>
</file>

<file path=ppt/tags/tag21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43.xml><?xml version="1.0" encoding="utf-8"?>
<p:tagLst xmlns:p="http://schemas.openxmlformats.org/presentationml/2006/main">
  <p:tag name="RAINPROBLEM" val="ProblemItem"/>
</p:tagLst>
</file>

<file path=ppt/tags/tag21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5.xml><?xml version="1.0" encoding="utf-8"?>
<p:tagLst xmlns:p="http://schemas.openxmlformats.org/presentationml/2006/main">
  <p:tag name="RAINPROBLEM" val="ProblemItem"/>
</p:tagLst>
</file>

<file path=ppt/tags/tag21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7.xml><?xml version="1.0" encoding="utf-8"?>
<p:tagLst xmlns:p="http://schemas.openxmlformats.org/presentationml/2006/main">
  <p:tag name="RAINPROBLEM" val="ProblemItem"/>
</p:tagLst>
</file>

<file path=ppt/tags/tag21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9.xml><?xml version="1.0" encoding="utf-8"?>
<p:tagLst xmlns:p="http://schemas.openxmlformats.org/presentationml/2006/main">
  <p:tag name="PROBLEMREMARKTITLE" val="ProblemRemarkBoardTitle"/>
</p:tagLst>
</file>

<file path=ppt/tags/tag2150.xml><?xml version="1.0" encoding="utf-8"?>
<p:tagLst xmlns:p="http://schemas.openxmlformats.org/presentationml/2006/main">
  <p:tag name="PROBLEMREMARKTITLE" val="ProblemRemarkBoardTitle"/>
</p:tagLst>
</file>

<file path=ppt/tags/tag2151.xml><?xml version="1.0" encoding="utf-8"?>
<p:tagLst xmlns:p="http://schemas.openxmlformats.org/presentationml/2006/main">
  <p:tag name="PROBLEMREMARKTITLE" val="ProblemRemarkBoardTitle"/>
</p:tagLst>
</file>

<file path=ppt/tags/tag2152.xml><?xml version="1.0" encoding="utf-8"?>
<p:tagLst xmlns:p="http://schemas.openxmlformats.org/presentationml/2006/main">
  <p:tag name="PROBLEMREMARKTITLE" val="ProblemRemarkBoardTitle"/>
</p:tagLst>
</file>

<file path=ppt/tags/tag2153.xml><?xml version="1.0" encoding="utf-8"?>
<p:tagLst xmlns:p="http://schemas.openxmlformats.org/presentationml/2006/main">
  <p:tag name="RAINPROBLEM" val="ProblemSetting"/>
  <p:tag name="RAINPROBLEMTYPE" val="MultipleChoice"/>
</p:tagLst>
</file>

<file path=ppt/tags/tag2154.xml><?xml version="1.0" encoding="utf-8"?>
<p:tagLst xmlns:p="http://schemas.openxmlformats.org/presentationml/2006/main">
  <p:tag name="PROBLEMREMARKTITLE" val="ProblemRemarkBoardTip"/>
</p:tagLst>
</file>

<file path=ppt/tags/tag2155.xml><?xml version="1.0" encoding="utf-8"?>
<p:tagLst xmlns:p="http://schemas.openxmlformats.org/presentationml/2006/main">
  <p:tag name="RAINPROBLEM" val="ProblemRemark"/>
</p:tagLst>
</file>

<file path=ppt/tags/tag2156.xml><?xml version="1.0" encoding="utf-8"?>
<p:tagLst xmlns:p="http://schemas.openxmlformats.org/presentationml/2006/main">
  <p:tag name="RAINPROBLEM" val="ProblemRemark"/>
</p:tagLst>
</file>

<file path=ppt/tags/tag2157.xml><?xml version="1.0" encoding="utf-8"?>
<p:tagLst xmlns:p="http://schemas.openxmlformats.org/presentationml/2006/main">
  <p:tag name="RAINPROBLEM" val="ProblemSubmit"/>
  <p:tag name="RAINPROBLEMTYPE" val="MultipleChoice"/>
</p:tagLst>
</file>

<file path=ppt/tags/tag2158.xml><?xml version="1.0" encoding="utf-8"?>
<p:tagLst xmlns:p="http://schemas.openxmlformats.org/presentationml/2006/main">
  <p:tag name="RAINPROBLEM" val="MultipleChoice"/>
  <p:tag name="PROBLEMHASREMARK" val="True"/>
</p:tagLst>
</file>

<file path=ppt/tags/tag2159.xml><?xml version="1.0" encoding="utf-8"?>
<p:tagLst xmlns:p="http://schemas.openxmlformats.org/presentationml/2006/main">
  <p:tag name="RAINPROBLEM" val="ProblemRemarkBoard"/>
</p:tagLst>
</file>

<file path=ppt/tags/tag2160.xml><?xml version="1.0" encoding="utf-8"?>
<p:tagLst xmlns:p="http://schemas.openxmlformats.org/presentationml/2006/main">
  <p:tag name="RAINPROBLEMTYPE" val="ProblemTypeMarker"/>
</p:tagLst>
</file>

<file path=ppt/tags/tag2161.xml><?xml version="1.0" encoding="utf-8"?>
<p:tagLst xmlns:p="http://schemas.openxmlformats.org/presentationml/2006/main">
  <p:tag name="RAINPROBLEMTYPE" val="ProblemTypeMarker"/>
</p:tagLst>
</file>

<file path=ppt/tags/tag2162.xml><?xml version="1.0" encoding="utf-8"?>
<p:tagLst xmlns:p="http://schemas.openxmlformats.org/presentationml/2006/main">
  <p:tag name="RAINPROBLEMTYPE" val="ProblemTypeMarker"/>
</p:tagLst>
</file>

<file path=ppt/tags/tag2163.xml><?xml version="1.0" encoding="utf-8"?>
<p:tagLst xmlns:p="http://schemas.openxmlformats.org/presentationml/2006/main">
  <p:tag name="RAINPROBLEMTYPE" val="ProblemTypeMarker"/>
</p:tagLst>
</file>

<file path=ppt/tags/tag2164.xml><?xml version="1.0" encoding="utf-8"?>
<p:tagLst xmlns:p="http://schemas.openxmlformats.org/presentationml/2006/main">
  <p:tag name="RAINPROBLEMTYPE" val="ProblemTypeMarker"/>
</p:tagLst>
</file>

<file path=ppt/tags/tag2165.xml><?xml version="1.0" encoding="utf-8"?>
<p:tagLst xmlns:p="http://schemas.openxmlformats.org/presentationml/2006/main">
  <p:tag name="RAINPROBLEM" val="ProblemBody"/>
</p:tagLst>
</file>

<file path=ppt/tags/tag2166.xml><?xml version="1.0" encoding="utf-8"?>
<p:tagLst xmlns:p="http://schemas.openxmlformats.org/presentationml/2006/main">
  <p:tag name="RAINPROBLEM" val="ProblemItem"/>
</p:tagLst>
</file>

<file path=ppt/tags/tag21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68.xml><?xml version="1.0" encoding="utf-8"?>
<p:tagLst xmlns:p="http://schemas.openxmlformats.org/presentationml/2006/main">
  <p:tag name="RAINPROBLEM" val="ProblemItem"/>
</p:tagLst>
</file>

<file path=ppt/tags/tag21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70.xml><?xml version="1.0" encoding="utf-8"?>
<p:tagLst xmlns:p="http://schemas.openxmlformats.org/presentationml/2006/main">
  <p:tag name="RAINPROBLEM" val="ProblemItem"/>
</p:tagLst>
</file>

<file path=ppt/tags/tag21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72.xml><?xml version="1.0" encoding="utf-8"?>
<p:tagLst xmlns:p="http://schemas.openxmlformats.org/presentationml/2006/main">
  <p:tag name="RAINPROBLEM" val="ProblemItem"/>
</p:tagLst>
</file>

<file path=ppt/tags/tag21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74.xml><?xml version="1.0" encoding="utf-8"?>
<p:tagLst xmlns:p="http://schemas.openxmlformats.org/presentationml/2006/main">
  <p:tag name="PROBLEMREMARKTITLE" val="ProblemRemarkBoardTitle"/>
</p:tagLst>
</file>

<file path=ppt/tags/tag2175.xml><?xml version="1.0" encoding="utf-8"?>
<p:tagLst xmlns:p="http://schemas.openxmlformats.org/presentationml/2006/main">
  <p:tag name="PROBLEMREMARKTITLE" val="ProblemRemarkBoardTitle"/>
</p:tagLst>
</file>

<file path=ppt/tags/tag2176.xml><?xml version="1.0" encoding="utf-8"?>
<p:tagLst xmlns:p="http://schemas.openxmlformats.org/presentationml/2006/main">
  <p:tag name="PROBLEMREMARKTITLE" val="ProblemRemarkBoardTitle"/>
</p:tagLst>
</file>

<file path=ppt/tags/tag2177.xml><?xml version="1.0" encoding="utf-8"?>
<p:tagLst xmlns:p="http://schemas.openxmlformats.org/presentationml/2006/main">
  <p:tag name="PROBLEMREMARKTITLE" val="ProblemRemarkBoardTitle"/>
</p:tagLst>
</file>

<file path=ppt/tags/tag2178.xml><?xml version="1.0" encoding="utf-8"?>
<p:tagLst xmlns:p="http://schemas.openxmlformats.org/presentationml/2006/main">
  <p:tag name="RAINPROBLEM" val="ProblemSetting"/>
  <p:tag name="RAINPROBLEMTYPE" val="MultipleChoice"/>
</p:tagLst>
</file>

<file path=ppt/tags/tag2179.xml><?xml version="1.0" encoding="utf-8"?>
<p:tagLst xmlns:p="http://schemas.openxmlformats.org/presentationml/2006/main">
  <p:tag name="PROBLEMREMARKTITLE" val="ProblemRemarkBoardTip"/>
</p:tagLst>
</file>

<file path=ppt/tags/tag2180.xml><?xml version="1.0" encoding="utf-8"?>
<p:tagLst xmlns:p="http://schemas.openxmlformats.org/presentationml/2006/main">
  <p:tag name="RAINPROBLEM" val="ProblemRemark"/>
</p:tagLst>
</file>

<file path=ppt/tags/tag2181.xml><?xml version="1.0" encoding="utf-8"?>
<p:tagLst xmlns:p="http://schemas.openxmlformats.org/presentationml/2006/main">
  <p:tag name="RAINPROBLEM" val="ProblemRemark"/>
</p:tagLst>
</file>

<file path=ppt/tags/tag2182.xml><?xml version="1.0" encoding="utf-8"?>
<p:tagLst xmlns:p="http://schemas.openxmlformats.org/presentationml/2006/main">
  <p:tag name="RAINPROBLEM" val="ProblemSubmit"/>
  <p:tag name="RAINPROBLEMTYPE" val="MultipleChoice"/>
</p:tagLst>
</file>

<file path=ppt/tags/tag2183.xml><?xml version="1.0" encoding="utf-8"?>
<p:tagLst xmlns:p="http://schemas.openxmlformats.org/presentationml/2006/main">
  <p:tag name="RAINPROBLEM" val="MultipleChoice"/>
  <p:tag name="PROBLEMHASREMARK" val="True"/>
</p:tagLst>
</file>

<file path=ppt/tags/tag2184.xml><?xml version="1.0" encoding="utf-8"?>
<p:tagLst xmlns:p="http://schemas.openxmlformats.org/presentationml/2006/main">
  <p:tag name="RAINPROBLEM" val="ProblemRemarkBoard"/>
</p:tagLst>
</file>

<file path=ppt/tags/tag2185.xml><?xml version="1.0" encoding="utf-8"?>
<p:tagLst xmlns:p="http://schemas.openxmlformats.org/presentationml/2006/main">
  <p:tag name="RAINPROBLEMTYPE" val="ProblemTypeMarker"/>
</p:tagLst>
</file>

<file path=ppt/tags/tag2186.xml><?xml version="1.0" encoding="utf-8"?>
<p:tagLst xmlns:p="http://schemas.openxmlformats.org/presentationml/2006/main">
  <p:tag name="RAINPROBLEMTYPE" val="ProblemTypeMarker"/>
</p:tagLst>
</file>

<file path=ppt/tags/tag2187.xml><?xml version="1.0" encoding="utf-8"?>
<p:tagLst xmlns:p="http://schemas.openxmlformats.org/presentationml/2006/main">
  <p:tag name="RAINPROBLEMTYPE" val="ProblemTypeMarker"/>
</p:tagLst>
</file>

<file path=ppt/tags/tag2188.xml><?xml version="1.0" encoding="utf-8"?>
<p:tagLst xmlns:p="http://schemas.openxmlformats.org/presentationml/2006/main">
  <p:tag name="RAINPROBLEMTYPE" val="ProblemTypeMarker"/>
</p:tagLst>
</file>

<file path=ppt/tags/tag2189.xml><?xml version="1.0" encoding="utf-8"?>
<p:tagLst xmlns:p="http://schemas.openxmlformats.org/presentationml/2006/main">
  <p:tag name="RAINPROBLEMTYPE" val="ProblemTypeMarker"/>
</p:tagLst>
</file>

<file path=ppt/tags/tag2190.xml><?xml version="1.0" encoding="utf-8"?>
<p:tagLst xmlns:p="http://schemas.openxmlformats.org/presentationml/2006/main">
  <p:tag name="RAINPROBLEM" val="ProblemBody"/>
</p:tagLst>
</file>

<file path=ppt/tags/tag2191.xml><?xml version="1.0" encoding="utf-8"?>
<p:tagLst xmlns:p="http://schemas.openxmlformats.org/presentationml/2006/main">
  <p:tag name="RAINPROBLEM" val="ProblemItem"/>
</p:tagLst>
</file>

<file path=ppt/tags/tag21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93.xml><?xml version="1.0" encoding="utf-8"?>
<p:tagLst xmlns:p="http://schemas.openxmlformats.org/presentationml/2006/main">
  <p:tag name="RAINPROBLEM" val="ProblemItem"/>
</p:tagLst>
</file>

<file path=ppt/tags/tag21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95.xml><?xml version="1.0" encoding="utf-8"?>
<p:tagLst xmlns:p="http://schemas.openxmlformats.org/presentationml/2006/main">
  <p:tag name="RAINPROBLEM" val="ProblemItem"/>
</p:tagLst>
</file>

<file path=ppt/tags/tag21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97.xml><?xml version="1.0" encoding="utf-8"?>
<p:tagLst xmlns:p="http://schemas.openxmlformats.org/presentationml/2006/main">
  <p:tag name="RAINPROBLEM" val="ProblemItem"/>
</p:tagLst>
</file>

<file path=ppt/tags/tag21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99.xml><?xml version="1.0" encoding="utf-8"?>
<p:tagLst xmlns:p="http://schemas.openxmlformats.org/presentationml/2006/main">
  <p:tag name="PROBLEMREMARKTITLE" val="ProblemRemarkBoardTitle"/>
</p:tagLst>
</file>

<file path=ppt/tags/tag2200.xml><?xml version="1.0" encoding="utf-8"?>
<p:tagLst xmlns:p="http://schemas.openxmlformats.org/presentationml/2006/main">
  <p:tag name="PROBLEMREMARKTITLE" val="ProblemRemarkBoardTitle"/>
</p:tagLst>
</file>

<file path=ppt/tags/tag2201.xml><?xml version="1.0" encoding="utf-8"?>
<p:tagLst xmlns:p="http://schemas.openxmlformats.org/presentationml/2006/main">
  <p:tag name="PROBLEMREMARKTITLE" val="ProblemRemarkBoardTitle"/>
</p:tagLst>
</file>

<file path=ppt/tags/tag2202.xml><?xml version="1.0" encoding="utf-8"?>
<p:tagLst xmlns:p="http://schemas.openxmlformats.org/presentationml/2006/main">
  <p:tag name="PROBLEMREMARKTITLE" val="ProblemRemarkBoardTitle"/>
</p:tagLst>
</file>

<file path=ppt/tags/tag2203.xml><?xml version="1.0" encoding="utf-8"?>
<p:tagLst xmlns:p="http://schemas.openxmlformats.org/presentationml/2006/main">
  <p:tag name="RAINPROBLEM" val="ProblemSetting"/>
  <p:tag name="RAINPROBLEMTYPE" val="MultipleChoice"/>
</p:tagLst>
</file>

<file path=ppt/tags/tag2204.xml><?xml version="1.0" encoding="utf-8"?>
<p:tagLst xmlns:p="http://schemas.openxmlformats.org/presentationml/2006/main">
  <p:tag name="PROBLEMREMARKTITLE" val="ProblemRemarkBoardTip"/>
</p:tagLst>
</file>

<file path=ppt/tags/tag2205.xml><?xml version="1.0" encoding="utf-8"?>
<p:tagLst xmlns:p="http://schemas.openxmlformats.org/presentationml/2006/main">
  <p:tag name="RAINPROBLEM" val="ProblemRemark"/>
</p:tagLst>
</file>

<file path=ppt/tags/tag2206.xml><?xml version="1.0" encoding="utf-8"?>
<p:tagLst xmlns:p="http://schemas.openxmlformats.org/presentationml/2006/main">
  <p:tag name="RAINPROBLEM" val="ProblemRemark"/>
</p:tagLst>
</file>

<file path=ppt/tags/tag2207.xml><?xml version="1.0" encoding="utf-8"?>
<p:tagLst xmlns:p="http://schemas.openxmlformats.org/presentationml/2006/main">
  <p:tag name="RAINPROBLEM" val="ProblemSubmit"/>
  <p:tag name="RAINPROBLEMTYPE" val="MultipleChoice"/>
</p:tagLst>
</file>

<file path=ppt/tags/tag2208.xml><?xml version="1.0" encoding="utf-8"?>
<p:tagLst xmlns:p="http://schemas.openxmlformats.org/presentationml/2006/main">
  <p:tag name="RAINPROBLEM" val="MultipleChoice"/>
  <p:tag name="PROBLEMHASREMARK" val="True"/>
</p:tagLst>
</file>

<file path=ppt/tags/tag2209.xml><?xml version="1.0" encoding="utf-8"?>
<p:tagLst xmlns:p="http://schemas.openxmlformats.org/presentationml/2006/main">
  <p:tag name="RAINPROBLEM" val="ProblemRemarkBoard"/>
</p:tagLst>
</file>

<file path=ppt/tags/tag2210.xml><?xml version="1.0" encoding="utf-8"?>
<p:tagLst xmlns:p="http://schemas.openxmlformats.org/presentationml/2006/main">
  <p:tag name="RAINPROBLEMTYPE" val="ProblemTypeMarker"/>
</p:tagLst>
</file>

<file path=ppt/tags/tag2211.xml><?xml version="1.0" encoding="utf-8"?>
<p:tagLst xmlns:p="http://schemas.openxmlformats.org/presentationml/2006/main">
  <p:tag name="RAINPROBLEMTYPE" val="ProblemTypeMarker"/>
</p:tagLst>
</file>

<file path=ppt/tags/tag2212.xml><?xml version="1.0" encoding="utf-8"?>
<p:tagLst xmlns:p="http://schemas.openxmlformats.org/presentationml/2006/main">
  <p:tag name="RAINPROBLEMTYPE" val="ProblemTypeMarker"/>
</p:tagLst>
</file>

<file path=ppt/tags/tag2213.xml><?xml version="1.0" encoding="utf-8"?>
<p:tagLst xmlns:p="http://schemas.openxmlformats.org/presentationml/2006/main">
  <p:tag name="RAINPROBLEMTYPE" val="ProblemTypeMarker"/>
</p:tagLst>
</file>

<file path=ppt/tags/tag2214.xml><?xml version="1.0" encoding="utf-8"?>
<p:tagLst xmlns:p="http://schemas.openxmlformats.org/presentationml/2006/main">
  <p:tag name="RAINPROBLEMTYPE" val="ProblemTypeMarker"/>
</p:tagLst>
</file>

<file path=ppt/tags/tag2215.xml><?xml version="1.0" encoding="utf-8"?>
<p:tagLst xmlns:p="http://schemas.openxmlformats.org/presentationml/2006/main">
  <p:tag name="RAINPROBLEM" val="ProblemBody"/>
</p:tagLst>
</file>

<file path=ppt/tags/tag2216.xml><?xml version="1.0" encoding="utf-8"?>
<p:tagLst xmlns:p="http://schemas.openxmlformats.org/presentationml/2006/main">
  <p:tag name="RAINPROBLEM" val="ProblemItem"/>
</p:tagLst>
</file>

<file path=ppt/tags/tag22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18.xml><?xml version="1.0" encoding="utf-8"?>
<p:tagLst xmlns:p="http://schemas.openxmlformats.org/presentationml/2006/main">
  <p:tag name="RAINPROBLEM" val="ProblemItem"/>
</p:tagLst>
</file>

<file path=ppt/tags/tag22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0.xml><?xml version="1.0" encoding="utf-8"?>
<p:tagLst xmlns:p="http://schemas.openxmlformats.org/presentationml/2006/main">
  <p:tag name="RAINPROBLEM" val="ProblemItem"/>
</p:tagLst>
</file>

<file path=ppt/tags/tag22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2.xml><?xml version="1.0" encoding="utf-8"?>
<p:tagLst xmlns:p="http://schemas.openxmlformats.org/presentationml/2006/main">
  <p:tag name="RAINPROBLEM" val="ProblemItem"/>
</p:tagLst>
</file>

<file path=ppt/tags/tag22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4.xml><?xml version="1.0" encoding="utf-8"?>
<p:tagLst xmlns:p="http://schemas.openxmlformats.org/presentationml/2006/main">
  <p:tag name="PROBLEMREMARKTITLE" val="ProblemRemarkBoardTitle"/>
</p:tagLst>
</file>

<file path=ppt/tags/tag2225.xml><?xml version="1.0" encoding="utf-8"?>
<p:tagLst xmlns:p="http://schemas.openxmlformats.org/presentationml/2006/main">
  <p:tag name="PROBLEMREMARKTITLE" val="ProblemRemarkBoardTitle"/>
</p:tagLst>
</file>

<file path=ppt/tags/tag2226.xml><?xml version="1.0" encoding="utf-8"?>
<p:tagLst xmlns:p="http://schemas.openxmlformats.org/presentationml/2006/main">
  <p:tag name="PROBLEMREMARKTITLE" val="ProblemRemarkBoardTitle"/>
</p:tagLst>
</file>

<file path=ppt/tags/tag2227.xml><?xml version="1.0" encoding="utf-8"?>
<p:tagLst xmlns:p="http://schemas.openxmlformats.org/presentationml/2006/main">
  <p:tag name="PROBLEMREMARKTITLE" val="ProblemRemarkBoardTitle"/>
</p:tagLst>
</file>

<file path=ppt/tags/tag2228.xml><?xml version="1.0" encoding="utf-8"?>
<p:tagLst xmlns:p="http://schemas.openxmlformats.org/presentationml/2006/main">
  <p:tag name="RAINPROBLEM" val="ProblemSetting"/>
  <p:tag name="RAINPROBLEMTYPE" val="MultipleChoice"/>
</p:tagLst>
</file>

<file path=ppt/tags/tag2229.xml><?xml version="1.0" encoding="utf-8"?>
<p:tagLst xmlns:p="http://schemas.openxmlformats.org/presentationml/2006/main">
  <p:tag name="PROBLEMREMARKTITLE" val="ProblemRemarkBoardTip"/>
</p:tagLst>
</file>

<file path=ppt/tags/tag2230.xml><?xml version="1.0" encoding="utf-8"?>
<p:tagLst xmlns:p="http://schemas.openxmlformats.org/presentationml/2006/main">
  <p:tag name="RAINPROBLEM" val="ProblemRemark"/>
</p:tagLst>
</file>

<file path=ppt/tags/tag2231.xml><?xml version="1.0" encoding="utf-8"?>
<p:tagLst xmlns:p="http://schemas.openxmlformats.org/presentationml/2006/main">
  <p:tag name="RAINPROBLEM" val="ProblemRemark"/>
</p:tagLst>
</file>

<file path=ppt/tags/tag2232.xml><?xml version="1.0" encoding="utf-8"?>
<p:tagLst xmlns:p="http://schemas.openxmlformats.org/presentationml/2006/main">
  <p:tag name="RAINPROBLEM" val="ProblemSubmit"/>
  <p:tag name="RAINPROBLEMTYPE" val="MultipleChoice"/>
</p:tagLst>
</file>

<file path=ppt/tags/tag2233.xml><?xml version="1.0" encoding="utf-8"?>
<p:tagLst xmlns:p="http://schemas.openxmlformats.org/presentationml/2006/main">
  <p:tag name="RAINPROBLEM" val="MultipleChoice"/>
  <p:tag name="PROBLEMHASREMARK" val="True"/>
</p:tagLst>
</file>

<file path=ppt/tags/tag2234.xml><?xml version="1.0" encoding="utf-8"?>
<p:tagLst xmlns:p="http://schemas.openxmlformats.org/presentationml/2006/main">
  <p:tag name="RAINPROBLEM" val="ProblemRemarkBoard"/>
</p:tagLst>
</file>

<file path=ppt/tags/tag2235.xml><?xml version="1.0" encoding="utf-8"?>
<p:tagLst xmlns:p="http://schemas.openxmlformats.org/presentationml/2006/main">
  <p:tag name="RAINPROBLEMTYPE" val="ProblemTypeMarker"/>
</p:tagLst>
</file>

<file path=ppt/tags/tag2236.xml><?xml version="1.0" encoding="utf-8"?>
<p:tagLst xmlns:p="http://schemas.openxmlformats.org/presentationml/2006/main">
  <p:tag name="RAINPROBLEMTYPE" val="ProblemTypeMarker"/>
</p:tagLst>
</file>

<file path=ppt/tags/tag2237.xml><?xml version="1.0" encoding="utf-8"?>
<p:tagLst xmlns:p="http://schemas.openxmlformats.org/presentationml/2006/main">
  <p:tag name="RAINPROBLEMTYPE" val="ProblemTypeMarker"/>
</p:tagLst>
</file>

<file path=ppt/tags/tag2238.xml><?xml version="1.0" encoding="utf-8"?>
<p:tagLst xmlns:p="http://schemas.openxmlformats.org/presentationml/2006/main">
  <p:tag name="RAINPROBLEMTYPE" val="ProblemTypeMarker"/>
</p:tagLst>
</file>

<file path=ppt/tags/tag2239.xml><?xml version="1.0" encoding="utf-8"?>
<p:tagLst xmlns:p="http://schemas.openxmlformats.org/presentationml/2006/main">
  <p:tag name="RAINPROBLEMTYPE" val="ProblemTypeMarker"/>
</p:tagLst>
</file>

<file path=ppt/tags/tag2240.xml><?xml version="1.0" encoding="utf-8"?>
<p:tagLst xmlns:p="http://schemas.openxmlformats.org/presentationml/2006/main">
  <p:tag name="RAINPROBLEM" val="ProblemBody"/>
</p:tagLst>
</file>

<file path=ppt/tags/tag2241.xml><?xml version="1.0" encoding="utf-8"?>
<p:tagLst xmlns:p="http://schemas.openxmlformats.org/presentationml/2006/main">
  <p:tag name="RAINPROBLEM" val="ProblemItem"/>
</p:tagLst>
</file>

<file path=ppt/tags/tag22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43.xml><?xml version="1.0" encoding="utf-8"?>
<p:tagLst xmlns:p="http://schemas.openxmlformats.org/presentationml/2006/main">
  <p:tag name="RAINPROBLEM" val="ProblemItem"/>
</p:tagLst>
</file>

<file path=ppt/tags/tag22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5.xml><?xml version="1.0" encoding="utf-8"?>
<p:tagLst xmlns:p="http://schemas.openxmlformats.org/presentationml/2006/main">
  <p:tag name="RAINPROBLEM" val="ProblemItem"/>
</p:tagLst>
</file>

<file path=ppt/tags/tag22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7.xml><?xml version="1.0" encoding="utf-8"?>
<p:tagLst xmlns:p="http://schemas.openxmlformats.org/presentationml/2006/main">
  <p:tag name="RAINPROBLEM" val="ProblemItem"/>
</p:tagLst>
</file>

<file path=ppt/tags/tag22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9.xml><?xml version="1.0" encoding="utf-8"?>
<p:tagLst xmlns:p="http://schemas.openxmlformats.org/presentationml/2006/main">
  <p:tag name="PROBLEMREMARKTITLE" val="ProblemRemarkBoardTitle"/>
</p:tagLst>
</file>

<file path=ppt/tags/tag2250.xml><?xml version="1.0" encoding="utf-8"?>
<p:tagLst xmlns:p="http://schemas.openxmlformats.org/presentationml/2006/main">
  <p:tag name="PROBLEMREMARKTITLE" val="ProblemRemarkBoardTitle"/>
</p:tagLst>
</file>

<file path=ppt/tags/tag2251.xml><?xml version="1.0" encoding="utf-8"?>
<p:tagLst xmlns:p="http://schemas.openxmlformats.org/presentationml/2006/main">
  <p:tag name="PROBLEMREMARKTITLE" val="ProblemRemarkBoardTitle"/>
</p:tagLst>
</file>

<file path=ppt/tags/tag2252.xml><?xml version="1.0" encoding="utf-8"?>
<p:tagLst xmlns:p="http://schemas.openxmlformats.org/presentationml/2006/main">
  <p:tag name="PROBLEMREMARKTITLE" val="ProblemRemarkBoardTitle"/>
</p:tagLst>
</file>

<file path=ppt/tags/tag2253.xml><?xml version="1.0" encoding="utf-8"?>
<p:tagLst xmlns:p="http://schemas.openxmlformats.org/presentationml/2006/main">
  <p:tag name="RAINPROBLEM" val="ProblemSetting"/>
  <p:tag name="RAINPROBLEMTYPE" val="MultipleChoice"/>
</p:tagLst>
</file>

<file path=ppt/tags/tag2254.xml><?xml version="1.0" encoding="utf-8"?>
<p:tagLst xmlns:p="http://schemas.openxmlformats.org/presentationml/2006/main">
  <p:tag name="PROBLEMREMARKTITLE" val="ProblemRemarkBoardTip"/>
</p:tagLst>
</file>

<file path=ppt/tags/tag2255.xml><?xml version="1.0" encoding="utf-8"?>
<p:tagLst xmlns:p="http://schemas.openxmlformats.org/presentationml/2006/main">
  <p:tag name="RAINPROBLEM" val="ProblemRemark"/>
</p:tagLst>
</file>

<file path=ppt/tags/tag2256.xml><?xml version="1.0" encoding="utf-8"?>
<p:tagLst xmlns:p="http://schemas.openxmlformats.org/presentationml/2006/main">
  <p:tag name="RAINPROBLEM" val="ProblemRemark"/>
</p:tagLst>
</file>

<file path=ppt/tags/tag2257.xml><?xml version="1.0" encoding="utf-8"?>
<p:tagLst xmlns:p="http://schemas.openxmlformats.org/presentationml/2006/main">
  <p:tag name="RAINPROBLEM" val="ProblemSubmit"/>
  <p:tag name="RAINPROBLEMTYPE" val="MultipleChoice"/>
</p:tagLst>
</file>

<file path=ppt/tags/tag2258.xml><?xml version="1.0" encoding="utf-8"?>
<p:tagLst xmlns:p="http://schemas.openxmlformats.org/presentationml/2006/main">
  <p:tag name="RAINPROBLEM" val="MultipleChoice"/>
  <p:tag name="PROBLEMHASREMARK" val="True"/>
</p:tagLst>
</file>

<file path=ppt/tags/tag2259.xml><?xml version="1.0" encoding="utf-8"?>
<p:tagLst xmlns:p="http://schemas.openxmlformats.org/presentationml/2006/main">
  <p:tag name="RAINPROBLEM" val="ProblemRemarkBoard"/>
</p:tagLst>
</file>

<file path=ppt/tags/tag2260.xml><?xml version="1.0" encoding="utf-8"?>
<p:tagLst xmlns:p="http://schemas.openxmlformats.org/presentationml/2006/main">
  <p:tag name="RAINPROBLEMTYPE" val="ProblemTypeMarker"/>
</p:tagLst>
</file>

<file path=ppt/tags/tag2261.xml><?xml version="1.0" encoding="utf-8"?>
<p:tagLst xmlns:p="http://schemas.openxmlformats.org/presentationml/2006/main">
  <p:tag name="RAINPROBLEMTYPE" val="ProblemTypeMarker"/>
</p:tagLst>
</file>

<file path=ppt/tags/tag2262.xml><?xml version="1.0" encoding="utf-8"?>
<p:tagLst xmlns:p="http://schemas.openxmlformats.org/presentationml/2006/main">
  <p:tag name="RAINPROBLEMTYPE" val="ProblemTypeMarker"/>
</p:tagLst>
</file>

<file path=ppt/tags/tag2263.xml><?xml version="1.0" encoding="utf-8"?>
<p:tagLst xmlns:p="http://schemas.openxmlformats.org/presentationml/2006/main">
  <p:tag name="RAINPROBLEMTYPE" val="ProblemTypeMarker"/>
</p:tagLst>
</file>

<file path=ppt/tags/tag2264.xml><?xml version="1.0" encoding="utf-8"?>
<p:tagLst xmlns:p="http://schemas.openxmlformats.org/presentationml/2006/main">
  <p:tag name="RAINPROBLEMTYPE" val="ProblemTypeMarker"/>
</p:tagLst>
</file>

<file path=ppt/tags/tag2265.xml><?xml version="1.0" encoding="utf-8"?>
<p:tagLst xmlns:p="http://schemas.openxmlformats.org/presentationml/2006/main">
  <p:tag name="RAINPROBLEM" val="ProblemBody"/>
</p:tagLst>
</file>

<file path=ppt/tags/tag2266.xml><?xml version="1.0" encoding="utf-8"?>
<p:tagLst xmlns:p="http://schemas.openxmlformats.org/presentationml/2006/main">
  <p:tag name="RAINPROBLEM" val="ProblemItem"/>
</p:tagLst>
</file>

<file path=ppt/tags/tag22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68.xml><?xml version="1.0" encoding="utf-8"?>
<p:tagLst xmlns:p="http://schemas.openxmlformats.org/presentationml/2006/main">
  <p:tag name="RAINPROBLEM" val="ProblemItem"/>
</p:tagLst>
</file>

<file path=ppt/tags/tag22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70.xml><?xml version="1.0" encoding="utf-8"?>
<p:tagLst xmlns:p="http://schemas.openxmlformats.org/presentationml/2006/main">
  <p:tag name="RAINPROBLEM" val="ProblemItem"/>
</p:tagLst>
</file>

<file path=ppt/tags/tag22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72.xml><?xml version="1.0" encoding="utf-8"?>
<p:tagLst xmlns:p="http://schemas.openxmlformats.org/presentationml/2006/main">
  <p:tag name="RAINPROBLEM" val="ProblemItem"/>
</p:tagLst>
</file>

<file path=ppt/tags/tag22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74.xml><?xml version="1.0" encoding="utf-8"?>
<p:tagLst xmlns:p="http://schemas.openxmlformats.org/presentationml/2006/main">
  <p:tag name="PROBLEMREMARKTITLE" val="ProblemRemarkBoardTitle"/>
</p:tagLst>
</file>

<file path=ppt/tags/tag2275.xml><?xml version="1.0" encoding="utf-8"?>
<p:tagLst xmlns:p="http://schemas.openxmlformats.org/presentationml/2006/main">
  <p:tag name="PROBLEMREMARKTITLE" val="ProblemRemarkBoardTitle"/>
</p:tagLst>
</file>

<file path=ppt/tags/tag2276.xml><?xml version="1.0" encoding="utf-8"?>
<p:tagLst xmlns:p="http://schemas.openxmlformats.org/presentationml/2006/main">
  <p:tag name="PROBLEMREMARKTITLE" val="ProblemRemarkBoardTitle"/>
</p:tagLst>
</file>

<file path=ppt/tags/tag2277.xml><?xml version="1.0" encoding="utf-8"?>
<p:tagLst xmlns:p="http://schemas.openxmlformats.org/presentationml/2006/main">
  <p:tag name="PROBLEMREMARKTITLE" val="ProblemRemarkBoardTitle"/>
</p:tagLst>
</file>

<file path=ppt/tags/tag2278.xml><?xml version="1.0" encoding="utf-8"?>
<p:tagLst xmlns:p="http://schemas.openxmlformats.org/presentationml/2006/main">
  <p:tag name="RAINPROBLEM" val="ProblemSetting"/>
  <p:tag name="RAINPROBLEMTYPE" val="MultipleChoice"/>
</p:tagLst>
</file>

<file path=ppt/tags/tag2279.xml><?xml version="1.0" encoding="utf-8"?>
<p:tagLst xmlns:p="http://schemas.openxmlformats.org/presentationml/2006/main">
  <p:tag name="PROBLEMREMARKTITLE" val="ProblemRemarkBoardTip"/>
</p:tagLst>
</file>

<file path=ppt/tags/tag2280.xml><?xml version="1.0" encoding="utf-8"?>
<p:tagLst xmlns:p="http://schemas.openxmlformats.org/presentationml/2006/main">
  <p:tag name="RAINPROBLEM" val="ProblemRemark"/>
</p:tagLst>
</file>

<file path=ppt/tags/tag2281.xml><?xml version="1.0" encoding="utf-8"?>
<p:tagLst xmlns:p="http://schemas.openxmlformats.org/presentationml/2006/main">
  <p:tag name="RAINPROBLEM" val="ProblemRemark"/>
</p:tagLst>
</file>

<file path=ppt/tags/tag2282.xml><?xml version="1.0" encoding="utf-8"?>
<p:tagLst xmlns:p="http://schemas.openxmlformats.org/presentationml/2006/main">
  <p:tag name="RAINPROBLEM" val="ProblemSubmit"/>
  <p:tag name="RAINPROBLEMTYPE" val="MultipleChoice"/>
</p:tagLst>
</file>

<file path=ppt/tags/tag2283.xml><?xml version="1.0" encoding="utf-8"?>
<p:tagLst xmlns:p="http://schemas.openxmlformats.org/presentationml/2006/main">
  <p:tag name="RAINPROBLEM" val="MultipleChoice"/>
  <p:tag name="PROBLEMHASREMARK" val="True"/>
</p:tagLst>
</file>

<file path=ppt/tags/tag2284.xml><?xml version="1.0" encoding="utf-8"?>
<p:tagLst xmlns:p="http://schemas.openxmlformats.org/presentationml/2006/main">
  <p:tag name="RAINPROBLEM" val="ProblemRemarkBoard"/>
</p:tagLst>
</file>

<file path=ppt/tags/tag2285.xml><?xml version="1.0" encoding="utf-8"?>
<p:tagLst xmlns:p="http://schemas.openxmlformats.org/presentationml/2006/main">
  <p:tag name="RAINPROBLEMTYPE" val="ProblemTypeMarker"/>
</p:tagLst>
</file>

<file path=ppt/tags/tag2286.xml><?xml version="1.0" encoding="utf-8"?>
<p:tagLst xmlns:p="http://schemas.openxmlformats.org/presentationml/2006/main">
  <p:tag name="RAINPROBLEMTYPE" val="ProblemTypeMarker"/>
</p:tagLst>
</file>

<file path=ppt/tags/tag2287.xml><?xml version="1.0" encoding="utf-8"?>
<p:tagLst xmlns:p="http://schemas.openxmlformats.org/presentationml/2006/main">
  <p:tag name="RAINPROBLEMTYPE" val="ProblemTypeMarker"/>
</p:tagLst>
</file>

<file path=ppt/tags/tag2288.xml><?xml version="1.0" encoding="utf-8"?>
<p:tagLst xmlns:p="http://schemas.openxmlformats.org/presentationml/2006/main">
  <p:tag name="RAINPROBLEMTYPE" val="ProblemTypeMarker"/>
</p:tagLst>
</file>

<file path=ppt/tags/tag2289.xml><?xml version="1.0" encoding="utf-8"?>
<p:tagLst xmlns:p="http://schemas.openxmlformats.org/presentationml/2006/main">
  <p:tag name="RAINPROBLEMTYPE" val="ProblemTypeMarker"/>
</p:tagLst>
</file>

<file path=ppt/tags/tag2290.xml><?xml version="1.0" encoding="utf-8"?>
<p:tagLst xmlns:p="http://schemas.openxmlformats.org/presentationml/2006/main">
  <p:tag name="RAINPROBLEM" val="ProblemBody"/>
</p:tagLst>
</file>

<file path=ppt/tags/tag2291.xml><?xml version="1.0" encoding="utf-8"?>
<p:tagLst xmlns:p="http://schemas.openxmlformats.org/presentationml/2006/main">
  <p:tag name="RAINPROBLEM" val="ProblemItem"/>
</p:tagLst>
</file>

<file path=ppt/tags/tag22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93.xml><?xml version="1.0" encoding="utf-8"?>
<p:tagLst xmlns:p="http://schemas.openxmlformats.org/presentationml/2006/main">
  <p:tag name="RAINPROBLEM" val="ProblemItem"/>
</p:tagLst>
</file>

<file path=ppt/tags/tag22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95.xml><?xml version="1.0" encoding="utf-8"?>
<p:tagLst xmlns:p="http://schemas.openxmlformats.org/presentationml/2006/main">
  <p:tag name="RAINPROBLEM" val="ProblemItem"/>
</p:tagLst>
</file>

<file path=ppt/tags/tag22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97.xml><?xml version="1.0" encoding="utf-8"?>
<p:tagLst xmlns:p="http://schemas.openxmlformats.org/presentationml/2006/main">
  <p:tag name="RAINPROBLEM" val="ProblemItem"/>
</p:tagLst>
</file>

<file path=ppt/tags/tag22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99.xml><?xml version="1.0" encoding="utf-8"?>
<p:tagLst xmlns:p="http://schemas.openxmlformats.org/presentationml/2006/main">
  <p:tag name="PROBLEMREMARKTITLE" val="ProblemRemarkBoardTitle"/>
</p:tagLst>
</file>

<file path=ppt/tags/tag2300.xml><?xml version="1.0" encoding="utf-8"?>
<p:tagLst xmlns:p="http://schemas.openxmlformats.org/presentationml/2006/main">
  <p:tag name="PROBLEMREMARKTITLE" val="ProblemRemarkBoardTitle"/>
</p:tagLst>
</file>

<file path=ppt/tags/tag2301.xml><?xml version="1.0" encoding="utf-8"?>
<p:tagLst xmlns:p="http://schemas.openxmlformats.org/presentationml/2006/main">
  <p:tag name="PROBLEMREMARKTITLE" val="ProblemRemarkBoardTitle"/>
</p:tagLst>
</file>

<file path=ppt/tags/tag2302.xml><?xml version="1.0" encoding="utf-8"?>
<p:tagLst xmlns:p="http://schemas.openxmlformats.org/presentationml/2006/main">
  <p:tag name="PROBLEMREMARKTITLE" val="ProblemRemarkBoardTitle"/>
</p:tagLst>
</file>

<file path=ppt/tags/tag2303.xml><?xml version="1.0" encoding="utf-8"?>
<p:tagLst xmlns:p="http://schemas.openxmlformats.org/presentationml/2006/main">
  <p:tag name="RAINPROBLEM" val="ProblemSetting"/>
  <p:tag name="RAINPROBLEMTYPE" val="MultipleChoice"/>
</p:tagLst>
</file>

<file path=ppt/tags/tag2304.xml><?xml version="1.0" encoding="utf-8"?>
<p:tagLst xmlns:p="http://schemas.openxmlformats.org/presentationml/2006/main">
  <p:tag name="PROBLEMREMARKTITLE" val="ProblemRemarkBoardTip"/>
</p:tagLst>
</file>

<file path=ppt/tags/tag2305.xml><?xml version="1.0" encoding="utf-8"?>
<p:tagLst xmlns:p="http://schemas.openxmlformats.org/presentationml/2006/main">
  <p:tag name="RAINPROBLEM" val="ProblemRemark"/>
</p:tagLst>
</file>

<file path=ppt/tags/tag2306.xml><?xml version="1.0" encoding="utf-8"?>
<p:tagLst xmlns:p="http://schemas.openxmlformats.org/presentationml/2006/main">
  <p:tag name="RAINPROBLEM" val="ProblemRemark"/>
</p:tagLst>
</file>

<file path=ppt/tags/tag2307.xml><?xml version="1.0" encoding="utf-8"?>
<p:tagLst xmlns:p="http://schemas.openxmlformats.org/presentationml/2006/main">
  <p:tag name="RAINPROBLEM" val="ProblemSubmit"/>
  <p:tag name="RAINPROBLEMTYPE" val="MultipleChoice"/>
</p:tagLst>
</file>

<file path=ppt/tags/tag2308.xml><?xml version="1.0" encoding="utf-8"?>
<p:tagLst xmlns:p="http://schemas.openxmlformats.org/presentationml/2006/main">
  <p:tag name="RAINPROBLEM" val="MultipleChoice"/>
  <p:tag name="PROBLEMHASREMARK" val="True"/>
</p:tagLst>
</file>

<file path=ppt/tags/tag2309.xml><?xml version="1.0" encoding="utf-8"?>
<p:tagLst xmlns:p="http://schemas.openxmlformats.org/presentationml/2006/main">
  <p:tag name="RAINPROBLEM" val="ProblemRemarkBoard"/>
</p:tagLst>
</file>

<file path=ppt/tags/tag2310.xml><?xml version="1.0" encoding="utf-8"?>
<p:tagLst xmlns:p="http://schemas.openxmlformats.org/presentationml/2006/main">
  <p:tag name="RAINPROBLEMTYPE" val="ProblemTypeMarker"/>
</p:tagLst>
</file>

<file path=ppt/tags/tag2311.xml><?xml version="1.0" encoding="utf-8"?>
<p:tagLst xmlns:p="http://schemas.openxmlformats.org/presentationml/2006/main">
  <p:tag name="RAINPROBLEMTYPE" val="ProblemTypeMarker"/>
</p:tagLst>
</file>

<file path=ppt/tags/tag2312.xml><?xml version="1.0" encoding="utf-8"?>
<p:tagLst xmlns:p="http://schemas.openxmlformats.org/presentationml/2006/main">
  <p:tag name="RAINPROBLEMTYPE" val="ProblemTypeMarker"/>
</p:tagLst>
</file>

<file path=ppt/tags/tag2313.xml><?xml version="1.0" encoding="utf-8"?>
<p:tagLst xmlns:p="http://schemas.openxmlformats.org/presentationml/2006/main">
  <p:tag name="RAINPROBLEMTYPE" val="ProblemTypeMarker"/>
</p:tagLst>
</file>

<file path=ppt/tags/tag2314.xml><?xml version="1.0" encoding="utf-8"?>
<p:tagLst xmlns:p="http://schemas.openxmlformats.org/presentationml/2006/main">
  <p:tag name="RAINPROBLEMTYPE" val="ProblemTypeMarker"/>
</p:tagLst>
</file>

<file path=ppt/tags/tag2315.xml><?xml version="1.0" encoding="utf-8"?>
<p:tagLst xmlns:p="http://schemas.openxmlformats.org/presentationml/2006/main">
  <p:tag name="RAINPROBLEM" val="ProblemBody"/>
</p:tagLst>
</file>

<file path=ppt/tags/tag2316.xml><?xml version="1.0" encoding="utf-8"?>
<p:tagLst xmlns:p="http://schemas.openxmlformats.org/presentationml/2006/main">
  <p:tag name="RAINPROBLEM" val="ProblemItem"/>
</p:tagLst>
</file>

<file path=ppt/tags/tag23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18.xml><?xml version="1.0" encoding="utf-8"?>
<p:tagLst xmlns:p="http://schemas.openxmlformats.org/presentationml/2006/main">
  <p:tag name="RAINPROBLEM" val="ProblemItem"/>
</p:tagLst>
</file>

<file path=ppt/tags/tag23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0.xml><?xml version="1.0" encoding="utf-8"?>
<p:tagLst xmlns:p="http://schemas.openxmlformats.org/presentationml/2006/main">
  <p:tag name="RAINPROBLEM" val="ProblemItem"/>
</p:tagLst>
</file>

<file path=ppt/tags/tag23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2.xml><?xml version="1.0" encoding="utf-8"?>
<p:tagLst xmlns:p="http://schemas.openxmlformats.org/presentationml/2006/main">
  <p:tag name="RAINPROBLEM" val="ProblemItem"/>
</p:tagLst>
</file>

<file path=ppt/tags/tag23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4.xml><?xml version="1.0" encoding="utf-8"?>
<p:tagLst xmlns:p="http://schemas.openxmlformats.org/presentationml/2006/main">
  <p:tag name="PROBLEMREMARKTITLE" val="ProblemRemarkBoardTitle"/>
</p:tagLst>
</file>

<file path=ppt/tags/tag2325.xml><?xml version="1.0" encoding="utf-8"?>
<p:tagLst xmlns:p="http://schemas.openxmlformats.org/presentationml/2006/main">
  <p:tag name="PROBLEMREMARKTITLE" val="ProblemRemarkBoardTitle"/>
</p:tagLst>
</file>

<file path=ppt/tags/tag2326.xml><?xml version="1.0" encoding="utf-8"?>
<p:tagLst xmlns:p="http://schemas.openxmlformats.org/presentationml/2006/main">
  <p:tag name="PROBLEMREMARKTITLE" val="ProblemRemarkBoardTitle"/>
</p:tagLst>
</file>

<file path=ppt/tags/tag2327.xml><?xml version="1.0" encoding="utf-8"?>
<p:tagLst xmlns:p="http://schemas.openxmlformats.org/presentationml/2006/main">
  <p:tag name="PROBLEMREMARKTITLE" val="ProblemRemarkBoardTitle"/>
</p:tagLst>
</file>

<file path=ppt/tags/tag2328.xml><?xml version="1.0" encoding="utf-8"?>
<p:tagLst xmlns:p="http://schemas.openxmlformats.org/presentationml/2006/main">
  <p:tag name="RAINPROBLEM" val="ProblemSetting"/>
  <p:tag name="RAINPROBLEMTYPE" val="MultipleChoice"/>
</p:tagLst>
</file>

<file path=ppt/tags/tag2329.xml><?xml version="1.0" encoding="utf-8"?>
<p:tagLst xmlns:p="http://schemas.openxmlformats.org/presentationml/2006/main">
  <p:tag name="PROBLEMREMARKTITLE" val="ProblemRemarkBoardTip"/>
</p:tagLst>
</file>

<file path=ppt/tags/tag2330.xml><?xml version="1.0" encoding="utf-8"?>
<p:tagLst xmlns:p="http://schemas.openxmlformats.org/presentationml/2006/main">
  <p:tag name="RAINPROBLEM" val="ProblemRemark"/>
</p:tagLst>
</file>

<file path=ppt/tags/tag2331.xml><?xml version="1.0" encoding="utf-8"?>
<p:tagLst xmlns:p="http://schemas.openxmlformats.org/presentationml/2006/main">
  <p:tag name="RAINPROBLEM" val="ProblemRemark"/>
</p:tagLst>
</file>

<file path=ppt/tags/tag2332.xml><?xml version="1.0" encoding="utf-8"?>
<p:tagLst xmlns:p="http://schemas.openxmlformats.org/presentationml/2006/main">
  <p:tag name="RAINPROBLEM" val="ProblemSubmit"/>
  <p:tag name="RAINPROBLEMTYPE" val="MultipleChoice"/>
</p:tagLst>
</file>

<file path=ppt/tags/tag2333.xml><?xml version="1.0" encoding="utf-8"?>
<p:tagLst xmlns:p="http://schemas.openxmlformats.org/presentationml/2006/main">
  <p:tag name="RAINPROBLEM" val="MultipleChoice"/>
  <p:tag name="PROBLEMHASREMARK" val="True"/>
</p:tagLst>
</file>

<file path=ppt/tags/tag2334.xml><?xml version="1.0" encoding="utf-8"?>
<p:tagLst xmlns:p="http://schemas.openxmlformats.org/presentationml/2006/main">
  <p:tag name="RAINPROBLEM" val="ProblemRemarkBoard"/>
</p:tagLst>
</file>

<file path=ppt/tags/tag2335.xml><?xml version="1.0" encoding="utf-8"?>
<p:tagLst xmlns:p="http://schemas.openxmlformats.org/presentationml/2006/main">
  <p:tag name="RAINPROBLEMTYPE" val="ProblemTypeMarker"/>
</p:tagLst>
</file>

<file path=ppt/tags/tag2336.xml><?xml version="1.0" encoding="utf-8"?>
<p:tagLst xmlns:p="http://schemas.openxmlformats.org/presentationml/2006/main">
  <p:tag name="RAINPROBLEMTYPE" val="ProblemTypeMarker"/>
</p:tagLst>
</file>

<file path=ppt/tags/tag2337.xml><?xml version="1.0" encoding="utf-8"?>
<p:tagLst xmlns:p="http://schemas.openxmlformats.org/presentationml/2006/main">
  <p:tag name="RAINPROBLEMTYPE" val="ProblemTypeMarker"/>
</p:tagLst>
</file>

<file path=ppt/tags/tag2338.xml><?xml version="1.0" encoding="utf-8"?>
<p:tagLst xmlns:p="http://schemas.openxmlformats.org/presentationml/2006/main">
  <p:tag name="RAINPROBLEMTYPE" val="ProblemTypeMarker"/>
</p:tagLst>
</file>

<file path=ppt/tags/tag2339.xml><?xml version="1.0" encoding="utf-8"?>
<p:tagLst xmlns:p="http://schemas.openxmlformats.org/presentationml/2006/main">
  <p:tag name="RAINPROBLEMTYPE" val="ProblemTypeMarker"/>
</p:tagLst>
</file>

<file path=ppt/tags/tag2340.xml><?xml version="1.0" encoding="utf-8"?>
<p:tagLst xmlns:p="http://schemas.openxmlformats.org/presentationml/2006/main">
  <p:tag name="RAINPROBLEM" val="ProblemBody"/>
</p:tagLst>
</file>

<file path=ppt/tags/tag2341.xml><?xml version="1.0" encoding="utf-8"?>
<p:tagLst xmlns:p="http://schemas.openxmlformats.org/presentationml/2006/main">
  <p:tag name="RAINPROBLEM" val="ProblemItem"/>
</p:tagLst>
</file>

<file path=ppt/tags/tag23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43.xml><?xml version="1.0" encoding="utf-8"?>
<p:tagLst xmlns:p="http://schemas.openxmlformats.org/presentationml/2006/main">
  <p:tag name="RAINPROBLEM" val="ProblemItem"/>
</p:tagLst>
</file>

<file path=ppt/tags/tag23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5.xml><?xml version="1.0" encoding="utf-8"?>
<p:tagLst xmlns:p="http://schemas.openxmlformats.org/presentationml/2006/main">
  <p:tag name="RAINPROBLEM" val="ProblemItem"/>
</p:tagLst>
</file>

<file path=ppt/tags/tag23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7.xml><?xml version="1.0" encoding="utf-8"?>
<p:tagLst xmlns:p="http://schemas.openxmlformats.org/presentationml/2006/main">
  <p:tag name="RAINPROBLEM" val="ProblemItem"/>
</p:tagLst>
</file>

<file path=ppt/tags/tag23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9.xml><?xml version="1.0" encoding="utf-8"?>
<p:tagLst xmlns:p="http://schemas.openxmlformats.org/presentationml/2006/main">
  <p:tag name="PROBLEMREMARKTITLE" val="ProblemRemarkBoardTitle"/>
</p:tagLst>
</file>

<file path=ppt/tags/tag2350.xml><?xml version="1.0" encoding="utf-8"?>
<p:tagLst xmlns:p="http://schemas.openxmlformats.org/presentationml/2006/main">
  <p:tag name="PROBLEMREMARKTITLE" val="ProblemRemarkBoardTitle"/>
</p:tagLst>
</file>

<file path=ppt/tags/tag2351.xml><?xml version="1.0" encoding="utf-8"?>
<p:tagLst xmlns:p="http://schemas.openxmlformats.org/presentationml/2006/main">
  <p:tag name="PROBLEMREMARKTITLE" val="ProblemRemarkBoardTitle"/>
</p:tagLst>
</file>

<file path=ppt/tags/tag2352.xml><?xml version="1.0" encoding="utf-8"?>
<p:tagLst xmlns:p="http://schemas.openxmlformats.org/presentationml/2006/main">
  <p:tag name="PROBLEMREMARKTITLE" val="ProblemRemarkBoardTitle"/>
</p:tagLst>
</file>

<file path=ppt/tags/tag2353.xml><?xml version="1.0" encoding="utf-8"?>
<p:tagLst xmlns:p="http://schemas.openxmlformats.org/presentationml/2006/main">
  <p:tag name="RAINPROBLEM" val="ProblemSetting"/>
  <p:tag name="RAINPROBLEMTYPE" val="MultipleChoice"/>
</p:tagLst>
</file>

<file path=ppt/tags/tag2354.xml><?xml version="1.0" encoding="utf-8"?>
<p:tagLst xmlns:p="http://schemas.openxmlformats.org/presentationml/2006/main">
  <p:tag name="PROBLEMREMARKTITLE" val="ProblemRemarkBoardTip"/>
</p:tagLst>
</file>

<file path=ppt/tags/tag2355.xml><?xml version="1.0" encoding="utf-8"?>
<p:tagLst xmlns:p="http://schemas.openxmlformats.org/presentationml/2006/main">
  <p:tag name="RAINPROBLEM" val="ProblemRemark"/>
</p:tagLst>
</file>

<file path=ppt/tags/tag2356.xml><?xml version="1.0" encoding="utf-8"?>
<p:tagLst xmlns:p="http://schemas.openxmlformats.org/presentationml/2006/main">
  <p:tag name="RAINPROBLEM" val="ProblemRemark"/>
</p:tagLst>
</file>

<file path=ppt/tags/tag2357.xml><?xml version="1.0" encoding="utf-8"?>
<p:tagLst xmlns:p="http://schemas.openxmlformats.org/presentationml/2006/main">
  <p:tag name="RAINPROBLEM" val="ProblemSubmit"/>
  <p:tag name="RAINPROBLEMTYPE" val="MultipleChoice"/>
</p:tagLst>
</file>

<file path=ppt/tags/tag2358.xml><?xml version="1.0" encoding="utf-8"?>
<p:tagLst xmlns:p="http://schemas.openxmlformats.org/presentationml/2006/main">
  <p:tag name="RAINPROBLEM" val="MultipleChoice"/>
  <p:tag name="PROBLEMHASREMARK" val="True"/>
</p:tagLst>
</file>

<file path=ppt/tags/tag2359.xml><?xml version="1.0" encoding="utf-8"?>
<p:tagLst xmlns:p="http://schemas.openxmlformats.org/presentationml/2006/main">
  <p:tag name="RAINPROBLEM" val="ProblemRemarkBoard"/>
</p:tagLst>
</file>

<file path=ppt/tags/tag2360.xml><?xml version="1.0" encoding="utf-8"?>
<p:tagLst xmlns:p="http://schemas.openxmlformats.org/presentationml/2006/main">
  <p:tag name="RAINPROBLEMTYPE" val="ProblemTypeMarker"/>
</p:tagLst>
</file>

<file path=ppt/tags/tag2361.xml><?xml version="1.0" encoding="utf-8"?>
<p:tagLst xmlns:p="http://schemas.openxmlformats.org/presentationml/2006/main">
  <p:tag name="RAINPROBLEMTYPE" val="ProblemTypeMarker"/>
</p:tagLst>
</file>

<file path=ppt/tags/tag2362.xml><?xml version="1.0" encoding="utf-8"?>
<p:tagLst xmlns:p="http://schemas.openxmlformats.org/presentationml/2006/main">
  <p:tag name="RAINPROBLEMTYPE" val="ProblemTypeMarker"/>
</p:tagLst>
</file>

<file path=ppt/tags/tag2363.xml><?xml version="1.0" encoding="utf-8"?>
<p:tagLst xmlns:p="http://schemas.openxmlformats.org/presentationml/2006/main">
  <p:tag name="RAINPROBLEMTYPE" val="ProblemTypeMarker"/>
</p:tagLst>
</file>

<file path=ppt/tags/tag2364.xml><?xml version="1.0" encoding="utf-8"?>
<p:tagLst xmlns:p="http://schemas.openxmlformats.org/presentationml/2006/main">
  <p:tag name="RAINPROBLEMTYPE" val="ProblemTypeMarker"/>
</p:tagLst>
</file>

<file path=ppt/tags/tag2365.xml><?xml version="1.0" encoding="utf-8"?>
<p:tagLst xmlns:p="http://schemas.openxmlformats.org/presentationml/2006/main">
  <p:tag name="RAINPROBLEM" val="ProblemBody"/>
</p:tagLst>
</file>

<file path=ppt/tags/tag2366.xml><?xml version="1.0" encoding="utf-8"?>
<p:tagLst xmlns:p="http://schemas.openxmlformats.org/presentationml/2006/main">
  <p:tag name="RAINPROBLEM" val="ProblemItem"/>
</p:tagLst>
</file>

<file path=ppt/tags/tag23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68.xml><?xml version="1.0" encoding="utf-8"?>
<p:tagLst xmlns:p="http://schemas.openxmlformats.org/presentationml/2006/main">
  <p:tag name="RAINPROBLEM" val="ProblemItem"/>
</p:tagLst>
</file>

<file path=ppt/tags/tag23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70.xml><?xml version="1.0" encoding="utf-8"?>
<p:tagLst xmlns:p="http://schemas.openxmlformats.org/presentationml/2006/main">
  <p:tag name="RAINPROBLEM" val="ProblemItem"/>
</p:tagLst>
</file>

<file path=ppt/tags/tag23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72.xml><?xml version="1.0" encoding="utf-8"?>
<p:tagLst xmlns:p="http://schemas.openxmlformats.org/presentationml/2006/main">
  <p:tag name="RAINPROBLEM" val="ProblemItem"/>
</p:tagLst>
</file>

<file path=ppt/tags/tag23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74.xml><?xml version="1.0" encoding="utf-8"?>
<p:tagLst xmlns:p="http://schemas.openxmlformats.org/presentationml/2006/main">
  <p:tag name="PROBLEMREMARKTITLE" val="ProblemRemarkBoardTitle"/>
</p:tagLst>
</file>

<file path=ppt/tags/tag2375.xml><?xml version="1.0" encoding="utf-8"?>
<p:tagLst xmlns:p="http://schemas.openxmlformats.org/presentationml/2006/main">
  <p:tag name="PROBLEMREMARKTITLE" val="ProblemRemarkBoardTitle"/>
</p:tagLst>
</file>

<file path=ppt/tags/tag2376.xml><?xml version="1.0" encoding="utf-8"?>
<p:tagLst xmlns:p="http://schemas.openxmlformats.org/presentationml/2006/main">
  <p:tag name="PROBLEMREMARKTITLE" val="ProblemRemarkBoardTitle"/>
</p:tagLst>
</file>

<file path=ppt/tags/tag2377.xml><?xml version="1.0" encoding="utf-8"?>
<p:tagLst xmlns:p="http://schemas.openxmlformats.org/presentationml/2006/main">
  <p:tag name="PROBLEMREMARKTITLE" val="ProblemRemarkBoardTitle"/>
</p:tagLst>
</file>

<file path=ppt/tags/tag2378.xml><?xml version="1.0" encoding="utf-8"?>
<p:tagLst xmlns:p="http://schemas.openxmlformats.org/presentationml/2006/main">
  <p:tag name="RAINPROBLEM" val="ProblemSetting"/>
  <p:tag name="RAINPROBLEMTYPE" val="MultipleChoice"/>
</p:tagLst>
</file>

<file path=ppt/tags/tag2379.xml><?xml version="1.0" encoding="utf-8"?>
<p:tagLst xmlns:p="http://schemas.openxmlformats.org/presentationml/2006/main">
  <p:tag name="PROBLEMREMARKTITLE" val="ProblemRemarkBoardTip"/>
</p:tagLst>
</file>

<file path=ppt/tags/tag2380.xml><?xml version="1.0" encoding="utf-8"?>
<p:tagLst xmlns:p="http://schemas.openxmlformats.org/presentationml/2006/main">
  <p:tag name="RAINPROBLEM" val="ProblemRemark"/>
</p:tagLst>
</file>

<file path=ppt/tags/tag2381.xml><?xml version="1.0" encoding="utf-8"?>
<p:tagLst xmlns:p="http://schemas.openxmlformats.org/presentationml/2006/main">
  <p:tag name="RAINPROBLEM" val="ProblemRemark"/>
</p:tagLst>
</file>

<file path=ppt/tags/tag2382.xml><?xml version="1.0" encoding="utf-8"?>
<p:tagLst xmlns:p="http://schemas.openxmlformats.org/presentationml/2006/main">
  <p:tag name="RAINPROBLEM" val="ProblemSubmit"/>
  <p:tag name="RAINPROBLEMTYPE" val="MultipleChoice"/>
</p:tagLst>
</file>

<file path=ppt/tags/tag2383.xml><?xml version="1.0" encoding="utf-8"?>
<p:tagLst xmlns:p="http://schemas.openxmlformats.org/presentationml/2006/main">
  <p:tag name="RAINPROBLEM" val="MultipleChoice"/>
  <p:tag name="PROBLEMHASREMARK" val="True"/>
</p:tagLst>
</file>

<file path=ppt/tags/tag2384.xml><?xml version="1.0" encoding="utf-8"?>
<p:tagLst xmlns:p="http://schemas.openxmlformats.org/presentationml/2006/main">
  <p:tag name="RAINPROBLEM" val="ProblemRemarkBoard"/>
</p:tagLst>
</file>

<file path=ppt/tags/tag2385.xml><?xml version="1.0" encoding="utf-8"?>
<p:tagLst xmlns:p="http://schemas.openxmlformats.org/presentationml/2006/main">
  <p:tag name="RAINPROBLEMTYPE" val="ProblemTypeMarker"/>
</p:tagLst>
</file>

<file path=ppt/tags/tag2386.xml><?xml version="1.0" encoding="utf-8"?>
<p:tagLst xmlns:p="http://schemas.openxmlformats.org/presentationml/2006/main">
  <p:tag name="RAINPROBLEMTYPE" val="ProblemTypeMarker"/>
</p:tagLst>
</file>

<file path=ppt/tags/tag2387.xml><?xml version="1.0" encoding="utf-8"?>
<p:tagLst xmlns:p="http://schemas.openxmlformats.org/presentationml/2006/main">
  <p:tag name="RAINPROBLEMTYPE" val="ProblemTypeMarker"/>
</p:tagLst>
</file>

<file path=ppt/tags/tag2388.xml><?xml version="1.0" encoding="utf-8"?>
<p:tagLst xmlns:p="http://schemas.openxmlformats.org/presentationml/2006/main">
  <p:tag name="RAINPROBLEMTYPE" val="ProblemTypeMarker"/>
</p:tagLst>
</file>

<file path=ppt/tags/tag2389.xml><?xml version="1.0" encoding="utf-8"?>
<p:tagLst xmlns:p="http://schemas.openxmlformats.org/presentationml/2006/main">
  <p:tag name="RAINPROBLEMTYPE" val="ProblemTypeMarker"/>
</p:tagLst>
</file>

<file path=ppt/tags/tag2390.xml><?xml version="1.0" encoding="utf-8"?>
<p:tagLst xmlns:p="http://schemas.openxmlformats.org/presentationml/2006/main">
  <p:tag name="RAINPROBLEM" val="ProblemBody"/>
</p:tagLst>
</file>

<file path=ppt/tags/tag2391.xml><?xml version="1.0" encoding="utf-8"?>
<p:tagLst xmlns:p="http://schemas.openxmlformats.org/presentationml/2006/main">
  <p:tag name="RAINPROBLEM" val="ProblemItem"/>
</p:tagLst>
</file>

<file path=ppt/tags/tag23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93.xml><?xml version="1.0" encoding="utf-8"?>
<p:tagLst xmlns:p="http://schemas.openxmlformats.org/presentationml/2006/main">
  <p:tag name="RAINPROBLEM" val="ProblemItem"/>
</p:tagLst>
</file>

<file path=ppt/tags/tag23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5.xml><?xml version="1.0" encoding="utf-8"?>
<p:tagLst xmlns:p="http://schemas.openxmlformats.org/presentationml/2006/main">
  <p:tag name="RAINPROBLEM" val="ProblemItem"/>
</p:tagLst>
</file>

<file path=ppt/tags/tag23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7.xml><?xml version="1.0" encoding="utf-8"?>
<p:tagLst xmlns:p="http://schemas.openxmlformats.org/presentationml/2006/main">
  <p:tag name="RAINPROBLEM" val="ProblemItem"/>
</p:tagLst>
</file>

<file path=ppt/tags/tag23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9.xml><?xml version="1.0" encoding="utf-8"?>
<p:tagLst xmlns:p="http://schemas.openxmlformats.org/presentationml/2006/main">
  <p:tag name="PROBLEMREMARKTITLE" val="ProblemRemarkBoardTitle"/>
</p:tagLst>
</file>

<file path=ppt/tags/tag2400.xml><?xml version="1.0" encoding="utf-8"?>
<p:tagLst xmlns:p="http://schemas.openxmlformats.org/presentationml/2006/main">
  <p:tag name="PROBLEMREMARKTITLE" val="ProblemRemarkBoardTitle"/>
</p:tagLst>
</file>

<file path=ppt/tags/tag2401.xml><?xml version="1.0" encoding="utf-8"?>
<p:tagLst xmlns:p="http://schemas.openxmlformats.org/presentationml/2006/main">
  <p:tag name="PROBLEMREMARKTITLE" val="ProblemRemarkBoardTitle"/>
</p:tagLst>
</file>

<file path=ppt/tags/tag2402.xml><?xml version="1.0" encoding="utf-8"?>
<p:tagLst xmlns:p="http://schemas.openxmlformats.org/presentationml/2006/main">
  <p:tag name="PROBLEMREMARKTITLE" val="ProblemRemarkBoardTitle"/>
</p:tagLst>
</file>

<file path=ppt/tags/tag2403.xml><?xml version="1.0" encoding="utf-8"?>
<p:tagLst xmlns:p="http://schemas.openxmlformats.org/presentationml/2006/main">
  <p:tag name="RAINPROBLEM" val="ProblemSetting"/>
  <p:tag name="RAINPROBLEMTYPE" val="MultipleChoice"/>
</p:tagLst>
</file>

<file path=ppt/tags/tag2404.xml><?xml version="1.0" encoding="utf-8"?>
<p:tagLst xmlns:p="http://schemas.openxmlformats.org/presentationml/2006/main">
  <p:tag name="PROBLEMREMARKTITLE" val="ProblemRemarkBoardTip"/>
</p:tagLst>
</file>

<file path=ppt/tags/tag2405.xml><?xml version="1.0" encoding="utf-8"?>
<p:tagLst xmlns:p="http://schemas.openxmlformats.org/presentationml/2006/main">
  <p:tag name="RAINPROBLEM" val="ProblemRemark"/>
</p:tagLst>
</file>

<file path=ppt/tags/tag2406.xml><?xml version="1.0" encoding="utf-8"?>
<p:tagLst xmlns:p="http://schemas.openxmlformats.org/presentationml/2006/main">
  <p:tag name="RAINPROBLEM" val="ProblemRemark"/>
</p:tagLst>
</file>

<file path=ppt/tags/tag2407.xml><?xml version="1.0" encoding="utf-8"?>
<p:tagLst xmlns:p="http://schemas.openxmlformats.org/presentationml/2006/main">
  <p:tag name="RAINPROBLEM" val="ProblemSubmit"/>
  <p:tag name="RAINPROBLEMTYPE" val="MultipleChoice"/>
</p:tagLst>
</file>

<file path=ppt/tags/tag2408.xml><?xml version="1.0" encoding="utf-8"?>
<p:tagLst xmlns:p="http://schemas.openxmlformats.org/presentationml/2006/main">
  <p:tag name="RAINPROBLEM" val="MultipleChoice"/>
  <p:tag name="PROBLEMHASREMARK" val="True"/>
</p:tagLst>
</file>

<file path=ppt/tags/tag2409.xml><?xml version="1.0" encoding="utf-8"?>
<p:tagLst xmlns:p="http://schemas.openxmlformats.org/presentationml/2006/main">
  <p:tag name="RAINPROBLEM" val="ProblemRemarkBoard"/>
</p:tagLst>
</file>

<file path=ppt/tags/tag2410.xml><?xml version="1.0" encoding="utf-8"?>
<p:tagLst xmlns:p="http://schemas.openxmlformats.org/presentationml/2006/main">
  <p:tag name="RAINPROBLEMTYPE" val="ProblemTypeMarker"/>
</p:tagLst>
</file>

<file path=ppt/tags/tag2411.xml><?xml version="1.0" encoding="utf-8"?>
<p:tagLst xmlns:p="http://schemas.openxmlformats.org/presentationml/2006/main">
  <p:tag name="RAINPROBLEMTYPE" val="ProblemTypeMarker"/>
</p:tagLst>
</file>

<file path=ppt/tags/tag2412.xml><?xml version="1.0" encoding="utf-8"?>
<p:tagLst xmlns:p="http://schemas.openxmlformats.org/presentationml/2006/main">
  <p:tag name="RAINPROBLEMTYPE" val="ProblemTypeMarker"/>
</p:tagLst>
</file>

<file path=ppt/tags/tag2413.xml><?xml version="1.0" encoding="utf-8"?>
<p:tagLst xmlns:p="http://schemas.openxmlformats.org/presentationml/2006/main">
  <p:tag name="RAINPROBLEMTYPE" val="ProblemTypeMarker"/>
</p:tagLst>
</file>

<file path=ppt/tags/tag2414.xml><?xml version="1.0" encoding="utf-8"?>
<p:tagLst xmlns:p="http://schemas.openxmlformats.org/presentationml/2006/main">
  <p:tag name="RAINPROBLEMTYPE" val="ProblemTypeMarker"/>
</p:tagLst>
</file>

<file path=ppt/tags/tag2415.xml><?xml version="1.0" encoding="utf-8"?>
<p:tagLst xmlns:p="http://schemas.openxmlformats.org/presentationml/2006/main">
  <p:tag name="RAINPROBLEM" val="ProblemBody"/>
</p:tagLst>
</file>

<file path=ppt/tags/tag2416.xml><?xml version="1.0" encoding="utf-8"?>
<p:tagLst xmlns:p="http://schemas.openxmlformats.org/presentationml/2006/main">
  <p:tag name="RAINPROBLEM" val="ProblemItem"/>
</p:tagLst>
</file>

<file path=ppt/tags/tag24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18.xml><?xml version="1.0" encoding="utf-8"?>
<p:tagLst xmlns:p="http://schemas.openxmlformats.org/presentationml/2006/main">
  <p:tag name="RAINPROBLEM" val="ProblemItem"/>
</p:tagLst>
</file>

<file path=ppt/tags/tag2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20.xml><?xml version="1.0" encoding="utf-8"?>
<p:tagLst xmlns:p="http://schemas.openxmlformats.org/presentationml/2006/main">
  <p:tag name="RAINPROBLEM" val="ProblemItem"/>
</p:tagLst>
</file>

<file path=ppt/tags/tag24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22.xml><?xml version="1.0" encoding="utf-8"?>
<p:tagLst xmlns:p="http://schemas.openxmlformats.org/presentationml/2006/main">
  <p:tag name="RAINPROBLEM" val="ProblemItem"/>
</p:tagLst>
</file>

<file path=ppt/tags/tag2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24.xml><?xml version="1.0" encoding="utf-8"?>
<p:tagLst xmlns:p="http://schemas.openxmlformats.org/presentationml/2006/main">
  <p:tag name="PROBLEMREMARKTITLE" val="ProblemRemarkBoardTitle"/>
</p:tagLst>
</file>

<file path=ppt/tags/tag2425.xml><?xml version="1.0" encoding="utf-8"?>
<p:tagLst xmlns:p="http://schemas.openxmlformats.org/presentationml/2006/main">
  <p:tag name="PROBLEMREMARKTITLE" val="ProblemRemarkBoardTitle"/>
</p:tagLst>
</file>

<file path=ppt/tags/tag2426.xml><?xml version="1.0" encoding="utf-8"?>
<p:tagLst xmlns:p="http://schemas.openxmlformats.org/presentationml/2006/main">
  <p:tag name="PROBLEMREMARKTITLE" val="ProblemRemarkBoardTitle"/>
</p:tagLst>
</file>

<file path=ppt/tags/tag2427.xml><?xml version="1.0" encoding="utf-8"?>
<p:tagLst xmlns:p="http://schemas.openxmlformats.org/presentationml/2006/main">
  <p:tag name="PROBLEMREMARKTITLE" val="ProblemRemarkBoardTitle"/>
</p:tagLst>
</file>

<file path=ppt/tags/tag2428.xml><?xml version="1.0" encoding="utf-8"?>
<p:tagLst xmlns:p="http://schemas.openxmlformats.org/presentationml/2006/main">
  <p:tag name="RAINPROBLEM" val="ProblemSetting"/>
  <p:tag name="RAINPROBLEMTYPE" val="MultipleChoice"/>
</p:tagLst>
</file>

<file path=ppt/tags/tag2429.xml><?xml version="1.0" encoding="utf-8"?>
<p:tagLst xmlns:p="http://schemas.openxmlformats.org/presentationml/2006/main">
  <p:tag name="PROBLEMREMARKTITLE" val="ProblemRemarkBoardTip"/>
</p:tagLst>
</file>

<file path=ppt/tags/tag2430.xml><?xml version="1.0" encoding="utf-8"?>
<p:tagLst xmlns:p="http://schemas.openxmlformats.org/presentationml/2006/main">
  <p:tag name="RAINPROBLEM" val="ProblemRemark"/>
</p:tagLst>
</file>

<file path=ppt/tags/tag2431.xml><?xml version="1.0" encoding="utf-8"?>
<p:tagLst xmlns:p="http://schemas.openxmlformats.org/presentationml/2006/main">
  <p:tag name="RAINPROBLEM" val="ProblemRemark"/>
</p:tagLst>
</file>

<file path=ppt/tags/tag2432.xml><?xml version="1.0" encoding="utf-8"?>
<p:tagLst xmlns:p="http://schemas.openxmlformats.org/presentationml/2006/main">
  <p:tag name="RAINPROBLEM" val="ProblemSubmit"/>
  <p:tag name="RAINPROBLEMTYPE" val="MultipleChoice"/>
</p:tagLst>
</file>

<file path=ppt/tags/tag2433.xml><?xml version="1.0" encoding="utf-8"?>
<p:tagLst xmlns:p="http://schemas.openxmlformats.org/presentationml/2006/main">
  <p:tag name="RAINPROBLEM" val="MultipleChoice"/>
  <p:tag name="PROBLEMHASREMARK" val="True"/>
</p:tagLst>
</file>

<file path=ppt/tags/tag2434.xml><?xml version="1.0" encoding="utf-8"?>
<p:tagLst xmlns:p="http://schemas.openxmlformats.org/presentationml/2006/main">
  <p:tag name="RAINPROBLEM" val="ProblemRemarkBoard"/>
</p:tagLst>
</file>

<file path=ppt/tags/tag2435.xml><?xml version="1.0" encoding="utf-8"?>
<p:tagLst xmlns:p="http://schemas.openxmlformats.org/presentationml/2006/main">
  <p:tag name="RAINPROBLEMTYPE" val="ProblemTypeMarker"/>
</p:tagLst>
</file>

<file path=ppt/tags/tag2436.xml><?xml version="1.0" encoding="utf-8"?>
<p:tagLst xmlns:p="http://schemas.openxmlformats.org/presentationml/2006/main">
  <p:tag name="RAINPROBLEMTYPE" val="ProblemTypeMarker"/>
</p:tagLst>
</file>

<file path=ppt/tags/tag2437.xml><?xml version="1.0" encoding="utf-8"?>
<p:tagLst xmlns:p="http://schemas.openxmlformats.org/presentationml/2006/main">
  <p:tag name="RAINPROBLEMTYPE" val="ProblemTypeMarker"/>
</p:tagLst>
</file>

<file path=ppt/tags/tag2438.xml><?xml version="1.0" encoding="utf-8"?>
<p:tagLst xmlns:p="http://schemas.openxmlformats.org/presentationml/2006/main">
  <p:tag name="RAINPROBLEMTYPE" val="ProblemTypeMarker"/>
</p:tagLst>
</file>

<file path=ppt/tags/tag2439.xml><?xml version="1.0" encoding="utf-8"?>
<p:tagLst xmlns:p="http://schemas.openxmlformats.org/presentationml/2006/main">
  <p:tag name="RAINPROBLEMTYPE" val="ProblemTypeMarker"/>
</p:tagLst>
</file>

<file path=ppt/tags/tag2440.xml><?xml version="1.0" encoding="utf-8"?>
<p:tagLst xmlns:p="http://schemas.openxmlformats.org/presentationml/2006/main">
  <p:tag name="RAINPROBLEM" val="ProblemBody"/>
</p:tagLst>
</file>

<file path=ppt/tags/tag2441.xml><?xml version="1.0" encoding="utf-8"?>
<p:tagLst xmlns:p="http://schemas.openxmlformats.org/presentationml/2006/main">
  <p:tag name="RAINPROBLEM" val="ProblemItem"/>
</p:tagLst>
</file>

<file path=ppt/tags/tag24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43.xml><?xml version="1.0" encoding="utf-8"?>
<p:tagLst xmlns:p="http://schemas.openxmlformats.org/presentationml/2006/main">
  <p:tag name="RAINPROBLEM" val="ProblemItem"/>
</p:tagLst>
</file>

<file path=ppt/tags/tag24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45.xml><?xml version="1.0" encoding="utf-8"?>
<p:tagLst xmlns:p="http://schemas.openxmlformats.org/presentationml/2006/main">
  <p:tag name="RAINPROBLEM" val="ProblemItem"/>
</p:tagLst>
</file>

<file path=ppt/tags/tag24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47.xml><?xml version="1.0" encoding="utf-8"?>
<p:tagLst xmlns:p="http://schemas.openxmlformats.org/presentationml/2006/main">
  <p:tag name="RAINPROBLEM" val="ProblemItem"/>
</p:tagLst>
</file>

<file path=ppt/tags/tag24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49.xml><?xml version="1.0" encoding="utf-8"?>
<p:tagLst xmlns:p="http://schemas.openxmlformats.org/presentationml/2006/main">
  <p:tag name="PROBLEMREMARKTITLE" val="ProblemRemarkBoardTitle"/>
</p:tagLst>
</file>

<file path=ppt/tags/tag2450.xml><?xml version="1.0" encoding="utf-8"?>
<p:tagLst xmlns:p="http://schemas.openxmlformats.org/presentationml/2006/main">
  <p:tag name="PROBLEMREMARKTITLE" val="ProblemRemarkBoardTitle"/>
</p:tagLst>
</file>

<file path=ppt/tags/tag2451.xml><?xml version="1.0" encoding="utf-8"?>
<p:tagLst xmlns:p="http://schemas.openxmlformats.org/presentationml/2006/main">
  <p:tag name="PROBLEMREMARKTITLE" val="ProblemRemarkBoardTitle"/>
</p:tagLst>
</file>

<file path=ppt/tags/tag2452.xml><?xml version="1.0" encoding="utf-8"?>
<p:tagLst xmlns:p="http://schemas.openxmlformats.org/presentationml/2006/main">
  <p:tag name="PROBLEMREMARKTITLE" val="ProblemRemarkBoardTitle"/>
</p:tagLst>
</file>

<file path=ppt/tags/tag2453.xml><?xml version="1.0" encoding="utf-8"?>
<p:tagLst xmlns:p="http://schemas.openxmlformats.org/presentationml/2006/main">
  <p:tag name="RAINPROBLEM" val="ProblemSetting"/>
  <p:tag name="RAINPROBLEMTYPE" val="MultipleChoice"/>
</p:tagLst>
</file>

<file path=ppt/tags/tag2454.xml><?xml version="1.0" encoding="utf-8"?>
<p:tagLst xmlns:p="http://schemas.openxmlformats.org/presentationml/2006/main">
  <p:tag name="PROBLEMREMARKTITLE" val="ProblemRemarkBoardTip"/>
</p:tagLst>
</file>

<file path=ppt/tags/tag2455.xml><?xml version="1.0" encoding="utf-8"?>
<p:tagLst xmlns:p="http://schemas.openxmlformats.org/presentationml/2006/main">
  <p:tag name="RAINPROBLEM" val="ProblemRemark"/>
</p:tagLst>
</file>

<file path=ppt/tags/tag2456.xml><?xml version="1.0" encoding="utf-8"?>
<p:tagLst xmlns:p="http://schemas.openxmlformats.org/presentationml/2006/main">
  <p:tag name="RAINPROBLEM" val="ProblemRemark"/>
</p:tagLst>
</file>

<file path=ppt/tags/tag2457.xml><?xml version="1.0" encoding="utf-8"?>
<p:tagLst xmlns:p="http://schemas.openxmlformats.org/presentationml/2006/main">
  <p:tag name="RAINPROBLEM" val="ProblemSubmit"/>
  <p:tag name="RAINPROBLEMTYPE" val="MultipleChoice"/>
</p:tagLst>
</file>

<file path=ppt/tags/tag2458.xml><?xml version="1.0" encoding="utf-8"?>
<p:tagLst xmlns:p="http://schemas.openxmlformats.org/presentationml/2006/main">
  <p:tag name="RAINPROBLEM" val="MultipleChoice"/>
  <p:tag name="PROBLEMHASREMARK" val="True"/>
</p:tagLst>
</file>

<file path=ppt/tags/tag2459.xml><?xml version="1.0" encoding="utf-8"?>
<p:tagLst xmlns:p="http://schemas.openxmlformats.org/presentationml/2006/main">
  <p:tag name="RAINPROBLEM" val="ProblemRemarkBoard"/>
</p:tagLst>
</file>

<file path=ppt/tags/tag2460.xml><?xml version="1.0" encoding="utf-8"?>
<p:tagLst xmlns:p="http://schemas.openxmlformats.org/presentationml/2006/main">
  <p:tag name="RAINPROBLEMTYPE" val="ProblemTypeMarker"/>
</p:tagLst>
</file>

<file path=ppt/tags/tag2461.xml><?xml version="1.0" encoding="utf-8"?>
<p:tagLst xmlns:p="http://schemas.openxmlformats.org/presentationml/2006/main">
  <p:tag name="RAINPROBLEMTYPE" val="ProblemTypeMarker"/>
</p:tagLst>
</file>

<file path=ppt/tags/tag2462.xml><?xml version="1.0" encoding="utf-8"?>
<p:tagLst xmlns:p="http://schemas.openxmlformats.org/presentationml/2006/main">
  <p:tag name="RAINPROBLEMTYPE" val="ProblemTypeMarker"/>
</p:tagLst>
</file>

<file path=ppt/tags/tag2463.xml><?xml version="1.0" encoding="utf-8"?>
<p:tagLst xmlns:p="http://schemas.openxmlformats.org/presentationml/2006/main">
  <p:tag name="RAINPROBLEMTYPE" val="ProblemTypeMarker"/>
</p:tagLst>
</file>

<file path=ppt/tags/tag2464.xml><?xml version="1.0" encoding="utf-8"?>
<p:tagLst xmlns:p="http://schemas.openxmlformats.org/presentationml/2006/main">
  <p:tag name="RAINPROBLEMTYPE" val="ProblemTypeMarker"/>
</p:tagLst>
</file>

<file path=ppt/tags/tag2465.xml><?xml version="1.0" encoding="utf-8"?>
<p:tagLst xmlns:p="http://schemas.openxmlformats.org/presentationml/2006/main">
  <p:tag name="RAINPROBLEM" val="ProblemBody"/>
</p:tagLst>
</file>

<file path=ppt/tags/tag2466.xml><?xml version="1.0" encoding="utf-8"?>
<p:tagLst xmlns:p="http://schemas.openxmlformats.org/presentationml/2006/main">
  <p:tag name="RAINPROBLEM" val="ProblemItem"/>
</p:tagLst>
</file>

<file path=ppt/tags/tag246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468.xml><?xml version="1.0" encoding="utf-8"?>
<p:tagLst xmlns:p="http://schemas.openxmlformats.org/presentationml/2006/main">
  <p:tag name="RAINPROBLEM" val="ProblemItem"/>
</p:tagLst>
</file>

<file path=ppt/tags/tag246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470.xml><?xml version="1.0" encoding="utf-8"?>
<p:tagLst xmlns:p="http://schemas.openxmlformats.org/presentationml/2006/main">
  <p:tag name="RAINPROBLEM" val="ProblemItem"/>
</p:tagLst>
</file>

<file path=ppt/tags/tag247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472.xml><?xml version="1.0" encoding="utf-8"?>
<p:tagLst xmlns:p="http://schemas.openxmlformats.org/presentationml/2006/main">
  <p:tag name="RAINPROBLEM" val="ProblemItem"/>
</p:tagLst>
</file>

<file path=ppt/tags/tag247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474.xml><?xml version="1.0" encoding="utf-8"?>
<p:tagLst xmlns:p="http://schemas.openxmlformats.org/presentationml/2006/main">
  <p:tag name="PROBLEMREMARKTITLE" val="ProblemRemarkBoardTitle"/>
</p:tagLst>
</file>

<file path=ppt/tags/tag2475.xml><?xml version="1.0" encoding="utf-8"?>
<p:tagLst xmlns:p="http://schemas.openxmlformats.org/presentationml/2006/main">
  <p:tag name="PROBLEMREMARKTITLE" val="ProblemRemarkBoardTitle"/>
</p:tagLst>
</file>

<file path=ppt/tags/tag2476.xml><?xml version="1.0" encoding="utf-8"?>
<p:tagLst xmlns:p="http://schemas.openxmlformats.org/presentationml/2006/main">
  <p:tag name="PROBLEMREMARKTITLE" val="ProblemRemarkBoardTitle"/>
</p:tagLst>
</file>

<file path=ppt/tags/tag2477.xml><?xml version="1.0" encoding="utf-8"?>
<p:tagLst xmlns:p="http://schemas.openxmlformats.org/presentationml/2006/main">
  <p:tag name="PROBLEMREMARKTITLE" val="ProblemRemarkBoardTitle"/>
</p:tagLst>
</file>

<file path=ppt/tags/tag2478.xml><?xml version="1.0" encoding="utf-8"?>
<p:tagLst xmlns:p="http://schemas.openxmlformats.org/presentationml/2006/main">
  <p:tag name="RAINPROBLEM" val="ProblemSetting"/>
  <p:tag name="RAINPROBLEMTYPE" val="MultipleChoiceMA"/>
</p:tagLst>
</file>

<file path=ppt/tags/tag2479.xml><?xml version="1.0" encoding="utf-8"?>
<p:tagLst xmlns:p="http://schemas.openxmlformats.org/presentationml/2006/main">
  <p:tag name="PROBLEMREMARKTITLE" val="ProblemRemarkBoardTip"/>
</p:tagLst>
</file>

<file path=ppt/tags/tag2480.xml><?xml version="1.0" encoding="utf-8"?>
<p:tagLst xmlns:p="http://schemas.openxmlformats.org/presentationml/2006/main">
  <p:tag name="RAINPROBLEM" val="ProblemRemark"/>
</p:tagLst>
</file>

<file path=ppt/tags/tag2481.xml><?xml version="1.0" encoding="utf-8"?>
<p:tagLst xmlns:p="http://schemas.openxmlformats.org/presentationml/2006/main">
  <p:tag name="RAINPROBLEM" val="ProblemRemark"/>
</p:tagLst>
</file>

<file path=ppt/tags/tag2482.xml><?xml version="1.0" encoding="utf-8"?>
<p:tagLst xmlns:p="http://schemas.openxmlformats.org/presentationml/2006/main">
  <p:tag name="RAINPROBLEM" val="ProblemSubmit"/>
  <p:tag name="RAINPROBLEMTYPE" val="MultipleChoiceMA"/>
</p:tagLst>
</file>

<file path=ppt/tags/tag2483.xml><?xml version="1.0" encoding="utf-8"?>
<p:tagLst xmlns:p="http://schemas.openxmlformats.org/presentationml/2006/main">
  <p:tag name="RAINPROBLEM" val="MultipleChoiceMA"/>
  <p:tag name="PROBLEMHASREMARK" val="True"/>
</p:tagLst>
</file>

<file path=ppt/tags/tag2484.xml><?xml version="1.0" encoding="utf-8"?>
<p:tagLst xmlns:p="http://schemas.openxmlformats.org/presentationml/2006/main">
  <p:tag name="RAINPROBLEM" val="ProblemRemarkBoard"/>
</p:tagLst>
</file>

<file path=ppt/tags/tag2485.xml><?xml version="1.0" encoding="utf-8"?>
<p:tagLst xmlns:p="http://schemas.openxmlformats.org/presentationml/2006/main">
  <p:tag name="RAINPROBLEMTYPE" val="ProblemTypeMarker"/>
</p:tagLst>
</file>

<file path=ppt/tags/tag2486.xml><?xml version="1.0" encoding="utf-8"?>
<p:tagLst xmlns:p="http://schemas.openxmlformats.org/presentationml/2006/main">
  <p:tag name="RAINPROBLEMTYPE" val="ProblemTypeMarker"/>
</p:tagLst>
</file>

<file path=ppt/tags/tag2487.xml><?xml version="1.0" encoding="utf-8"?>
<p:tagLst xmlns:p="http://schemas.openxmlformats.org/presentationml/2006/main">
  <p:tag name="RAINPROBLEMTYPE" val="ProblemTypeMarker"/>
</p:tagLst>
</file>

<file path=ppt/tags/tag2488.xml><?xml version="1.0" encoding="utf-8"?>
<p:tagLst xmlns:p="http://schemas.openxmlformats.org/presentationml/2006/main">
  <p:tag name="RAINPROBLEMTYPE" val="ProblemTypeMarker"/>
</p:tagLst>
</file>

<file path=ppt/tags/tag2489.xml><?xml version="1.0" encoding="utf-8"?>
<p:tagLst xmlns:p="http://schemas.openxmlformats.org/presentationml/2006/main">
  <p:tag name="RAINPROBLEMTYPE" val="ProblemTypeMarker"/>
</p:tagLst>
</file>

<file path=ppt/tags/tag2490.xml><?xml version="1.0" encoding="utf-8"?>
<p:tagLst xmlns:p="http://schemas.openxmlformats.org/presentationml/2006/main">
  <p:tag name="RAINPROBLEM" val="ProblemBody"/>
</p:tagLst>
</file>

<file path=ppt/tags/tag2491.xml><?xml version="1.0" encoding="utf-8"?>
<p:tagLst xmlns:p="http://schemas.openxmlformats.org/presentationml/2006/main">
  <p:tag name="RAINPROBLEM" val="ProblemItem"/>
</p:tagLst>
</file>

<file path=ppt/tags/tag24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93.xml><?xml version="1.0" encoding="utf-8"?>
<p:tagLst xmlns:p="http://schemas.openxmlformats.org/presentationml/2006/main">
  <p:tag name="RAINPROBLEM" val="ProblemItem"/>
</p:tagLst>
</file>

<file path=ppt/tags/tag24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95.xml><?xml version="1.0" encoding="utf-8"?>
<p:tagLst xmlns:p="http://schemas.openxmlformats.org/presentationml/2006/main">
  <p:tag name="RAINPROBLEM" val="ProblemItem"/>
</p:tagLst>
</file>

<file path=ppt/tags/tag24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97.xml><?xml version="1.0" encoding="utf-8"?>
<p:tagLst xmlns:p="http://schemas.openxmlformats.org/presentationml/2006/main">
  <p:tag name="RAINPROBLEM" val="ProblemItem"/>
</p:tagLst>
</file>

<file path=ppt/tags/tag24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99.xml><?xml version="1.0" encoding="utf-8"?>
<p:tagLst xmlns:p="http://schemas.openxmlformats.org/presentationml/2006/main">
  <p:tag name="PROBLEMREMARKTITLE" val="ProblemRemarkBoardTitle"/>
</p:tagLst>
</file>

<file path=ppt/tags/tag2500.xml><?xml version="1.0" encoding="utf-8"?>
<p:tagLst xmlns:p="http://schemas.openxmlformats.org/presentationml/2006/main">
  <p:tag name="PROBLEMREMARKTITLE" val="ProblemRemarkBoardTitle"/>
</p:tagLst>
</file>

<file path=ppt/tags/tag2501.xml><?xml version="1.0" encoding="utf-8"?>
<p:tagLst xmlns:p="http://schemas.openxmlformats.org/presentationml/2006/main">
  <p:tag name="PROBLEMREMARKTITLE" val="ProblemRemarkBoardTitle"/>
</p:tagLst>
</file>

<file path=ppt/tags/tag2502.xml><?xml version="1.0" encoding="utf-8"?>
<p:tagLst xmlns:p="http://schemas.openxmlformats.org/presentationml/2006/main">
  <p:tag name="PROBLEMREMARKTITLE" val="ProblemRemarkBoardTitle"/>
</p:tagLst>
</file>

<file path=ppt/tags/tag2503.xml><?xml version="1.0" encoding="utf-8"?>
<p:tagLst xmlns:p="http://schemas.openxmlformats.org/presentationml/2006/main">
  <p:tag name="RAINPROBLEM" val="ProblemSetting"/>
  <p:tag name="RAINPROBLEMTYPE" val="MultipleChoice"/>
</p:tagLst>
</file>

<file path=ppt/tags/tag2504.xml><?xml version="1.0" encoding="utf-8"?>
<p:tagLst xmlns:p="http://schemas.openxmlformats.org/presentationml/2006/main">
  <p:tag name="PROBLEMREMARKTITLE" val="ProblemRemarkBoardTip"/>
</p:tagLst>
</file>

<file path=ppt/tags/tag2505.xml><?xml version="1.0" encoding="utf-8"?>
<p:tagLst xmlns:p="http://schemas.openxmlformats.org/presentationml/2006/main">
  <p:tag name="RAINPROBLEM" val="ProblemRemark"/>
</p:tagLst>
</file>

<file path=ppt/tags/tag2506.xml><?xml version="1.0" encoding="utf-8"?>
<p:tagLst xmlns:p="http://schemas.openxmlformats.org/presentationml/2006/main">
  <p:tag name="RAINPROBLEM" val="ProblemRemark"/>
</p:tagLst>
</file>

<file path=ppt/tags/tag2507.xml><?xml version="1.0" encoding="utf-8"?>
<p:tagLst xmlns:p="http://schemas.openxmlformats.org/presentationml/2006/main">
  <p:tag name="RAINPROBLEM" val="ProblemSubmit"/>
  <p:tag name="RAINPROBLEMTYPE" val="MultipleChoice"/>
</p:tagLst>
</file>

<file path=ppt/tags/tag2508.xml><?xml version="1.0" encoding="utf-8"?>
<p:tagLst xmlns:p="http://schemas.openxmlformats.org/presentationml/2006/main">
  <p:tag name="RAINPROBLEM" val="MultipleChoice"/>
  <p:tag name="PROBLEMHASREMARK" val="True"/>
</p:tagLst>
</file>

<file path=ppt/tags/tag2509.xml><?xml version="1.0" encoding="utf-8"?>
<p:tagLst xmlns:p="http://schemas.openxmlformats.org/presentationml/2006/main">
  <p:tag name="RAINPROBLEM" val="ProblemRemarkBoard"/>
</p:tagLst>
</file>

<file path=ppt/tags/tag2510.xml><?xml version="1.0" encoding="utf-8"?>
<p:tagLst xmlns:p="http://schemas.openxmlformats.org/presentationml/2006/main">
  <p:tag name="RAINPROBLEMTYPE" val="ProblemTypeMarker"/>
</p:tagLst>
</file>

<file path=ppt/tags/tag2511.xml><?xml version="1.0" encoding="utf-8"?>
<p:tagLst xmlns:p="http://schemas.openxmlformats.org/presentationml/2006/main">
  <p:tag name="RAINPROBLEMTYPE" val="ProblemTypeMarker"/>
</p:tagLst>
</file>

<file path=ppt/tags/tag2512.xml><?xml version="1.0" encoding="utf-8"?>
<p:tagLst xmlns:p="http://schemas.openxmlformats.org/presentationml/2006/main">
  <p:tag name="RAINPROBLEMTYPE" val="ProblemTypeMarker"/>
</p:tagLst>
</file>

<file path=ppt/tags/tag2513.xml><?xml version="1.0" encoding="utf-8"?>
<p:tagLst xmlns:p="http://schemas.openxmlformats.org/presentationml/2006/main">
  <p:tag name="RAINPROBLEMTYPE" val="ProblemTypeMarker"/>
</p:tagLst>
</file>

<file path=ppt/tags/tag2514.xml><?xml version="1.0" encoding="utf-8"?>
<p:tagLst xmlns:p="http://schemas.openxmlformats.org/presentationml/2006/main">
  <p:tag name="RAINPROBLEMTYPE" val="ProblemTypeMarker"/>
</p:tagLst>
</file>

<file path=ppt/tags/tag2515.xml><?xml version="1.0" encoding="utf-8"?>
<p:tagLst xmlns:p="http://schemas.openxmlformats.org/presentationml/2006/main">
  <p:tag name="RAINPROBLEM" val="ProblemBody"/>
</p:tagLst>
</file>

<file path=ppt/tags/tag2516.xml><?xml version="1.0" encoding="utf-8"?>
<p:tagLst xmlns:p="http://schemas.openxmlformats.org/presentationml/2006/main">
  <p:tag name="RAINPROBLEM" val="ProblemItem"/>
</p:tagLst>
</file>

<file path=ppt/tags/tag25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18.xml><?xml version="1.0" encoding="utf-8"?>
<p:tagLst xmlns:p="http://schemas.openxmlformats.org/presentationml/2006/main">
  <p:tag name="RAINPROBLEM" val="ProblemItem"/>
</p:tagLst>
</file>

<file path=ppt/tags/tag25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20.xml><?xml version="1.0" encoding="utf-8"?>
<p:tagLst xmlns:p="http://schemas.openxmlformats.org/presentationml/2006/main">
  <p:tag name="RAINPROBLEM" val="ProblemItem"/>
</p:tagLst>
</file>

<file path=ppt/tags/tag25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22.xml><?xml version="1.0" encoding="utf-8"?>
<p:tagLst xmlns:p="http://schemas.openxmlformats.org/presentationml/2006/main">
  <p:tag name="RAINPROBLEM" val="ProblemItem"/>
</p:tagLst>
</file>

<file path=ppt/tags/tag25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24.xml><?xml version="1.0" encoding="utf-8"?>
<p:tagLst xmlns:p="http://schemas.openxmlformats.org/presentationml/2006/main">
  <p:tag name="PROBLEMREMARKTITLE" val="ProblemRemarkBoardTitle"/>
</p:tagLst>
</file>

<file path=ppt/tags/tag2525.xml><?xml version="1.0" encoding="utf-8"?>
<p:tagLst xmlns:p="http://schemas.openxmlformats.org/presentationml/2006/main">
  <p:tag name="PROBLEMREMARKTITLE" val="ProblemRemarkBoardTitle"/>
</p:tagLst>
</file>

<file path=ppt/tags/tag2526.xml><?xml version="1.0" encoding="utf-8"?>
<p:tagLst xmlns:p="http://schemas.openxmlformats.org/presentationml/2006/main">
  <p:tag name="PROBLEMREMARKTITLE" val="ProblemRemarkBoardTitle"/>
</p:tagLst>
</file>

<file path=ppt/tags/tag2527.xml><?xml version="1.0" encoding="utf-8"?>
<p:tagLst xmlns:p="http://schemas.openxmlformats.org/presentationml/2006/main">
  <p:tag name="PROBLEMREMARKTITLE" val="ProblemRemarkBoardTitle"/>
</p:tagLst>
</file>

<file path=ppt/tags/tag2528.xml><?xml version="1.0" encoding="utf-8"?>
<p:tagLst xmlns:p="http://schemas.openxmlformats.org/presentationml/2006/main">
  <p:tag name="RAINPROBLEM" val="ProblemSetting"/>
  <p:tag name="RAINPROBLEMTYPE" val="MultipleChoice"/>
</p:tagLst>
</file>

<file path=ppt/tags/tag2529.xml><?xml version="1.0" encoding="utf-8"?>
<p:tagLst xmlns:p="http://schemas.openxmlformats.org/presentationml/2006/main">
  <p:tag name="PROBLEMREMARKTITLE" val="ProblemRemarkBoardTip"/>
</p:tagLst>
</file>

<file path=ppt/tags/tag2530.xml><?xml version="1.0" encoding="utf-8"?>
<p:tagLst xmlns:p="http://schemas.openxmlformats.org/presentationml/2006/main">
  <p:tag name="RAINPROBLEM" val="ProblemRemark"/>
</p:tagLst>
</file>

<file path=ppt/tags/tag2531.xml><?xml version="1.0" encoding="utf-8"?>
<p:tagLst xmlns:p="http://schemas.openxmlformats.org/presentationml/2006/main">
  <p:tag name="RAINPROBLEM" val="ProblemRemark"/>
</p:tagLst>
</file>

<file path=ppt/tags/tag2532.xml><?xml version="1.0" encoding="utf-8"?>
<p:tagLst xmlns:p="http://schemas.openxmlformats.org/presentationml/2006/main">
  <p:tag name="RAINPROBLEM" val="ProblemSubmit"/>
  <p:tag name="RAINPROBLEMTYPE" val="MultipleChoice"/>
</p:tagLst>
</file>

<file path=ppt/tags/tag2533.xml><?xml version="1.0" encoding="utf-8"?>
<p:tagLst xmlns:p="http://schemas.openxmlformats.org/presentationml/2006/main">
  <p:tag name="RAINPROBLEM" val="MultipleChoice"/>
  <p:tag name="PROBLEMHASREMARK" val="True"/>
</p:tagLst>
</file>

<file path=ppt/tags/tag2534.xml><?xml version="1.0" encoding="utf-8"?>
<p:tagLst xmlns:p="http://schemas.openxmlformats.org/presentationml/2006/main">
  <p:tag name="RAINPROBLEM" val="ProblemRemarkBoard"/>
</p:tagLst>
</file>

<file path=ppt/tags/tag2535.xml><?xml version="1.0" encoding="utf-8"?>
<p:tagLst xmlns:p="http://schemas.openxmlformats.org/presentationml/2006/main">
  <p:tag name="RAINPROBLEMTYPE" val="ProblemTypeMarker"/>
</p:tagLst>
</file>

<file path=ppt/tags/tag2536.xml><?xml version="1.0" encoding="utf-8"?>
<p:tagLst xmlns:p="http://schemas.openxmlformats.org/presentationml/2006/main">
  <p:tag name="RAINPROBLEMTYPE" val="ProblemTypeMarker"/>
</p:tagLst>
</file>

<file path=ppt/tags/tag2537.xml><?xml version="1.0" encoding="utf-8"?>
<p:tagLst xmlns:p="http://schemas.openxmlformats.org/presentationml/2006/main">
  <p:tag name="RAINPROBLEMTYPE" val="ProblemTypeMarker"/>
</p:tagLst>
</file>

<file path=ppt/tags/tag2538.xml><?xml version="1.0" encoding="utf-8"?>
<p:tagLst xmlns:p="http://schemas.openxmlformats.org/presentationml/2006/main">
  <p:tag name="RAINPROBLEMTYPE" val="ProblemTypeMarker"/>
</p:tagLst>
</file>

<file path=ppt/tags/tag2539.xml><?xml version="1.0" encoding="utf-8"?>
<p:tagLst xmlns:p="http://schemas.openxmlformats.org/presentationml/2006/main">
  <p:tag name="RAINPROBLEMTYPE" val="ProblemTypeMarker"/>
</p:tagLst>
</file>

<file path=ppt/tags/tag2540.xml><?xml version="1.0" encoding="utf-8"?>
<p:tagLst xmlns:p="http://schemas.openxmlformats.org/presentationml/2006/main">
  <p:tag name="RAINPROBLEM" val="ProblemBody"/>
</p:tagLst>
</file>

<file path=ppt/tags/tag2541.xml><?xml version="1.0" encoding="utf-8"?>
<p:tagLst xmlns:p="http://schemas.openxmlformats.org/presentationml/2006/main">
  <p:tag name="RAINPROBLEM" val="ProblemItem"/>
</p:tagLst>
</file>

<file path=ppt/tags/tag25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43.xml><?xml version="1.0" encoding="utf-8"?>
<p:tagLst xmlns:p="http://schemas.openxmlformats.org/presentationml/2006/main">
  <p:tag name="RAINPROBLEM" val="ProblemItem"/>
</p:tagLst>
</file>

<file path=ppt/tags/tag25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45.xml><?xml version="1.0" encoding="utf-8"?>
<p:tagLst xmlns:p="http://schemas.openxmlformats.org/presentationml/2006/main">
  <p:tag name="RAINPROBLEM" val="ProblemItem"/>
</p:tagLst>
</file>

<file path=ppt/tags/tag25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47.xml><?xml version="1.0" encoding="utf-8"?>
<p:tagLst xmlns:p="http://schemas.openxmlformats.org/presentationml/2006/main">
  <p:tag name="RAINPROBLEM" val="ProblemItem"/>
</p:tagLst>
</file>

<file path=ppt/tags/tag25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49.xml><?xml version="1.0" encoding="utf-8"?>
<p:tagLst xmlns:p="http://schemas.openxmlformats.org/presentationml/2006/main">
  <p:tag name="PROBLEMREMARKTITLE" val="ProblemRemarkBoardTitle"/>
</p:tagLst>
</file>

<file path=ppt/tags/tag2550.xml><?xml version="1.0" encoding="utf-8"?>
<p:tagLst xmlns:p="http://schemas.openxmlformats.org/presentationml/2006/main">
  <p:tag name="PROBLEMREMARKTITLE" val="ProblemRemarkBoardTitle"/>
</p:tagLst>
</file>

<file path=ppt/tags/tag2551.xml><?xml version="1.0" encoding="utf-8"?>
<p:tagLst xmlns:p="http://schemas.openxmlformats.org/presentationml/2006/main">
  <p:tag name="PROBLEMREMARKTITLE" val="ProblemRemarkBoardTitle"/>
</p:tagLst>
</file>

<file path=ppt/tags/tag2552.xml><?xml version="1.0" encoding="utf-8"?>
<p:tagLst xmlns:p="http://schemas.openxmlformats.org/presentationml/2006/main">
  <p:tag name="PROBLEMREMARKTITLE" val="ProblemRemarkBoardTitle"/>
</p:tagLst>
</file>

<file path=ppt/tags/tag2553.xml><?xml version="1.0" encoding="utf-8"?>
<p:tagLst xmlns:p="http://schemas.openxmlformats.org/presentationml/2006/main">
  <p:tag name="RAINPROBLEM" val="ProblemSetting"/>
  <p:tag name="RAINPROBLEMTYPE" val="MultipleChoice"/>
</p:tagLst>
</file>

<file path=ppt/tags/tag2554.xml><?xml version="1.0" encoding="utf-8"?>
<p:tagLst xmlns:p="http://schemas.openxmlformats.org/presentationml/2006/main">
  <p:tag name="PROBLEMREMARKTITLE" val="ProblemRemarkBoardTip"/>
</p:tagLst>
</file>

<file path=ppt/tags/tag2555.xml><?xml version="1.0" encoding="utf-8"?>
<p:tagLst xmlns:p="http://schemas.openxmlformats.org/presentationml/2006/main">
  <p:tag name="RAINPROBLEM" val="ProblemRemark"/>
</p:tagLst>
</file>

<file path=ppt/tags/tag2556.xml><?xml version="1.0" encoding="utf-8"?>
<p:tagLst xmlns:p="http://schemas.openxmlformats.org/presentationml/2006/main">
  <p:tag name="RAINPROBLEM" val="ProblemRemark"/>
</p:tagLst>
</file>

<file path=ppt/tags/tag2557.xml><?xml version="1.0" encoding="utf-8"?>
<p:tagLst xmlns:p="http://schemas.openxmlformats.org/presentationml/2006/main">
  <p:tag name="RAINPROBLEM" val="ProblemSubmit"/>
  <p:tag name="RAINPROBLEMTYPE" val="MultipleChoice"/>
</p:tagLst>
</file>

<file path=ppt/tags/tag2558.xml><?xml version="1.0" encoding="utf-8"?>
<p:tagLst xmlns:p="http://schemas.openxmlformats.org/presentationml/2006/main">
  <p:tag name="RAINPROBLEM" val="MultipleChoice"/>
  <p:tag name="PROBLEMHASREMARK" val="True"/>
</p:tagLst>
</file>

<file path=ppt/tags/tag2559.xml><?xml version="1.0" encoding="utf-8"?>
<p:tagLst xmlns:p="http://schemas.openxmlformats.org/presentationml/2006/main">
  <p:tag name="RAINPROBLEM" val="ProblemRemarkBoard"/>
</p:tagLst>
</file>

<file path=ppt/tags/tag2560.xml><?xml version="1.0" encoding="utf-8"?>
<p:tagLst xmlns:p="http://schemas.openxmlformats.org/presentationml/2006/main">
  <p:tag name="RAINPROBLEMTYPE" val="ProblemTypeMarker"/>
</p:tagLst>
</file>

<file path=ppt/tags/tag2561.xml><?xml version="1.0" encoding="utf-8"?>
<p:tagLst xmlns:p="http://schemas.openxmlformats.org/presentationml/2006/main">
  <p:tag name="RAINPROBLEMTYPE" val="ProblemTypeMarker"/>
</p:tagLst>
</file>

<file path=ppt/tags/tag2562.xml><?xml version="1.0" encoding="utf-8"?>
<p:tagLst xmlns:p="http://schemas.openxmlformats.org/presentationml/2006/main">
  <p:tag name="RAINPROBLEMTYPE" val="ProblemTypeMarker"/>
</p:tagLst>
</file>

<file path=ppt/tags/tag2563.xml><?xml version="1.0" encoding="utf-8"?>
<p:tagLst xmlns:p="http://schemas.openxmlformats.org/presentationml/2006/main">
  <p:tag name="RAINPROBLEMTYPE" val="ProblemTypeMarker"/>
</p:tagLst>
</file>

<file path=ppt/tags/tag2564.xml><?xml version="1.0" encoding="utf-8"?>
<p:tagLst xmlns:p="http://schemas.openxmlformats.org/presentationml/2006/main">
  <p:tag name="RAINPROBLEMTYPE" val="ProblemTypeMarker"/>
</p:tagLst>
</file>

<file path=ppt/tags/tag2565.xml><?xml version="1.0" encoding="utf-8"?>
<p:tagLst xmlns:p="http://schemas.openxmlformats.org/presentationml/2006/main">
  <p:tag name="RAINPROBLEM" val="ProblemBody"/>
</p:tagLst>
</file>

<file path=ppt/tags/tag2566.xml><?xml version="1.0" encoding="utf-8"?>
<p:tagLst xmlns:p="http://schemas.openxmlformats.org/presentationml/2006/main">
  <p:tag name="RAINPROBLEM" val="ProblemItem"/>
</p:tagLst>
</file>

<file path=ppt/tags/tag25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68.xml><?xml version="1.0" encoding="utf-8"?>
<p:tagLst xmlns:p="http://schemas.openxmlformats.org/presentationml/2006/main">
  <p:tag name="RAINPROBLEM" val="ProblemItem"/>
</p:tagLst>
</file>

<file path=ppt/tags/tag25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70.xml><?xml version="1.0" encoding="utf-8"?>
<p:tagLst xmlns:p="http://schemas.openxmlformats.org/presentationml/2006/main">
  <p:tag name="RAINPROBLEM" val="ProblemItem"/>
</p:tagLst>
</file>

<file path=ppt/tags/tag25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72.xml><?xml version="1.0" encoding="utf-8"?>
<p:tagLst xmlns:p="http://schemas.openxmlformats.org/presentationml/2006/main">
  <p:tag name="RAINPROBLEM" val="ProblemItem"/>
</p:tagLst>
</file>

<file path=ppt/tags/tag25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74.xml><?xml version="1.0" encoding="utf-8"?>
<p:tagLst xmlns:p="http://schemas.openxmlformats.org/presentationml/2006/main">
  <p:tag name="PROBLEMREMARKTITLE" val="ProblemRemarkBoardTitle"/>
</p:tagLst>
</file>

<file path=ppt/tags/tag2575.xml><?xml version="1.0" encoding="utf-8"?>
<p:tagLst xmlns:p="http://schemas.openxmlformats.org/presentationml/2006/main">
  <p:tag name="PROBLEMREMARKTITLE" val="ProblemRemarkBoardTitle"/>
</p:tagLst>
</file>

<file path=ppt/tags/tag2576.xml><?xml version="1.0" encoding="utf-8"?>
<p:tagLst xmlns:p="http://schemas.openxmlformats.org/presentationml/2006/main">
  <p:tag name="PROBLEMREMARKTITLE" val="ProblemRemarkBoardTitle"/>
</p:tagLst>
</file>

<file path=ppt/tags/tag2577.xml><?xml version="1.0" encoding="utf-8"?>
<p:tagLst xmlns:p="http://schemas.openxmlformats.org/presentationml/2006/main">
  <p:tag name="PROBLEMREMARKTITLE" val="ProblemRemarkBoardTitle"/>
</p:tagLst>
</file>

<file path=ppt/tags/tag2578.xml><?xml version="1.0" encoding="utf-8"?>
<p:tagLst xmlns:p="http://schemas.openxmlformats.org/presentationml/2006/main">
  <p:tag name="RAINPROBLEM" val="ProblemSetting"/>
  <p:tag name="RAINPROBLEMTYPE" val="MultipleChoice"/>
</p:tagLst>
</file>

<file path=ppt/tags/tag2579.xml><?xml version="1.0" encoding="utf-8"?>
<p:tagLst xmlns:p="http://schemas.openxmlformats.org/presentationml/2006/main">
  <p:tag name="PROBLEMREMARKTITLE" val="ProblemRemarkBoardTip"/>
</p:tagLst>
</file>

<file path=ppt/tags/tag2580.xml><?xml version="1.0" encoding="utf-8"?>
<p:tagLst xmlns:p="http://schemas.openxmlformats.org/presentationml/2006/main">
  <p:tag name="RAINPROBLEM" val="ProblemRemark"/>
</p:tagLst>
</file>

<file path=ppt/tags/tag2581.xml><?xml version="1.0" encoding="utf-8"?>
<p:tagLst xmlns:p="http://schemas.openxmlformats.org/presentationml/2006/main">
  <p:tag name="RAINPROBLEM" val="ProblemRemark"/>
</p:tagLst>
</file>

<file path=ppt/tags/tag2582.xml><?xml version="1.0" encoding="utf-8"?>
<p:tagLst xmlns:p="http://schemas.openxmlformats.org/presentationml/2006/main">
  <p:tag name="RAINPROBLEM" val="ProblemSubmit"/>
  <p:tag name="RAINPROBLEMTYPE" val="MultipleChoice"/>
</p:tagLst>
</file>

<file path=ppt/tags/tag2583.xml><?xml version="1.0" encoding="utf-8"?>
<p:tagLst xmlns:p="http://schemas.openxmlformats.org/presentationml/2006/main">
  <p:tag name="RAINPROBLEM" val="MultipleChoice"/>
  <p:tag name="PROBLEMHASREMARK" val="True"/>
</p:tagLst>
</file>

<file path=ppt/tags/tag2584.xml><?xml version="1.0" encoding="utf-8"?>
<p:tagLst xmlns:p="http://schemas.openxmlformats.org/presentationml/2006/main">
  <p:tag name="RAINPROBLEM" val="ProblemRemarkBoard"/>
</p:tagLst>
</file>

<file path=ppt/tags/tag2585.xml><?xml version="1.0" encoding="utf-8"?>
<p:tagLst xmlns:p="http://schemas.openxmlformats.org/presentationml/2006/main">
  <p:tag name="RAINPROBLEMTYPE" val="ProblemTypeMarker"/>
</p:tagLst>
</file>

<file path=ppt/tags/tag2586.xml><?xml version="1.0" encoding="utf-8"?>
<p:tagLst xmlns:p="http://schemas.openxmlformats.org/presentationml/2006/main">
  <p:tag name="RAINPROBLEMTYPE" val="ProblemTypeMarker"/>
</p:tagLst>
</file>

<file path=ppt/tags/tag2587.xml><?xml version="1.0" encoding="utf-8"?>
<p:tagLst xmlns:p="http://schemas.openxmlformats.org/presentationml/2006/main">
  <p:tag name="RAINPROBLEMTYPE" val="ProblemTypeMarker"/>
</p:tagLst>
</file>

<file path=ppt/tags/tag2588.xml><?xml version="1.0" encoding="utf-8"?>
<p:tagLst xmlns:p="http://schemas.openxmlformats.org/presentationml/2006/main">
  <p:tag name="RAINPROBLEMTYPE" val="ProblemTypeMarker"/>
</p:tagLst>
</file>

<file path=ppt/tags/tag2589.xml><?xml version="1.0" encoding="utf-8"?>
<p:tagLst xmlns:p="http://schemas.openxmlformats.org/presentationml/2006/main">
  <p:tag name="RAINPROBLEMTYPE" val="ProblemTypeMarker"/>
</p:tagLst>
</file>

<file path=ppt/tags/tag2590.xml><?xml version="1.0" encoding="utf-8"?>
<p:tagLst xmlns:p="http://schemas.openxmlformats.org/presentationml/2006/main">
  <p:tag name="RAINPROBLEM" val="ProblemBody"/>
</p:tagLst>
</file>

<file path=ppt/tags/tag2591.xml><?xml version="1.0" encoding="utf-8"?>
<p:tagLst xmlns:p="http://schemas.openxmlformats.org/presentationml/2006/main">
  <p:tag name="RAINPROBLEM" val="ProblemItem"/>
</p:tagLst>
</file>

<file path=ppt/tags/tag25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93.xml><?xml version="1.0" encoding="utf-8"?>
<p:tagLst xmlns:p="http://schemas.openxmlformats.org/presentationml/2006/main">
  <p:tag name="RAINPROBLEM" val="ProblemItem"/>
</p:tagLst>
</file>

<file path=ppt/tags/tag25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95.xml><?xml version="1.0" encoding="utf-8"?>
<p:tagLst xmlns:p="http://schemas.openxmlformats.org/presentationml/2006/main">
  <p:tag name="RAINPROBLEM" val="ProblemItem"/>
</p:tagLst>
</file>

<file path=ppt/tags/tag25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97.xml><?xml version="1.0" encoding="utf-8"?>
<p:tagLst xmlns:p="http://schemas.openxmlformats.org/presentationml/2006/main">
  <p:tag name="RAINPROBLEM" val="ProblemItem"/>
</p:tagLst>
</file>

<file path=ppt/tags/tag25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99.xml><?xml version="1.0" encoding="utf-8"?>
<p:tagLst xmlns:p="http://schemas.openxmlformats.org/presentationml/2006/main">
  <p:tag name="PROBLEMREMARKTITLE" val="ProblemRemarkBoardTitle"/>
</p:tagLst>
</file>

<file path=ppt/tags/tag2600.xml><?xml version="1.0" encoding="utf-8"?>
<p:tagLst xmlns:p="http://schemas.openxmlformats.org/presentationml/2006/main">
  <p:tag name="PROBLEMREMARKTITLE" val="ProblemRemarkBoardTitle"/>
</p:tagLst>
</file>

<file path=ppt/tags/tag2601.xml><?xml version="1.0" encoding="utf-8"?>
<p:tagLst xmlns:p="http://schemas.openxmlformats.org/presentationml/2006/main">
  <p:tag name="PROBLEMREMARKTITLE" val="ProblemRemarkBoardTitle"/>
</p:tagLst>
</file>

<file path=ppt/tags/tag2602.xml><?xml version="1.0" encoding="utf-8"?>
<p:tagLst xmlns:p="http://schemas.openxmlformats.org/presentationml/2006/main">
  <p:tag name="PROBLEMREMARKTITLE" val="ProblemRemarkBoardTitle"/>
</p:tagLst>
</file>

<file path=ppt/tags/tag2603.xml><?xml version="1.0" encoding="utf-8"?>
<p:tagLst xmlns:p="http://schemas.openxmlformats.org/presentationml/2006/main">
  <p:tag name="RAINPROBLEM" val="ProblemSetting"/>
  <p:tag name="RAINPROBLEMTYPE" val="MultipleChoice"/>
</p:tagLst>
</file>

<file path=ppt/tags/tag2604.xml><?xml version="1.0" encoding="utf-8"?>
<p:tagLst xmlns:p="http://schemas.openxmlformats.org/presentationml/2006/main">
  <p:tag name="PROBLEMREMARKTITLE" val="ProblemRemarkBoardTip"/>
</p:tagLst>
</file>

<file path=ppt/tags/tag2605.xml><?xml version="1.0" encoding="utf-8"?>
<p:tagLst xmlns:p="http://schemas.openxmlformats.org/presentationml/2006/main">
  <p:tag name="RAINPROBLEM" val="ProblemRemark"/>
</p:tagLst>
</file>

<file path=ppt/tags/tag2606.xml><?xml version="1.0" encoding="utf-8"?>
<p:tagLst xmlns:p="http://schemas.openxmlformats.org/presentationml/2006/main">
  <p:tag name="RAINPROBLEM" val="ProblemRemark"/>
</p:tagLst>
</file>

<file path=ppt/tags/tag2607.xml><?xml version="1.0" encoding="utf-8"?>
<p:tagLst xmlns:p="http://schemas.openxmlformats.org/presentationml/2006/main">
  <p:tag name="RAINPROBLEM" val="ProblemSubmit"/>
  <p:tag name="RAINPROBLEMTYPE" val="MultipleChoice"/>
</p:tagLst>
</file>

<file path=ppt/tags/tag2608.xml><?xml version="1.0" encoding="utf-8"?>
<p:tagLst xmlns:p="http://schemas.openxmlformats.org/presentationml/2006/main">
  <p:tag name="RAINPROBLEM" val="MultipleChoice"/>
  <p:tag name="PROBLEMHASREMARK" val="True"/>
</p:tagLst>
</file>

<file path=ppt/tags/tag2609.xml><?xml version="1.0" encoding="utf-8"?>
<p:tagLst xmlns:p="http://schemas.openxmlformats.org/presentationml/2006/main">
  <p:tag name="RAINPROBLEM" val="ProblemRemarkBoard"/>
</p:tagLst>
</file>

<file path=ppt/tags/tag2610.xml><?xml version="1.0" encoding="utf-8"?>
<p:tagLst xmlns:p="http://schemas.openxmlformats.org/presentationml/2006/main">
  <p:tag name="RAINPROBLEMTYPE" val="ProblemTypeMarker"/>
</p:tagLst>
</file>

<file path=ppt/tags/tag2611.xml><?xml version="1.0" encoding="utf-8"?>
<p:tagLst xmlns:p="http://schemas.openxmlformats.org/presentationml/2006/main">
  <p:tag name="RAINPROBLEMTYPE" val="ProblemTypeMarker"/>
</p:tagLst>
</file>

<file path=ppt/tags/tag2612.xml><?xml version="1.0" encoding="utf-8"?>
<p:tagLst xmlns:p="http://schemas.openxmlformats.org/presentationml/2006/main">
  <p:tag name="RAINPROBLEMTYPE" val="ProblemTypeMarker"/>
</p:tagLst>
</file>

<file path=ppt/tags/tag2613.xml><?xml version="1.0" encoding="utf-8"?>
<p:tagLst xmlns:p="http://schemas.openxmlformats.org/presentationml/2006/main">
  <p:tag name="RAINPROBLEMTYPE" val="ProblemTypeMarker"/>
</p:tagLst>
</file>

<file path=ppt/tags/tag2614.xml><?xml version="1.0" encoding="utf-8"?>
<p:tagLst xmlns:p="http://schemas.openxmlformats.org/presentationml/2006/main">
  <p:tag name="RAINPROBLEMTYPE" val="ProblemTypeMarker"/>
</p:tagLst>
</file>

<file path=ppt/tags/tag2615.xml><?xml version="1.0" encoding="utf-8"?>
<p:tagLst xmlns:p="http://schemas.openxmlformats.org/presentationml/2006/main">
  <p:tag name="RAINPROBLEM" val="ProblemBody"/>
</p:tagLst>
</file>

<file path=ppt/tags/tag2616.xml><?xml version="1.0" encoding="utf-8"?>
<p:tagLst xmlns:p="http://schemas.openxmlformats.org/presentationml/2006/main">
  <p:tag name="RAINPROBLEM" val="ProblemItem"/>
</p:tagLst>
</file>

<file path=ppt/tags/tag26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18.xml><?xml version="1.0" encoding="utf-8"?>
<p:tagLst xmlns:p="http://schemas.openxmlformats.org/presentationml/2006/main">
  <p:tag name="RAINPROBLEM" val="ProblemItem"/>
</p:tagLst>
</file>

<file path=ppt/tags/tag26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0.xml><?xml version="1.0" encoding="utf-8"?>
<p:tagLst xmlns:p="http://schemas.openxmlformats.org/presentationml/2006/main">
  <p:tag name="RAINPROBLEM" val="ProblemItem"/>
</p:tagLst>
</file>

<file path=ppt/tags/tag26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2.xml><?xml version="1.0" encoding="utf-8"?>
<p:tagLst xmlns:p="http://schemas.openxmlformats.org/presentationml/2006/main">
  <p:tag name="RAINPROBLEM" val="ProblemItem"/>
</p:tagLst>
</file>

<file path=ppt/tags/tag26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4.xml><?xml version="1.0" encoding="utf-8"?>
<p:tagLst xmlns:p="http://schemas.openxmlformats.org/presentationml/2006/main">
  <p:tag name="PROBLEMREMARKTITLE" val="ProblemRemarkBoardTitle"/>
</p:tagLst>
</file>

<file path=ppt/tags/tag2625.xml><?xml version="1.0" encoding="utf-8"?>
<p:tagLst xmlns:p="http://schemas.openxmlformats.org/presentationml/2006/main">
  <p:tag name="PROBLEMREMARKTITLE" val="ProblemRemarkBoardTitle"/>
</p:tagLst>
</file>

<file path=ppt/tags/tag2626.xml><?xml version="1.0" encoding="utf-8"?>
<p:tagLst xmlns:p="http://schemas.openxmlformats.org/presentationml/2006/main">
  <p:tag name="PROBLEMREMARKTITLE" val="ProblemRemarkBoardTitle"/>
</p:tagLst>
</file>

<file path=ppt/tags/tag2627.xml><?xml version="1.0" encoding="utf-8"?>
<p:tagLst xmlns:p="http://schemas.openxmlformats.org/presentationml/2006/main">
  <p:tag name="PROBLEMREMARKTITLE" val="ProblemRemarkBoardTitle"/>
</p:tagLst>
</file>

<file path=ppt/tags/tag2628.xml><?xml version="1.0" encoding="utf-8"?>
<p:tagLst xmlns:p="http://schemas.openxmlformats.org/presentationml/2006/main">
  <p:tag name="RAINPROBLEM" val="ProblemSetting"/>
  <p:tag name="RAINPROBLEMTYPE" val="MultipleChoice"/>
</p:tagLst>
</file>

<file path=ppt/tags/tag2629.xml><?xml version="1.0" encoding="utf-8"?>
<p:tagLst xmlns:p="http://schemas.openxmlformats.org/presentationml/2006/main">
  <p:tag name="PROBLEMREMARKTITLE" val="ProblemRemarkBoardTip"/>
</p:tagLst>
</file>

<file path=ppt/tags/tag2630.xml><?xml version="1.0" encoding="utf-8"?>
<p:tagLst xmlns:p="http://schemas.openxmlformats.org/presentationml/2006/main">
  <p:tag name="RAINPROBLEM" val="ProblemRemark"/>
</p:tagLst>
</file>

<file path=ppt/tags/tag2631.xml><?xml version="1.0" encoding="utf-8"?>
<p:tagLst xmlns:p="http://schemas.openxmlformats.org/presentationml/2006/main">
  <p:tag name="RAINPROBLEM" val="ProblemRemark"/>
</p:tagLst>
</file>

<file path=ppt/tags/tag2632.xml><?xml version="1.0" encoding="utf-8"?>
<p:tagLst xmlns:p="http://schemas.openxmlformats.org/presentationml/2006/main">
  <p:tag name="RAINPROBLEM" val="ProblemSubmit"/>
  <p:tag name="RAINPROBLEMTYPE" val="MultipleChoice"/>
</p:tagLst>
</file>

<file path=ppt/tags/tag2633.xml><?xml version="1.0" encoding="utf-8"?>
<p:tagLst xmlns:p="http://schemas.openxmlformats.org/presentationml/2006/main">
  <p:tag name="RAINPROBLEM" val="MultipleChoice"/>
  <p:tag name="PROBLEMHASREMARK" val="True"/>
</p:tagLst>
</file>

<file path=ppt/tags/tag2634.xml><?xml version="1.0" encoding="utf-8"?>
<p:tagLst xmlns:p="http://schemas.openxmlformats.org/presentationml/2006/main">
  <p:tag name="RAINPROBLEM" val="ProblemRemarkBoard"/>
</p:tagLst>
</file>

<file path=ppt/tags/tag2635.xml><?xml version="1.0" encoding="utf-8"?>
<p:tagLst xmlns:p="http://schemas.openxmlformats.org/presentationml/2006/main">
  <p:tag name="RAINPROBLEMTYPE" val="ProblemTypeMarker"/>
</p:tagLst>
</file>

<file path=ppt/tags/tag2636.xml><?xml version="1.0" encoding="utf-8"?>
<p:tagLst xmlns:p="http://schemas.openxmlformats.org/presentationml/2006/main">
  <p:tag name="RAINPROBLEMTYPE" val="ProblemTypeMarker"/>
</p:tagLst>
</file>

<file path=ppt/tags/tag2637.xml><?xml version="1.0" encoding="utf-8"?>
<p:tagLst xmlns:p="http://schemas.openxmlformats.org/presentationml/2006/main">
  <p:tag name="RAINPROBLEMTYPE" val="ProblemTypeMarker"/>
</p:tagLst>
</file>

<file path=ppt/tags/tag2638.xml><?xml version="1.0" encoding="utf-8"?>
<p:tagLst xmlns:p="http://schemas.openxmlformats.org/presentationml/2006/main">
  <p:tag name="RAINPROBLEMTYPE" val="ProblemTypeMarker"/>
</p:tagLst>
</file>

<file path=ppt/tags/tag2639.xml><?xml version="1.0" encoding="utf-8"?>
<p:tagLst xmlns:p="http://schemas.openxmlformats.org/presentationml/2006/main">
  <p:tag name="RAINPROBLEMTYPE" val="ProblemTypeMarker"/>
</p:tagLst>
</file>

<file path=ppt/tags/tag2640.xml><?xml version="1.0" encoding="utf-8"?>
<p:tagLst xmlns:p="http://schemas.openxmlformats.org/presentationml/2006/main">
  <p:tag name="RAINPROBLEM" val="ProblemBody"/>
</p:tagLst>
</file>

<file path=ppt/tags/tag2641.xml><?xml version="1.0" encoding="utf-8"?>
<p:tagLst xmlns:p="http://schemas.openxmlformats.org/presentationml/2006/main">
  <p:tag name="RAINPROBLEM" val="ProblemItem"/>
</p:tagLst>
</file>

<file path=ppt/tags/tag26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43.xml><?xml version="1.0" encoding="utf-8"?>
<p:tagLst xmlns:p="http://schemas.openxmlformats.org/presentationml/2006/main">
  <p:tag name="RAINPROBLEM" val="ProblemItem"/>
</p:tagLst>
</file>

<file path=ppt/tags/tag26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45.xml><?xml version="1.0" encoding="utf-8"?>
<p:tagLst xmlns:p="http://schemas.openxmlformats.org/presentationml/2006/main">
  <p:tag name="RAINPROBLEM" val="ProblemItem"/>
</p:tagLst>
</file>

<file path=ppt/tags/tag26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47.xml><?xml version="1.0" encoding="utf-8"?>
<p:tagLst xmlns:p="http://schemas.openxmlformats.org/presentationml/2006/main">
  <p:tag name="RAINPROBLEM" val="ProblemItem"/>
</p:tagLst>
</file>

<file path=ppt/tags/tag26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49.xml><?xml version="1.0" encoding="utf-8"?>
<p:tagLst xmlns:p="http://schemas.openxmlformats.org/presentationml/2006/main">
  <p:tag name="PROBLEMREMARKTITLE" val="ProblemRemarkBoardTitle"/>
</p:tagLst>
</file>

<file path=ppt/tags/tag2650.xml><?xml version="1.0" encoding="utf-8"?>
<p:tagLst xmlns:p="http://schemas.openxmlformats.org/presentationml/2006/main">
  <p:tag name="PROBLEMREMARKTITLE" val="ProblemRemarkBoardTitle"/>
</p:tagLst>
</file>

<file path=ppt/tags/tag2651.xml><?xml version="1.0" encoding="utf-8"?>
<p:tagLst xmlns:p="http://schemas.openxmlformats.org/presentationml/2006/main">
  <p:tag name="PROBLEMREMARKTITLE" val="ProblemRemarkBoardTitle"/>
</p:tagLst>
</file>

<file path=ppt/tags/tag2652.xml><?xml version="1.0" encoding="utf-8"?>
<p:tagLst xmlns:p="http://schemas.openxmlformats.org/presentationml/2006/main">
  <p:tag name="PROBLEMREMARKTITLE" val="ProblemRemarkBoardTitle"/>
</p:tagLst>
</file>

<file path=ppt/tags/tag2653.xml><?xml version="1.0" encoding="utf-8"?>
<p:tagLst xmlns:p="http://schemas.openxmlformats.org/presentationml/2006/main">
  <p:tag name="RAINPROBLEM" val="ProblemSetting"/>
  <p:tag name="RAINPROBLEMTYPE" val="MultipleChoice"/>
</p:tagLst>
</file>

<file path=ppt/tags/tag2654.xml><?xml version="1.0" encoding="utf-8"?>
<p:tagLst xmlns:p="http://schemas.openxmlformats.org/presentationml/2006/main">
  <p:tag name="PROBLEMREMARKTITLE" val="ProblemRemarkBoardTip"/>
</p:tagLst>
</file>

<file path=ppt/tags/tag2655.xml><?xml version="1.0" encoding="utf-8"?>
<p:tagLst xmlns:p="http://schemas.openxmlformats.org/presentationml/2006/main">
  <p:tag name="RAINPROBLEM" val="ProblemRemark"/>
</p:tagLst>
</file>

<file path=ppt/tags/tag2656.xml><?xml version="1.0" encoding="utf-8"?>
<p:tagLst xmlns:p="http://schemas.openxmlformats.org/presentationml/2006/main">
  <p:tag name="RAINPROBLEM" val="ProblemRemark"/>
</p:tagLst>
</file>

<file path=ppt/tags/tag2657.xml><?xml version="1.0" encoding="utf-8"?>
<p:tagLst xmlns:p="http://schemas.openxmlformats.org/presentationml/2006/main">
  <p:tag name="RAINPROBLEM" val="ProblemSubmit"/>
  <p:tag name="RAINPROBLEMTYPE" val="MultipleChoice"/>
</p:tagLst>
</file>

<file path=ppt/tags/tag2658.xml><?xml version="1.0" encoding="utf-8"?>
<p:tagLst xmlns:p="http://schemas.openxmlformats.org/presentationml/2006/main">
  <p:tag name="RAINPROBLEM" val="MultipleChoice"/>
  <p:tag name="PROBLEMHASREMARK" val="True"/>
</p:tagLst>
</file>

<file path=ppt/tags/tag2659.xml><?xml version="1.0" encoding="utf-8"?>
<p:tagLst xmlns:p="http://schemas.openxmlformats.org/presentationml/2006/main">
  <p:tag name="RAINPROBLEM" val="ProblemRemarkBoard"/>
</p:tagLst>
</file>

<file path=ppt/tags/tag2660.xml><?xml version="1.0" encoding="utf-8"?>
<p:tagLst xmlns:p="http://schemas.openxmlformats.org/presentationml/2006/main">
  <p:tag name="RAINPROBLEMTYPE" val="ProblemTypeMarker"/>
</p:tagLst>
</file>

<file path=ppt/tags/tag2661.xml><?xml version="1.0" encoding="utf-8"?>
<p:tagLst xmlns:p="http://schemas.openxmlformats.org/presentationml/2006/main">
  <p:tag name="RAINPROBLEMTYPE" val="ProblemTypeMarker"/>
</p:tagLst>
</file>

<file path=ppt/tags/tag2662.xml><?xml version="1.0" encoding="utf-8"?>
<p:tagLst xmlns:p="http://schemas.openxmlformats.org/presentationml/2006/main">
  <p:tag name="RAINPROBLEMTYPE" val="ProblemTypeMarker"/>
</p:tagLst>
</file>

<file path=ppt/tags/tag2663.xml><?xml version="1.0" encoding="utf-8"?>
<p:tagLst xmlns:p="http://schemas.openxmlformats.org/presentationml/2006/main">
  <p:tag name="RAINPROBLEMTYPE" val="ProblemTypeMarker"/>
</p:tagLst>
</file>

<file path=ppt/tags/tag2664.xml><?xml version="1.0" encoding="utf-8"?>
<p:tagLst xmlns:p="http://schemas.openxmlformats.org/presentationml/2006/main">
  <p:tag name="RAINPROBLEMTYPE" val="ProblemTypeMarker"/>
</p:tagLst>
</file>

<file path=ppt/tags/tag2665.xml><?xml version="1.0" encoding="utf-8"?>
<p:tagLst xmlns:p="http://schemas.openxmlformats.org/presentationml/2006/main">
  <p:tag name="RAINPROBLEM" val="ProblemBody"/>
</p:tagLst>
</file>

<file path=ppt/tags/tag2666.xml><?xml version="1.0" encoding="utf-8"?>
<p:tagLst xmlns:p="http://schemas.openxmlformats.org/presentationml/2006/main">
  <p:tag name="RAINPROBLEM" val="ProblemItem"/>
</p:tagLst>
</file>

<file path=ppt/tags/tag26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68.xml><?xml version="1.0" encoding="utf-8"?>
<p:tagLst xmlns:p="http://schemas.openxmlformats.org/presentationml/2006/main">
  <p:tag name="RAINPROBLEM" val="ProblemItem"/>
</p:tagLst>
</file>

<file path=ppt/tags/tag26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70.xml><?xml version="1.0" encoding="utf-8"?>
<p:tagLst xmlns:p="http://schemas.openxmlformats.org/presentationml/2006/main">
  <p:tag name="RAINPROBLEM" val="ProblemItem"/>
</p:tagLst>
</file>

<file path=ppt/tags/tag26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72.xml><?xml version="1.0" encoding="utf-8"?>
<p:tagLst xmlns:p="http://schemas.openxmlformats.org/presentationml/2006/main">
  <p:tag name="RAINPROBLEM" val="ProblemItem"/>
</p:tagLst>
</file>

<file path=ppt/tags/tag26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74.xml><?xml version="1.0" encoding="utf-8"?>
<p:tagLst xmlns:p="http://schemas.openxmlformats.org/presentationml/2006/main">
  <p:tag name="PROBLEMREMARKTITLE" val="ProblemRemarkBoardTitle"/>
</p:tagLst>
</file>

<file path=ppt/tags/tag2675.xml><?xml version="1.0" encoding="utf-8"?>
<p:tagLst xmlns:p="http://schemas.openxmlformats.org/presentationml/2006/main">
  <p:tag name="PROBLEMREMARKTITLE" val="ProblemRemarkBoardTitle"/>
</p:tagLst>
</file>

<file path=ppt/tags/tag2676.xml><?xml version="1.0" encoding="utf-8"?>
<p:tagLst xmlns:p="http://schemas.openxmlformats.org/presentationml/2006/main">
  <p:tag name="PROBLEMREMARKTITLE" val="ProblemRemarkBoardTitle"/>
</p:tagLst>
</file>

<file path=ppt/tags/tag2677.xml><?xml version="1.0" encoding="utf-8"?>
<p:tagLst xmlns:p="http://schemas.openxmlformats.org/presentationml/2006/main">
  <p:tag name="PROBLEMREMARKTITLE" val="ProblemRemarkBoardTitle"/>
</p:tagLst>
</file>

<file path=ppt/tags/tag2678.xml><?xml version="1.0" encoding="utf-8"?>
<p:tagLst xmlns:p="http://schemas.openxmlformats.org/presentationml/2006/main">
  <p:tag name="RAINPROBLEM" val="ProblemSetting"/>
  <p:tag name="RAINPROBLEMTYPE" val="MultipleChoice"/>
</p:tagLst>
</file>

<file path=ppt/tags/tag2679.xml><?xml version="1.0" encoding="utf-8"?>
<p:tagLst xmlns:p="http://schemas.openxmlformats.org/presentationml/2006/main">
  <p:tag name="PROBLEMREMARKTITLE" val="ProblemRemarkBoardTip"/>
</p:tagLst>
</file>

<file path=ppt/tags/tag2680.xml><?xml version="1.0" encoding="utf-8"?>
<p:tagLst xmlns:p="http://schemas.openxmlformats.org/presentationml/2006/main">
  <p:tag name="RAINPROBLEM" val="ProblemRemark"/>
</p:tagLst>
</file>

<file path=ppt/tags/tag2681.xml><?xml version="1.0" encoding="utf-8"?>
<p:tagLst xmlns:p="http://schemas.openxmlformats.org/presentationml/2006/main">
  <p:tag name="RAINPROBLEM" val="ProblemRemark"/>
</p:tagLst>
</file>

<file path=ppt/tags/tag2682.xml><?xml version="1.0" encoding="utf-8"?>
<p:tagLst xmlns:p="http://schemas.openxmlformats.org/presentationml/2006/main">
  <p:tag name="RAINPROBLEM" val="ProblemSubmit"/>
  <p:tag name="RAINPROBLEMTYPE" val="MultipleChoice"/>
</p:tagLst>
</file>

<file path=ppt/tags/tag2683.xml><?xml version="1.0" encoding="utf-8"?>
<p:tagLst xmlns:p="http://schemas.openxmlformats.org/presentationml/2006/main">
  <p:tag name="RAINPROBLEM" val="MultipleChoice"/>
  <p:tag name="PROBLEMHASREMARK" val="True"/>
</p:tagLst>
</file>

<file path=ppt/tags/tag2684.xml><?xml version="1.0" encoding="utf-8"?>
<p:tagLst xmlns:p="http://schemas.openxmlformats.org/presentationml/2006/main">
  <p:tag name="RAINPROBLEM" val="ProblemRemarkBoard"/>
</p:tagLst>
</file>

<file path=ppt/tags/tag2685.xml><?xml version="1.0" encoding="utf-8"?>
<p:tagLst xmlns:p="http://schemas.openxmlformats.org/presentationml/2006/main">
  <p:tag name="RAINPROBLEMTYPE" val="ProblemTypeMarker"/>
</p:tagLst>
</file>

<file path=ppt/tags/tag2686.xml><?xml version="1.0" encoding="utf-8"?>
<p:tagLst xmlns:p="http://schemas.openxmlformats.org/presentationml/2006/main">
  <p:tag name="RAINPROBLEMTYPE" val="ProblemTypeMarker"/>
</p:tagLst>
</file>

<file path=ppt/tags/tag2687.xml><?xml version="1.0" encoding="utf-8"?>
<p:tagLst xmlns:p="http://schemas.openxmlformats.org/presentationml/2006/main">
  <p:tag name="RAINPROBLEMTYPE" val="ProblemTypeMarker"/>
</p:tagLst>
</file>

<file path=ppt/tags/tag2688.xml><?xml version="1.0" encoding="utf-8"?>
<p:tagLst xmlns:p="http://schemas.openxmlformats.org/presentationml/2006/main">
  <p:tag name="RAINPROBLEMTYPE" val="ProblemTypeMarker"/>
</p:tagLst>
</file>

<file path=ppt/tags/tag2689.xml><?xml version="1.0" encoding="utf-8"?>
<p:tagLst xmlns:p="http://schemas.openxmlformats.org/presentationml/2006/main">
  <p:tag name="RAINPROBLEMTYPE" val="ProblemTypeMarker"/>
</p:tagLst>
</file>

<file path=ppt/tags/tag2690.xml><?xml version="1.0" encoding="utf-8"?>
<p:tagLst xmlns:p="http://schemas.openxmlformats.org/presentationml/2006/main">
  <p:tag name="RAINPROBLEM" val="ProblemBody"/>
</p:tagLst>
</file>

<file path=ppt/tags/tag2691.xml><?xml version="1.0" encoding="utf-8"?>
<p:tagLst xmlns:p="http://schemas.openxmlformats.org/presentationml/2006/main">
  <p:tag name="RAINPROBLEM" val="ProblemItem"/>
</p:tagLst>
</file>

<file path=ppt/tags/tag26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93.xml><?xml version="1.0" encoding="utf-8"?>
<p:tagLst xmlns:p="http://schemas.openxmlformats.org/presentationml/2006/main">
  <p:tag name="RAINPROBLEM" val="ProblemItem"/>
</p:tagLst>
</file>

<file path=ppt/tags/tag26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95.xml><?xml version="1.0" encoding="utf-8"?>
<p:tagLst xmlns:p="http://schemas.openxmlformats.org/presentationml/2006/main">
  <p:tag name="RAINPROBLEM" val="ProblemItem"/>
</p:tagLst>
</file>

<file path=ppt/tags/tag26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97.xml><?xml version="1.0" encoding="utf-8"?>
<p:tagLst xmlns:p="http://schemas.openxmlformats.org/presentationml/2006/main">
  <p:tag name="RAINPROBLEM" val="ProblemItem"/>
</p:tagLst>
</file>

<file path=ppt/tags/tag26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99.xml><?xml version="1.0" encoding="utf-8"?>
<p:tagLst xmlns:p="http://schemas.openxmlformats.org/presentationml/2006/main">
  <p:tag name="PROBLEMREMARKTITLE" val="ProblemRemarkBoardTitle"/>
</p:tagLst>
</file>

<file path=ppt/tags/tag2700.xml><?xml version="1.0" encoding="utf-8"?>
<p:tagLst xmlns:p="http://schemas.openxmlformats.org/presentationml/2006/main">
  <p:tag name="PROBLEMREMARKTITLE" val="ProblemRemarkBoardTitle"/>
</p:tagLst>
</file>

<file path=ppt/tags/tag2701.xml><?xml version="1.0" encoding="utf-8"?>
<p:tagLst xmlns:p="http://schemas.openxmlformats.org/presentationml/2006/main">
  <p:tag name="PROBLEMREMARKTITLE" val="ProblemRemarkBoardTitle"/>
</p:tagLst>
</file>

<file path=ppt/tags/tag2702.xml><?xml version="1.0" encoding="utf-8"?>
<p:tagLst xmlns:p="http://schemas.openxmlformats.org/presentationml/2006/main">
  <p:tag name="PROBLEMREMARKTITLE" val="ProblemRemarkBoardTitle"/>
</p:tagLst>
</file>

<file path=ppt/tags/tag2703.xml><?xml version="1.0" encoding="utf-8"?>
<p:tagLst xmlns:p="http://schemas.openxmlformats.org/presentationml/2006/main">
  <p:tag name="RAINPROBLEM" val="ProblemSetting"/>
  <p:tag name="RAINPROBLEMTYPE" val="MultipleChoice"/>
</p:tagLst>
</file>

<file path=ppt/tags/tag2704.xml><?xml version="1.0" encoding="utf-8"?>
<p:tagLst xmlns:p="http://schemas.openxmlformats.org/presentationml/2006/main">
  <p:tag name="PROBLEMREMARKTITLE" val="ProblemRemarkBoardTip"/>
</p:tagLst>
</file>

<file path=ppt/tags/tag2705.xml><?xml version="1.0" encoding="utf-8"?>
<p:tagLst xmlns:p="http://schemas.openxmlformats.org/presentationml/2006/main">
  <p:tag name="RAINPROBLEM" val="ProblemRemark"/>
</p:tagLst>
</file>

<file path=ppt/tags/tag2706.xml><?xml version="1.0" encoding="utf-8"?>
<p:tagLst xmlns:p="http://schemas.openxmlformats.org/presentationml/2006/main">
  <p:tag name="RAINPROBLEM" val="ProblemRemark"/>
</p:tagLst>
</file>

<file path=ppt/tags/tag2707.xml><?xml version="1.0" encoding="utf-8"?>
<p:tagLst xmlns:p="http://schemas.openxmlformats.org/presentationml/2006/main">
  <p:tag name="RAINPROBLEM" val="ProblemSubmit"/>
  <p:tag name="RAINPROBLEMTYPE" val="MultipleChoice"/>
</p:tagLst>
</file>

<file path=ppt/tags/tag2708.xml><?xml version="1.0" encoding="utf-8"?>
<p:tagLst xmlns:p="http://schemas.openxmlformats.org/presentationml/2006/main">
  <p:tag name="RAINPROBLEM" val="MultipleChoice"/>
  <p:tag name="PROBLEMHASREMARK" val="True"/>
</p:tagLst>
</file>

<file path=ppt/tags/tag2709.xml><?xml version="1.0" encoding="utf-8"?>
<p:tagLst xmlns:p="http://schemas.openxmlformats.org/presentationml/2006/main">
  <p:tag name="RAINPROBLEM" val="ProblemRemarkBoard"/>
</p:tagLst>
</file>

<file path=ppt/tags/tag2710.xml><?xml version="1.0" encoding="utf-8"?>
<p:tagLst xmlns:p="http://schemas.openxmlformats.org/presentationml/2006/main">
  <p:tag name="RAINPROBLEMTYPE" val="ProblemTypeMarker"/>
</p:tagLst>
</file>

<file path=ppt/tags/tag2711.xml><?xml version="1.0" encoding="utf-8"?>
<p:tagLst xmlns:p="http://schemas.openxmlformats.org/presentationml/2006/main">
  <p:tag name="RAINPROBLEMTYPE" val="ProblemTypeMarker"/>
</p:tagLst>
</file>

<file path=ppt/tags/tag2712.xml><?xml version="1.0" encoding="utf-8"?>
<p:tagLst xmlns:p="http://schemas.openxmlformats.org/presentationml/2006/main">
  <p:tag name="RAINPROBLEMTYPE" val="ProblemTypeMarker"/>
</p:tagLst>
</file>

<file path=ppt/tags/tag2713.xml><?xml version="1.0" encoding="utf-8"?>
<p:tagLst xmlns:p="http://schemas.openxmlformats.org/presentationml/2006/main">
  <p:tag name="RAINPROBLEMTYPE" val="ProblemTypeMarker"/>
</p:tagLst>
</file>

<file path=ppt/tags/tag2714.xml><?xml version="1.0" encoding="utf-8"?>
<p:tagLst xmlns:p="http://schemas.openxmlformats.org/presentationml/2006/main">
  <p:tag name="RAINPROBLEMTYPE" val="ProblemTypeMarker"/>
</p:tagLst>
</file>

<file path=ppt/tags/tag2715.xml><?xml version="1.0" encoding="utf-8"?>
<p:tagLst xmlns:p="http://schemas.openxmlformats.org/presentationml/2006/main">
  <p:tag name="RAINPROBLEM" val="ProblemBody"/>
</p:tagLst>
</file>

<file path=ppt/tags/tag2716.xml><?xml version="1.0" encoding="utf-8"?>
<p:tagLst xmlns:p="http://schemas.openxmlformats.org/presentationml/2006/main">
  <p:tag name="RAINPROBLEM" val="ProblemItem"/>
</p:tagLst>
</file>

<file path=ppt/tags/tag27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18.xml><?xml version="1.0" encoding="utf-8"?>
<p:tagLst xmlns:p="http://schemas.openxmlformats.org/presentationml/2006/main">
  <p:tag name="RAINPROBLEM" val="ProblemItem"/>
</p:tagLst>
</file>

<file path=ppt/tags/tag27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0.xml><?xml version="1.0" encoding="utf-8"?>
<p:tagLst xmlns:p="http://schemas.openxmlformats.org/presentationml/2006/main">
  <p:tag name="RAINPROBLEM" val="ProblemItem"/>
</p:tagLst>
</file>

<file path=ppt/tags/tag27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2.xml><?xml version="1.0" encoding="utf-8"?>
<p:tagLst xmlns:p="http://schemas.openxmlformats.org/presentationml/2006/main">
  <p:tag name="RAINPROBLEM" val="ProblemItem"/>
</p:tagLst>
</file>

<file path=ppt/tags/tag27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4.xml><?xml version="1.0" encoding="utf-8"?>
<p:tagLst xmlns:p="http://schemas.openxmlformats.org/presentationml/2006/main">
  <p:tag name="PROBLEMREMARKTITLE" val="ProblemRemarkBoardTitle"/>
</p:tagLst>
</file>

<file path=ppt/tags/tag2725.xml><?xml version="1.0" encoding="utf-8"?>
<p:tagLst xmlns:p="http://schemas.openxmlformats.org/presentationml/2006/main">
  <p:tag name="PROBLEMREMARKTITLE" val="ProblemRemarkBoardTitle"/>
</p:tagLst>
</file>

<file path=ppt/tags/tag2726.xml><?xml version="1.0" encoding="utf-8"?>
<p:tagLst xmlns:p="http://schemas.openxmlformats.org/presentationml/2006/main">
  <p:tag name="PROBLEMREMARKTITLE" val="ProblemRemarkBoardTitle"/>
</p:tagLst>
</file>

<file path=ppt/tags/tag2727.xml><?xml version="1.0" encoding="utf-8"?>
<p:tagLst xmlns:p="http://schemas.openxmlformats.org/presentationml/2006/main">
  <p:tag name="PROBLEMREMARKTITLE" val="ProblemRemarkBoardTitle"/>
</p:tagLst>
</file>

<file path=ppt/tags/tag2728.xml><?xml version="1.0" encoding="utf-8"?>
<p:tagLst xmlns:p="http://schemas.openxmlformats.org/presentationml/2006/main">
  <p:tag name="RAINPROBLEM" val="ProblemSetting"/>
  <p:tag name="RAINPROBLEMTYPE" val="MultipleChoice"/>
</p:tagLst>
</file>

<file path=ppt/tags/tag2729.xml><?xml version="1.0" encoding="utf-8"?>
<p:tagLst xmlns:p="http://schemas.openxmlformats.org/presentationml/2006/main">
  <p:tag name="PROBLEMREMARKTITLE" val="ProblemRemarkBoardTip"/>
</p:tagLst>
</file>

<file path=ppt/tags/tag2730.xml><?xml version="1.0" encoding="utf-8"?>
<p:tagLst xmlns:p="http://schemas.openxmlformats.org/presentationml/2006/main">
  <p:tag name="RAINPROBLEM" val="ProblemRemark"/>
</p:tagLst>
</file>

<file path=ppt/tags/tag2731.xml><?xml version="1.0" encoding="utf-8"?>
<p:tagLst xmlns:p="http://schemas.openxmlformats.org/presentationml/2006/main">
  <p:tag name="RAINPROBLEM" val="ProblemRemark"/>
</p:tagLst>
</file>

<file path=ppt/tags/tag2732.xml><?xml version="1.0" encoding="utf-8"?>
<p:tagLst xmlns:p="http://schemas.openxmlformats.org/presentationml/2006/main">
  <p:tag name="RAINPROBLEM" val="ProblemSubmit"/>
  <p:tag name="RAINPROBLEMTYPE" val="MultipleChoice"/>
</p:tagLst>
</file>

<file path=ppt/tags/tag2733.xml><?xml version="1.0" encoding="utf-8"?>
<p:tagLst xmlns:p="http://schemas.openxmlformats.org/presentationml/2006/main">
  <p:tag name="RAINPROBLEM" val="MultipleChoice"/>
  <p:tag name="PROBLEMHASREMARK" val="True"/>
</p:tagLst>
</file>

<file path=ppt/tags/tag2734.xml><?xml version="1.0" encoding="utf-8"?>
<p:tagLst xmlns:p="http://schemas.openxmlformats.org/presentationml/2006/main">
  <p:tag name="RAINPROBLEM" val="ProblemRemarkBoard"/>
</p:tagLst>
</file>

<file path=ppt/tags/tag2735.xml><?xml version="1.0" encoding="utf-8"?>
<p:tagLst xmlns:p="http://schemas.openxmlformats.org/presentationml/2006/main">
  <p:tag name="RAINPROBLEMTYPE" val="ProblemTypeMarker"/>
</p:tagLst>
</file>

<file path=ppt/tags/tag2736.xml><?xml version="1.0" encoding="utf-8"?>
<p:tagLst xmlns:p="http://schemas.openxmlformats.org/presentationml/2006/main">
  <p:tag name="RAINPROBLEMTYPE" val="ProblemTypeMarker"/>
</p:tagLst>
</file>

<file path=ppt/tags/tag2737.xml><?xml version="1.0" encoding="utf-8"?>
<p:tagLst xmlns:p="http://schemas.openxmlformats.org/presentationml/2006/main">
  <p:tag name="RAINPROBLEMTYPE" val="ProblemTypeMarker"/>
</p:tagLst>
</file>

<file path=ppt/tags/tag2738.xml><?xml version="1.0" encoding="utf-8"?>
<p:tagLst xmlns:p="http://schemas.openxmlformats.org/presentationml/2006/main">
  <p:tag name="RAINPROBLEMTYPE" val="ProblemTypeMarker"/>
</p:tagLst>
</file>

<file path=ppt/tags/tag2739.xml><?xml version="1.0" encoding="utf-8"?>
<p:tagLst xmlns:p="http://schemas.openxmlformats.org/presentationml/2006/main">
  <p:tag name="RAINPROBLEMTYPE" val="ProblemTypeMarker"/>
</p:tagLst>
</file>

<file path=ppt/tags/tag2740.xml><?xml version="1.0" encoding="utf-8"?>
<p:tagLst xmlns:p="http://schemas.openxmlformats.org/presentationml/2006/main">
  <p:tag name="RAINPROBLEM" val="ProblemBody"/>
</p:tagLst>
</file>

<file path=ppt/tags/tag2741.xml><?xml version="1.0" encoding="utf-8"?>
<p:tagLst xmlns:p="http://schemas.openxmlformats.org/presentationml/2006/main">
  <p:tag name="RAINPROBLEM" val="ProblemItem"/>
</p:tagLst>
</file>

<file path=ppt/tags/tag27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43.xml><?xml version="1.0" encoding="utf-8"?>
<p:tagLst xmlns:p="http://schemas.openxmlformats.org/presentationml/2006/main">
  <p:tag name="RAINPROBLEM" val="ProblemItem"/>
</p:tagLst>
</file>

<file path=ppt/tags/tag27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45.xml><?xml version="1.0" encoding="utf-8"?>
<p:tagLst xmlns:p="http://schemas.openxmlformats.org/presentationml/2006/main">
  <p:tag name="RAINPROBLEM" val="ProblemItem"/>
</p:tagLst>
</file>

<file path=ppt/tags/tag27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47.xml><?xml version="1.0" encoding="utf-8"?>
<p:tagLst xmlns:p="http://schemas.openxmlformats.org/presentationml/2006/main">
  <p:tag name="RAINPROBLEM" val="ProblemItem"/>
</p:tagLst>
</file>

<file path=ppt/tags/tag27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49.xml><?xml version="1.0" encoding="utf-8"?>
<p:tagLst xmlns:p="http://schemas.openxmlformats.org/presentationml/2006/main">
  <p:tag name="PROBLEMREMARKTITLE" val="ProblemRemarkBoardTitle"/>
</p:tagLst>
</file>

<file path=ppt/tags/tag2750.xml><?xml version="1.0" encoding="utf-8"?>
<p:tagLst xmlns:p="http://schemas.openxmlformats.org/presentationml/2006/main">
  <p:tag name="PROBLEMREMARKTITLE" val="ProblemRemarkBoardTitle"/>
</p:tagLst>
</file>

<file path=ppt/tags/tag2751.xml><?xml version="1.0" encoding="utf-8"?>
<p:tagLst xmlns:p="http://schemas.openxmlformats.org/presentationml/2006/main">
  <p:tag name="PROBLEMREMARKTITLE" val="ProblemRemarkBoardTitle"/>
</p:tagLst>
</file>

<file path=ppt/tags/tag2752.xml><?xml version="1.0" encoding="utf-8"?>
<p:tagLst xmlns:p="http://schemas.openxmlformats.org/presentationml/2006/main">
  <p:tag name="PROBLEMREMARKTITLE" val="ProblemRemarkBoardTitle"/>
</p:tagLst>
</file>

<file path=ppt/tags/tag2753.xml><?xml version="1.0" encoding="utf-8"?>
<p:tagLst xmlns:p="http://schemas.openxmlformats.org/presentationml/2006/main">
  <p:tag name="RAINPROBLEM" val="ProblemSetting"/>
  <p:tag name="RAINPROBLEMTYPE" val="MultipleChoice"/>
</p:tagLst>
</file>

<file path=ppt/tags/tag2754.xml><?xml version="1.0" encoding="utf-8"?>
<p:tagLst xmlns:p="http://schemas.openxmlformats.org/presentationml/2006/main">
  <p:tag name="PROBLEMREMARKTITLE" val="ProblemRemarkBoardTip"/>
</p:tagLst>
</file>

<file path=ppt/tags/tag2755.xml><?xml version="1.0" encoding="utf-8"?>
<p:tagLst xmlns:p="http://schemas.openxmlformats.org/presentationml/2006/main">
  <p:tag name="RAINPROBLEM" val="ProblemRemark"/>
</p:tagLst>
</file>

<file path=ppt/tags/tag2756.xml><?xml version="1.0" encoding="utf-8"?>
<p:tagLst xmlns:p="http://schemas.openxmlformats.org/presentationml/2006/main">
  <p:tag name="RAINPROBLEM" val="ProblemRemark"/>
</p:tagLst>
</file>

<file path=ppt/tags/tag2757.xml><?xml version="1.0" encoding="utf-8"?>
<p:tagLst xmlns:p="http://schemas.openxmlformats.org/presentationml/2006/main">
  <p:tag name="RAINPROBLEM" val="ProblemSubmit"/>
  <p:tag name="RAINPROBLEMTYPE" val="MultipleChoice"/>
</p:tagLst>
</file>

<file path=ppt/tags/tag2758.xml><?xml version="1.0" encoding="utf-8"?>
<p:tagLst xmlns:p="http://schemas.openxmlformats.org/presentationml/2006/main">
  <p:tag name="RAINPROBLEM" val="MultipleChoice"/>
  <p:tag name="PROBLEMHASREMARK" val="True"/>
</p:tagLst>
</file>

<file path=ppt/tags/tag2759.xml><?xml version="1.0" encoding="utf-8"?>
<p:tagLst xmlns:p="http://schemas.openxmlformats.org/presentationml/2006/main">
  <p:tag name="RAINPROBLEM" val="ProblemRemarkBoard"/>
</p:tagLst>
</file>

<file path=ppt/tags/tag2760.xml><?xml version="1.0" encoding="utf-8"?>
<p:tagLst xmlns:p="http://schemas.openxmlformats.org/presentationml/2006/main">
  <p:tag name="RAINPROBLEMTYPE" val="ProblemTypeMarker"/>
</p:tagLst>
</file>

<file path=ppt/tags/tag2761.xml><?xml version="1.0" encoding="utf-8"?>
<p:tagLst xmlns:p="http://schemas.openxmlformats.org/presentationml/2006/main">
  <p:tag name="RAINPROBLEMTYPE" val="ProblemTypeMarker"/>
</p:tagLst>
</file>

<file path=ppt/tags/tag2762.xml><?xml version="1.0" encoding="utf-8"?>
<p:tagLst xmlns:p="http://schemas.openxmlformats.org/presentationml/2006/main">
  <p:tag name="RAINPROBLEMTYPE" val="ProblemTypeMarker"/>
</p:tagLst>
</file>

<file path=ppt/tags/tag2763.xml><?xml version="1.0" encoding="utf-8"?>
<p:tagLst xmlns:p="http://schemas.openxmlformats.org/presentationml/2006/main">
  <p:tag name="RAINPROBLEMTYPE" val="ProblemTypeMarker"/>
</p:tagLst>
</file>

<file path=ppt/tags/tag2764.xml><?xml version="1.0" encoding="utf-8"?>
<p:tagLst xmlns:p="http://schemas.openxmlformats.org/presentationml/2006/main">
  <p:tag name="RAINPROBLEMTYPE" val="ProblemTypeMarker"/>
</p:tagLst>
</file>

<file path=ppt/tags/tag2765.xml><?xml version="1.0" encoding="utf-8"?>
<p:tagLst xmlns:p="http://schemas.openxmlformats.org/presentationml/2006/main">
  <p:tag name="RAINPROBLEM" val="ProblemBody"/>
</p:tagLst>
</file>

<file path=ppt/tags/tag2766.xml><?xml version="1.0" encoding="utf-8"?>
<p:tagLst xmlns:p="http://schemas.openxmlformats.org/presentationml/2006/main">
  <p:tag name="RAINPROBLEM" val="ProblemItem"/>
</p:tagLst>
</file>

<file path=ppt/tags/tag27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68.xml><?xml version="1.0" encoding="utf-8"?>
<p:tagLst xmlns:p="http://schemas.openxmlformats.org/presentationml/2006/main">
  <p:tag name="RAINPROBLEM" val="ProblemItem"/>
</p:tagLst>
</file>

<file path=ppt/tags/tag27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0.xml><?xml version="1.0" encoding="utf-8"?>
<p:tagLst xmlns:p="http://schemas.openxmlformats.org/presentationml/2006/main">
  <p:tag name="RAINPROBLEM" val="ProblemItem"/>
</p:tagLst>
</file>

<file path=ppt/tags/tag27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2.xml><?xml version="1.0" encoding="utf-8"?>
<p:tagLst xmlns:p="http://schemas.openxmlformats.org/presentationml/2006/main">
  <p:tag name="RAINPROBLEM" val="ProblemItem"/>
</p:tagLst>
</file>

<file path=ppt/tags/tag27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4.xml><?xml version="1.0" encoding="utf-8"?>
<p:tagLst xmlns:p="http://schemas.openxmlformats.org/presentationml/2006/main">
  <p:tag name="PROBLEMREMARKTITLE" val="ProblemRemarkBoardTitle"/>
</p:tagLst>
</file>

<file path=ppt/tags/tag2775.xml><?xml version="1.0" encoding="utf-8"?>
<p:tagLst xmlns:p="http://schemas.openxmlformats.org/presentationml/2006/main">
  <p:tag name="PROBLEMREMARKTITLE" val="ProblemRemarkBoardTitle"/>
</p:tagLst>
</file>

<file path=ppt/tags/tag2776.xml><?xml version="1.0" encoding="utf-8"?>
<p:tagLst xmlns:p="http://schemas.openxmlformats.org/presentationml/2006/main">
  <p:tag name="PROBLEMREMARKTITLE" val="ProblemRemarkBoardTitle"/>
</p:tagLst>
</file>

<file path=ppt/tags/tag2777.xml><?xml version="1.0" encoding="utf-8"?>
<p:tagLst xmlns:p="http://schemas.openxmlformats.org/presentationml/2006/main">
  <p:tag name="PROBLEMREMARKTITLE" val="ProblemRemarkBoardTitle"/>
</p:tagLst>
</file>

<file path=ppt/tags/tag2778.xml><?xml version="1.0" encoding="utf-8"?>
<p:tagLst xmlns:p="http://schemas.openxmlformats.org/presentationml/2006/main">
  <p:tag name="RAINPROBLEM" val="ProblemSetting"/>
  <p:tag name="RAINPROBLEMTYPE" val="MultipleChoice"/>
</p:tagLst>
</file>

<file path=ppt/tags/tag2779.xml><?xml version="1.0" encoding="utf-8"?>
<p:tagLst xmlns:p="http://schemas.openxmlformats.org/presentationml/2006/main">
  <p:tag name="PROBLEMREMARKTITLE" val="ProblemRemarkBoardTip"/>
</p:tagLst>
</file>

<file path=ppt/tags/tag2780.xml><?xml version="1.0" encoding="utf-8"?>
<p:tagLst xmlns:p="http://schemas.openxmlformats.org/presentationml/2006/main">
  <p:tag name="RAINPROBLEM" val="ProblemRemark"/>
</p:tagLst>
</file>

<file path=ppt/tags/tag2781.xml><?xml version="1.0" encoding="utf-8"?>
<p:tagLst xmlns:p="http://schemas.openxmlformats.org/presentationml/2006/main">
  <p:tag name="RAINPROBLEM" val="ProblemRemark"/>
</p:tagLst>
</file>

<file path=ppt/tags/tag2782.xml><?xml version="1.0" encoding="utf-8"?>
<p:tagLst xmlns:p="http://schemas.openxmlformats.org/presentationml/2006/main">
  <p:tag name="RAINPROBLEM" val="ProblemSubmit"/>
  <p:tag name="RAINPROBLEMTYPE" val="MultipleChoice"/>
</p:tagLst>
</file>

<file path=ppt/tags/tag2783.xml><?xml version="1.0" encoding="utf-8"?>
<p:tagLst xmlns:p="http://schemas.openxmlformats.org/presentationml/2006/main">
  <p:tag name="RAINPROBLEM" val="MultipleChoice"/>
  <p:tag name="PROBLEMHASREMARK" val="True"/>
</p:tagLst>
</file>

<file path=ppt/tags/tag2784.xml><?xml version="1.0" encoding="utf-8"?>
<p:tagLst xmlns:p="http://schemas.openxmlformats.org/presentationml/2006/main">
  <p:tag name="RAINPROBLEM" val="ProblemRemarkBoard"/>
</p:tagLst>
</file>

<file path=ppt/tags/tag2785.xml><?xml version="1.0" encoding="utf-8"?>
<p:tagLst xmlns:p="http://schemas.openxmlformats.org/presentationml/2006/main">
  <p:tag name="RAINPROBLEMTYPE" val="ProblemTypeMarker"/>
</p:tagLst>
</file>

<file path=ppt/tags/tag2786.xml><?xml version="1.0" encoding="utf-8"?>
<p:tagLst xmlns:p="http://schemas.openxmlformats.org/presentationml/2006/main">
  <p:tag name="RAINPROBLEMTYPE" val="ProblemTypeMarker"/>
</p:tagLst>
</file>

<file path=ppt/tags/tag2787.xml><?xml version="1.0" encoding="utf-8"?>
<p:tagLst xmlns:p="http://schemas.openxmlformats.org/presentationml/2006/main">
  <p:tag name="RAINPROBLEMTYPE" val="ProblemTypeMarker"/>
</p:tagLst>
</file>

<file path=ppt/tags/tag2788.xml><?xml version="1.0" encoding="utf-8"?>
<p:tagLst xmlns:p="http://schemas.openxmlformats.org/presentationml/2006/main">
  <p:tag name="RAINPROBLEMTYPE" val="ProblemTypeMarker"/>
</p:tagLst>
</file>

<file path=ppt/tags/tag2789.xml><?xml version="1.0" encoding="utf-8"?>
<p:tagLst xmlns:p="http://schemas.openxmlformats.org/presentationml/2006/main">
  <p:tag name="RAINPROBLEMTYPE" val="ProblemTypeMarker"/>
</p:tagLst>
</file>

<file path=ppt/tags/tag2790.xml><?xml version="1.0" encoding="utf-8"?>
<p:tagLst xmlns:p="http://schemas.openxmlformats.org/presentationml/2006/main">
  <p:tag name="RAINPROBLEM" val="ProblemBody"/>
</p:tagLst>
</file>

<file path=ppt/tags/tag2791.xml><?xml version="1.0" encoding="utf-8"?>
<p:tagLst xmlns:p="http://schemas.openxmlformats.org/presentationml/2006/main">
  <p:tag name="RAINPROBLEM" val="ProblemItem"/>
</p:tagLst>
</file>

<file path=ppt/tags/tag27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3.xml><?xml version="1.0" encoding="utf-8"?>
<p:tagLst xmlns:p="http://schemas.openxmlformats.org/presentationml/2006/main">
  <p:tag name="RAINPROBLEM" val="ProblemItem"/>
</p:tagLst>
</file>

<file path=ppt/tags/tag27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95.xml><?xml version="1.0" encoding="utf-8"?>
<p:tagLst xmlns:p="http://schemas.openxmlformats.org/presentationml/2006/main">
  <p:tag name="RAINPROBLEM" val="ProblemItem"/>
</p:tagLst>
</file>

<file path=ppt/tags/tag27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7.xml><?xml version="1.0" encoding="utf-8"?>
<p:tagLst xmlns:p="http://schemas.openxmlformats.org/presentationml/2006/main">
  <p:tag name="RAINPROBLEM" val="ProblemItem"/>
</p:tagLst>
</file>

<file path=ppt/tags/tag27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9.xml><?xml version="1.0" encoding="utf-8"?>
<p:tagLst xmlns:p="http://schemas.openxmlformats.org/presentationml/2006/main">
  <p:tag name="PROBLEMREMARKTITLE" val="ProblemRemarkBoardTitle"/>
</p:tagLst>
</file>

<file path=ppt/tags/tag2800.xml><?xml version="1.0" encoding="utf-8"?>
<p:tagLst xmlns:p="http://schemas.openxmlformats.org/presentationml/2006/main">
  <p:tag name="PROBLEMREMARKTITLE" val="ProblemRemarkBoardTitle"/>
</p:tagLst>
</file>

<file path=ppt/tags/tag2801.xml><?xml version="1.0" encoding="utf-8"?>
<p:tagLst xmlns:p="http://schemas.openxmlformats.org/presentationml/2006/main">
  <p:tag name="PROBLEMREMARKTITLE" val="ProblemRemarkBoardTitle"/>
</p:tagLst>
</file>

<file path=ppt/tags/tag2802.xml><?xml version="1.0" encoding="utf-8"?>
<p:tagLst xmlns:p="http://schemas.openxmlformats.org/presentationml/2006/main">
  <p:tag name="PROBLEMREMARKTITLE" val="ProblemRemarkBoardTitle"/>
</p:tagLst>
</file>

<file path=ppt/tags/tag2803.xml><?xml version="1.0" encoding="utf-8"?>
<p:tagLst xmlns:p="http://schemas.openxmlformats.org/presentationml/2006/main">
  <p:tag name="RAINPROBLEM" val="ProblemSetting"/>
  <p:tag name="RAINPROBLEMTYPE" val="MultipleChoice"/>
</p:tagLst>
</file>

<file path=ppt/tags/tag2804.xml><?xml version="1.0" encoding="utf-8"?>
<p:tagLst xmlns:p="http://schemas.openxmlformats.org/presentationml/2006/main">
  <p:tag name="PROBLEMREMARKTITLE" val="ProblemRemarkBoardTip"/>
</p:tagLst>
</file>

<file path=ppt/tags/tag2805.xml><?xml version="1.0" encoding="utf-8"?>
<p:tagLst xmlns:p="http://schemas.openxmlformats.org/presentationml/2006/main">
  <p:tag name="RAINPROBLEM" val="ProblemRemark"/>
</p:tagLst>
</file>

<file path=ppt/tags/tag2806.xml><?xml version="1.0" encoding="utf-8"?>
<p:tagLst xmlns:p="http://schemas.openxmlformats.org/presentationml/2006/main">
  <p:tag name="RAINPROBLEM" val="ProblemRemark"/>
</p:tagLst>
</file>

<file path=ppt/tags/tag2807.xml><?xml version="1.0" encoding="utf-8"?>
<p:tagLst xmlns:p="http://schemas.openxmlformats.org/presentationml/2006/main">
  <p:tag name="RAINPROBLEM" val="ProblemSubmit"/>
  <p:tag name="RAINPROBLEMTYPE" val="MultipleChoice"/>
</p:tagLst>
</file>

<file path=ppt/tags/tag2808.xml><?xml version="1.0" encoding="utf-8"?>
<p:tagLst xmlns:p="http://schemas.openxmlformats.org/presentationml/2006/main">
  <p:tag name="RAINPROBLEM" val="MultipleChoice"/>
  <p:tag name="PROBLEMHASREMARK" val="True"/>
</p:tagLst>
</file>

<file path=ppt/tags/tag2809.xml><?xml version="1.0" encoding="utf-8"?>
<p:tagLst xmlns:p="http://schemas.openxmlformats.org/presentationml/2006/main">
  <p:tag name="RAINPROBLEM" val="ProblemRemarkBoard"/>
</p:tagLst>
</file>

<file path=ppt/tags/tag2810.xml><?xml version="1.0" encoding="utf-8"?>
<p:tagLst xmlns:p="http://schemas.openxmlformats.org/presentationml/2006/main">
  <p:tag name="RAINPROBLEMTYPE" val="ProblemTypeMarker"/>
</p:tagLst>
</file>

<file path=ppt/tags/tag2811.xml><?xml version="1.0" encoding="utf-8"?>
<p:tagLst xmlns:p="http://schemas.openxmlformats.org/presentationml/2006/main">
  <p:tag name="RAINPROBLEMTYPE" val="ProblemTypeMarker"/>
</p:tagLst>
</file>

<file path=ppt/tags/tag2812.xml><?xml version="1.0" encoding="utf-8"?>
<p:tagLst xmlns:p="http://schemas.openxmlformats.org/presentationml/2006/main">
  <p:tag name="RAINPROBLEMTYPE" val="ProblemTypeMarker"/>
</p:tagLst>
</file>

<file path=ppt/tags/tag2813.xml><?xml version="1.0" encoding="utf-8"?>
<p:tagLst xmlns:p="http://schemas.openxmlformats.org/presentationml/2006/main">
  <p:tag name="RAINPROBLEMTYPE" val="ProblemTypeMarker"/>
</p:tagLst>
</file>

<file path=ppt/tags/tag2814.xml><?xml version="1.0" encoding="utf-8"?>
<p:tagLst xmlns:p="http://schemas.openxmlformats.org/presentationml/2006/main">
  <p:tag name="RAINPROBLEMTYPE" val="ProblemTypeMarker"/>
</p:tagLst>
</file>

<file path=ppt/tags/tag2815.xml><?xml version="1.0" encoding="utf-8"?>
<p:tagLst xmlns:p="http://schemas.openxmlformats.org/presentationml/2006/main">
  <p:tag name="RAINPROBLEM" val="ProblemBody"/>
</p:tagLst>
</file>

<file path=ppt/tags/tag2816.xml><?xml version="1.0" encoding="utf-8"?>
<p:tagLst xmlns:p="http://schemas.openxmlformats.org/presentationml/2006/main">
  <p:tag name="RAINPROBLEM" val="ProblemItem"/>
</p:tagLst>
</file>

<file path=ppt/tags/tag28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18.xml><?xml version="1.0" encoding="utf-8"?>
<p:tagLst xmlns:p="http://schemas.openxmlformats.org/presentationml/2006/main">
  <p:tag name="RAINPROBLEM" val="ProblemItem"/>
</p:tagLst>
</file>

<file path=ppt/tags/tag28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20.xml><?xml version="1.0" encoding="utf-8"?>
<p:tagLst xmlns:p="http://schemas.openxmlformats.org/presentationml/2006/main">
  <p:tag name="RAINPROBLEM" val="ProblemItem"/>
</p:tagLst>
</file>

<file path=ppt/tags/tag28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22.xml><?xml version="1.0" encoding="utf-8"?>
<p:tagLst xmlns:p="http://schemas.openxmlformats.org/presentationml/2006/main">
  <p:tag name="RAINPROBLEM" val="ProblemItem"/>
</p:tagLst>
</file>

<file path=ppt/tags/tag28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24.xml><?xml version="1.0" encoding="utf-8"?>
<p:tagLst xmlns:p="http://schemas.openxmlformats.org/presentationml/2006/main">
  <p:tag name="PROBLEMREMARKTITLE" val="ProblemRemarkBoardTitle"/>
</p:tagLst>
</file>

<file path=ppt/tags/tag2825.xml><?xml version="1.0" encoding="utf-8"?>
<p:tagLst xmlns:p="http://schemas.openxmlformats.org/presentationml/2006/main">
  <p:tag name="PROBLEMREMARKTITLE" val="ProblemRemarkBoardTitle"/>
</p:tagLst>
</file>

<file path=ppt/tags/tag2826.xml><?xml version="1.0" encoding="utf-8"?>
<p:tagLst xmlns:p="http://schemas.openxmlformats.org/presentationml/2006/main">
  <p:tag name="PROBLEMREMARKTITLE" val="ProblemRemarkBoardTitle"/>
</p:tagLst>
</file>

<file path=ppt/tags/tag2827.xml><?xml version="1.0" encoding="utf-8"?>
<p:tagLst xmlns:p="http://schemas.openxmlformats.org/presentationml/2006/main">
  <p:tag name="PROBLEMREMARKTITLE" val="ProblemRemarkBoardTitle"/>
</p:tagLst>
</file>

<file path=ppt/tags/tag2828.xml><?xml version="1.0" encoding="utf-8"?>
<p:tagLst xmlns:p="http://schemas.openxmlformats.org/presentationml/2006/main">
  <p:tag name="RAINPROBLEM" val="ProblemSetting"/>
  <p:tag name="RAINPROBLEMTYPE" val="MultipleChoice"/>
</p:tagLst>
</file>

<file path=ppt/tags/tag2829.xml><?xml version="1.0" encoding="utf-8"?>
<p:tagLst xmlns:p="http://schemas.openxmlformats.org/presentationml/2006/main">
  <p:tag name="PROBLEMREMARKTITLE" val="ProblemRemarkBoardTip"/>
</p:tagLst>
</file>

<file path=ppt/tags/tag2830.xml><?xml version="1.0" encoding="utf-8"?>
<p:tagLst xmlns:p="http://schemas.openxmlformats.org/presentationml/2006/main">
  <p:tag name="RAINPROBLEM" val="ProblemRemark"/>
</p:tagLst>
</file>

<file path=ppt/tags/tag2831.xml><?xml version="1.0" encoding="utf-8"?>
<p:tagLst xmlns:p="http://schemas.openxmlformats.org/presentationml/2006/main">
  <p:tag name="RAINPROBLEM" val="ProblemRemark"/>
</p:tagLst>
</file>

<file path=ppt/tags/tag2832.xml><?xml version="1.0" encoding="utf-8"?>
<p:tagLst xmlns:p="http://schemas.openxmlformats.org/presentationml/2006/main">
  <p:tag name="RAINPROBLEM" val="ProblemSubmit"/>
  <p:tag name="RAINPROBLEMTYPE" val="MultipleChoice"/>
</p:tagLst>
</file>

<file path=ppt/tags/tag2833.xml><?xml version="1.0" encoding="utf-8"?>
<p:tagLst xmlns:p="http://schemas.openxmlformats.org/presentationml/2006/main">
  <p:tag name="RAINPROBLEM" val="MultipleChoice"/>
  <p:tag name="PROBLEMHASREMARK" val="True"/>
</p:tagLst>
</file>

<file path=ppt/tags/tag2834.xml><?xml version="1.0" encoding="utf-8"?>
<p:tagLst xmlns:p="http://schemas.openxmlformats.org/presentationml/2006/main">
  <p:tag name="RAINPROBLEM" val="ProblemRemarkBoard"/>
</p:tagLst>
</file>

<file path=ppt/tags/tag2835.xml><?xml version="1.0" encoding="utf-8"?>
<p:tagLst xmlns:p="http://schemas.openxmlformats.org/presentationml/2006/main">
  <p:tag name="RAINPROBLEMTYPE" val="ProblemTypeMarker"/>
</p:tagLst>
</file>

<file path=ppt/tags/tag2836.xml><?xml version="1.0" encoding="utf-8"?>
<p:tagLst xmlns:p="http://schemas.openxmlformats.org/presentationml/2006/main">
  <p:tag name="RAINPROBLEMTYPE" val="ProblemTypeMarker"/>
</p:tagLst>
</file>

<file path=ppt/tags/tag2837.xml><?xml version="1.0" encoding="utf-8"?>
<p:tagLst xmlns:p="http://schemas.openxmlformats.org/presentationml/2006/main">
  <p:tag name="RAINPROBLEMTYPE" val="ProblemTypeMarker"/>
</p:tagLst>
</file>

<file path=ppt/tags/tag2838.xml><?xml version="1.0" encoding="utf-8"?>
<p:tagLst xmlns:p="http://schemas.openxmlformats.org/presentationml/2006/main">
  <p:tag name="RAINPROBLEMTYPE" val="ProblemTypeMarker"/>
</p:tagLst>
</file>

<file path=ppt/tags/tag2839.xml><?xml version="1.0" encoding="utf-8"?>
<p:tagLst xmlns:p="http://schemas.openxmlformats.org/presentationml/2006/main">
  <p:tag name="RAINPROBLEMTYPE" val="ProblemTypeMarker"/>
</p:tagLst>
</file>

<file path=ppt/tags/tag2840.xml><?xml version="1.0" encoding="utf-8"?>
<p:tagLst xmlns:p="http://schemas.openxmlformats.org/presentationml/2006/main">
  <p:tag name="RAINPROBLEM" val="ProblemBody"/>
</p:tagLst>
</file>

<file path=ppt/tags/tag2841.xml><?xml version="1.0" encoding="utf-8"?>
<p:tagLst xmlns:p="http://schemas.openxmlformats.org/presentationml/2006/main">
  <p:tag name="RAINPROBLEM" val="ProblemItem"/>
</p:tagLst>
</file>

<file path=ppt/tags/tag28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43.xml><?xml version="1.0" encoding="utf-8"?>
<p:tagLst xmlns:p="http://schemas.openxmlformats.org/presentationml/2006/main">
  <p:tag name="RAINPROBLEM" val="ProblemItem"/>
</p:tagLst>
</file>

<file path=ppt/tags/tag28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5.xml><?xml version="1.0" encoding="utf-8"?>
<p:tagLst xmlns:p="http://schemas.openxmlformats.org/presentationml/2006/main">
  <p:tag name="RAINPROBLEM" val="ProblemItem"/>
</p:tagLst>
</file>

<file path=ppt/tags/tag28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7.xml><?xml version="1.0" encoding="utf-8"?>
<p:tagLst xmlns:p="http://schemas.openxmlformats.org/presentationml/2006/main">
  <p:tag name="RAINPROBLEM" val="ProblemItem"/>
</p:tagLst>
</file>

<file path=ppt/tags/tag28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9.xml><?xml version="1.0" encoding="utf-8"?>
<p:tagLst xmlns:p="http://schemas.openxmlformats.org/presentationml/2006/main">
  <p:tag name="PROBLEMREMARKTITLE" val="ProblemRemarkBoardTitle"/>
</p:tagLst>
</file>

<file path=ppt/tags/tag2850.xml><?xml version="1.0" encoding="utf-8"?>
<p:tagLst xmlns:p="http://schemas.openxmlformats.org/presentationml/2006/main">
  <p:tag name="PROBLEMREMARKTITLE" val="ProblemRemarkBoardTitle"/>
</p:tagLst>
</file>

<file path=ppt/tags/tag2851.xml><?xml version="1.0" encoding="utf-8"?>
<p:tagLst xmlns:p="http://schemas.openxmlformats.org/presentationml/2006/main">
  <p:tag name="PROBLEMREMARKTITLE" val="ProblemRemarkBoardTitle"/>
</p:tagLst>
</file>

<file path=ppt/tags/tag2852.xml><?xml version="1.0" encoding="utf-8"?>
<p:tagLst xmlns:p="http://schemas.openxmlformats.org/presentationml/2006/main">
  <p:tag name="PROBLEMREMARKTITLE" val="ProblemRemarkBoardTitle"/>
</p:tagLst>
</file>

<file path=ppt/tags/tag2853.xml><?xml version="1.0" encoding="utf-8"?>
<p:tagLst xmlns:p="http://schemas.openxmlformats.org/presentationml/2006/main">
  <p:tag name="RAINPROBLEM" val="ProblemSetting"/>
  <p:tag name="RAINPROBLEMTYPE" val="MultipleChoice"/>
</p:tagLst>
</file>

<file path=ppt/tags/tag2854.xml><?xml version="1.0" encoding="utf-8"?>
<p:tagLst xmlns:p="http://schemas.openxmlformats.org/presentationml/2006/main">
  <p:tag name="PROBLEMREMARKTITLE" val="ProblemRemarkBoardTip"/>
</p:tagLst>
</file>

<file path=ppt/tags/tag2855.xml><?xml version="1.0" encoding="utf-8"?>
<p:tagLst xmlns:p="http://schemas.openxmlformats.org/presentationml/2006/main">
  <p:tag name="RAINPROBLEM" val="ProblemRemark"/>
</p:tagLst>
</file>

<file path=ppt/tags/tag2856.xml><?xml version="1.0" encoding="utf-8"?>
<p:tagLst xmlns:p="http://schemas.openxmlformats.org/presentationml/2006/main">
  <p:tag name="RAINPROBLEM" val="ProblemRemark"/>
</p:tagLst>
</file>

<file path=ppt/tags/tag2857.xml><?xml version="1.0" encoding="utf-8"?>
<p:tagLst xmlns:p="http://schemas.openxmlformats.org/presentationml/2006/main">
  <p:tag name="RAINPROBLEM" val="ProblemSubmit"/>
  <p:tag name="RAINPROBLEMTYPE" val="MultipleChoice"/>
</p:tagLst>
</file>

<file path=ppt/tags/tag2858.xml><?xml version="1.0" encoding="utf-8"?>
<p:tagLst xmlns:p="http://schemas.openxmlformats.org/presentationml/2006/main">
  <p:tag name="RAINPROBLEM" val="MultipleChoice"/>
  <p:tag name="PROBLEMHASREMARK" val="True"/>
</p:tagLst>
</file>

<file path=ppt/tags/tag2859.xml><?xml version="1.0" encoding="utf-8"?>
<p:tagLst xmlns:p="http://schemas.openxmlformats.org/presentationml/2006/main">
  <p:tag name="RAINPROBLEM" val="ProblemRemarkBoard"/>
</p:tagLst>
</file>

<file path=ppt/tags/tag2860.xml><?xml version="1.0" encoding="utf-8"?>
<p:tagLst xmlns:p="http://schemas.openxmlformats.org/presentationml/2006/main">
  <p:tag name="RAINPROBLEMTYPE" val="ProblemTypeMarker"/>
</p:tagLst>
</file>

<file path=ppt/tags/tag2861.xml><?xml version="1.0" encoding="utf-8"?>
<p:tagLst xmlns:p="http://schemas.openxmlformats.org/presentationml/2006/main">
  <p:tag name="RAINPROBLEMTYPE" val="ProblemTypeMarker"/>
</p:tagLst>
</file>

<file path=ppt/tags/tag2862.xml><?xml version="1.0" encoding="utf-8"?>
<p:tagLst xmlns:p="http://schemas.openxmlformats.org/presentationml/2006/main">
  <p:tag name="RAINPROBLEMTYPE" val="ProblemTypeMarker"/>
</p:tagLst>
</file>

<file path=ppt/tags/tag2863.xml><?xml version="1.0" encoding="utf-8"?>
<p:tagLst xmlns:p="http://schemas.openxmlformats.org/presentationml/2006/main">
  <p:tag name="RAINPROBLEMTYPE" val="ProblemTypeMarker"/>
</p:tagLst>
</file>

<file path=ppt/tags/tag2864.xml><?xml version="1.0" encoding="utf-8"?>
<p:tagLst xmlns:p="http://schemas.openxmlformats.org/presentationml/2006/main">
  <p:tag name="RAINPROBLEMTYPE" val="ProblemTypeMarker"/>
</p:tagLst>
</file>

<file path=ppt/tags/tag2865.xml><?xml version="1.0" encoding="utf-8"?>
<p:tagLst xmlns:p="http://schemas.openxmlformats.org/presentationml/2006/main">
  <p:tag name="RAINPROBLEM" val="ProblemBody"/>
</p:tagLst>
</file>

<file path=ppt/tags/tag2866.xml><?xml version="1.0" encoding="utf-8"?>
<p:tagLst xmlns:p="http://schemas.openxmlformats.org/presentationml/2006/main">
  <p:tag name="RAINPROBLEM" val="ProblemItem"/>
</p:tagLst>
</file>

<file path=ppt/tags/tag28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68.xml><?xml version="1.0" encoding="utf-8"?>
<p:tagLst xmlns:p="http://schemas.openxmlformats.org/presentationml/2006/main">
  <p:tag name="RAINPROBLEM" val="ProblemItem"/>
</p:tagLst>
</file>

<file path=ppt/tags/tag28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70.xml><?xml version="1.0" encoding="utf-8"?>
<p:tagLst xmlns:p="http://schemas.openxmlformats.org/presentationml/2006/main">
  <p:tag name="RAINPROBLEM" val="ProblemItem"/>
</p:tagLst>
</file>

<file path=ppt/tags/tag28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72.xml><?xml version="1.0" encoding="utf-8"?>
<p:tagLst xmlns:p="http://schemas.openxmlformats.org/presentationml/2006/main">
  <p:tag name="RAINPROBLEM" val="ProblemItem"/>
</p:tagLst>
</file>

<file path=ppt/tags/tag28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74.xml><?xml version="1.0" encoding="utf-8"?>
<p:tagLst xmlns:p="http://schemas.openxmlformats.org/presentationml/2006/main">
  <p:tag name="PROBLEMREMARKTITLE" val="ProblemRemarkBoardTitle"/>
</p:tagLst>
</file>

<file path=ppt/tags/tag2875.xml><?xml version="1.0" encoding="utf-8"?>
<p:tagLst xmlns:p="http://schemas.openxmlformats.org/presentationml/2006/main">
  <p:tag name="PROBLEMREMARKTITLE" val="ProblemRemarkBoardTitle"/>
</p:tagLst>
</file>

<file path=ppt/tags/tag2876.xml><?xml version="1.0" encoding="utf-8"?>
<p:tagLst xmlns:p="http://schemas.openxmlformats.org/presentationml/2006/main">
  <p:tag name="PROBLEMREMARKTITLE" val="ProblemRemarkBoardTitle"/>
</p:tagLst>
</file>

<file path=ppt/tags/tag2877.xml><?xml version="1.0" encoding="utf-8"?>
<p:tagLst xmlns:p="http://schemas.openxmlformats.org/presentationml/2006/main">
  <p:tag name="PROBLEMREMARKTITLE" val="ProblemRemarkBoardTitle"/>
</p:tagLst>
</file>

<file path=ppt/tags/tag2878.xml><?xml version="1.0" encoding="utf-8"?>
<p:tagLst xmlns:p="http://schemas.openxmlformats.org/presentationml/2006/main">
  <p:tag name="RAINPROBLEM" val="ProblemSetting"/>
  <p:tag name="RAINPROBLEMTYPE" val="MultipleChoice"/>
</p:tagLst>
</file>

<file path=ppt/tags/tag2879.xml><?xml version="1.0" encoding="utf-8"?>
<p:tagLst xmlns:p="http://schemas.openxmlformats.org/presentationml/2006/main">
  <p:tag name="PROBLEMREMARKTITLE" val="ProblemRemarkBoardTip"/>
</p:tagLst>
</file>

<file path=ppt/tags/tag2880.xml><?xml version="1.0" encoding="utf-8"?>
<p:tagLst xmlns:p="http://schemas.openxmlformats.org/presentationml/2006/main">
  <p:tag name="RAINPROBLEM" val="ProblemRemark"/>
</p:tagLst>
</file>

<file path=ppt/tags/tag2881.xml><?xml version="1.0" encoding="utf-8"?>
<p:tagLst xmlns:p="http://schemas.openxmlformats.org/presentationml/2006/main">
  <p:tag name="RAINPROBLEM" val="ProblemRemark"/>
</p:tagLst>
</file>

<file path=ppt/tags/tag2882.xml><?xml version="1.0" encoding="utf-8"?>
<p:tagLst xmlns:p="http://schemas.openxmlformats.org/presentationml/2006/main">
  <p:tag name="RAINPROBLEM" val="ProblemSubmit"/>
  <p:tag name="RAINPROBLEMTYPE" val="MultipleChoice"/>
</p:tagLst>
</file>

<file path=ppt/tags/tag2883.xml><?xml version="1.0" encoding="utf-8"?>
<p:tagLst xmlns:p="http://schemas.openxmlformats.org/presentationml/2006/main">
  <p:tag name="RAINPROBLEM" val="MultipleChoice"/>
  <p:tag name="PROBLEMHASREMARK" val="True"/>
</p:tagLst>
</file>

<file path=ppt/tags/tag2884.xml><?xml version="1.0" encoding="utf-8"?>
<p:tagLst xmlns:p="http://schemas.openxmlformats.org/presentationml/2006/main">
  <p:tag name="RAINPROBLEM" val="ProblemRemarkBoard"/>
</p:tagLst>
</file>

<file path=ppt/tags/tag2885.xml><?xml version="1.0" encoding="utf-8"?>
<p:tagLst xmlns:p="http://schemas.openxmlformats.org/presentationml/2006/main">
  <p:tag name="RAINPROBLEMTYPE" val="ProblemTypeMarker"/>
</p:tagLst>
</file>

<file path=ppt/tags/tag2886.xml><?xml version="1.0" encoding="utf-8"?>
<p:tagLst xmlns:p="http://schemas.openxmlformats.org/presentationml/2006/main">
  <p:tag name="RAINPROBLEMTYPE" val="ProblemTypeMarker"/>
</p:tagLst>
</file>

<file path=ppt/tags/tag2887.xml><?xml version="1.0" encoding="utf-8"?>
<p:tagLst xmlns:p="http://schemas.openxmlformats.org/presentationml/2006/main">
  <p:tag name="RAINPROBLEMTYPE" val="ProblemTypeMarker"/>
</p:tagLst>
</file>

<file path=ppt/tags/tag2888.xml><?xml version="1.0" encoding="utf-8"?>
<p:tagLst xmlns:p="http://schemas.openxmlformats.org/presentationml/2006/main">
  <p:tag name="RAINPROBLEMTYPE" val="ProblemTypeMarker"/>
</p:tagLst>
</file>

<file path=ppt/tags/tag2889.xml><?xml version="1.0" encoding="utf-8"?>
<p:tagLst xmlns:p="http://schemas.openxmlformats.org/presentationml/2006/main">
  <p:tag name="RAINPROBLEMTYPE" val="ProblemTypeMarker"/>
</p:tagLst>
</file>

<file path=ppt/tags/tag2890.xml><?xml version="1.0" encoding="utf-8"?>
<p:tagLst xmlns:p="http://schemas.openxmlformats.org/presentationml/2006/main">
  <p:tag name="RAINPROBLEM" val="ProblemBody"/>
</p:tagLst>
</file>

<file path=ppt/tags/tag2891.xml><?xml version="1.0" encoding="utf-8"?>
<p:tagLst xmlns:p="http://schemas.openxmlformats.org/presentationml/2006/main">
  <p:tag name="RAINPROBLEM" val="ProblemItem"/>
</p:tagLst>
</file>

<file path=ppt/tags/tag28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93.xml><?xml version="1.0" encoding="utf-8"?>
<p:tagLst xmlns:p="http://schemas.openxmlformats.org/presentationml/2006/main">
  <p:tag name="RAINPROBLEM" val="ProblemItem"/>
</p:tagLst>
</file>

<file path=ppt/tags/tag28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95.xml><?xml version="1.0" encoding="utf-8"?>
<p:tagLst xmlns:p="http://schemas.openxmlformats.org/presentationml/2006/main">
  <p:tag name="RAINPROBLEM" val="ProblemItem"/>
</p:tagLst>
</file>

<file path=ppt/tags/tag28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97.xml><?xml version="1.0" encoding="utf-8"?>
<p:tagLst xmlns:p="http://schemas.openxmlformats.org/presentationml/2006/main">
  <p:tag name="RAINPROBLEM" val="ProblemItem"/>
</p:tagLst>
</file>

<file path=ppt/tags/tag28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99.xml><?xml version="1.0" encoding="utf-8"?>
<p:tagLst xmlns:p="http://schemas.openxmlformats.org/presentationml/2006/main">
  <p:tag name="PROBLEMREMARKTITLE" val="ProblemRemarkBoardTitle"/>
</p:tagLst>
</file>

<file path=ppt/tags/tag2900.xml><?xml version="1.0" encoding="utf-8"?>
<p:tagLst xmlns:p="http://schemas.openxmlformats.org/presentationml/2006/main">
  <p:tag name="PROBLEMREMARKTITLE" val="ProblemRemarkBoardTitle"/>
</p:tagLst>
</file>

<file path=ppt/tags/tag2901.xml><?xml version="1.0" encoding="utf-8"?>
<p:tagLst xmlns:p="http://schemas.openxmlformats.org/presentationml/2006/main">
  <p:tag name="PROBLEMREMARKTITLE" val="ProblemRemarkBoardTitle"/>
</p:tagLst>
</file>

<file path=ppt/tags/tag2902.xml><?xml version="1.0" encoding="utf-8"?>
<p:tagLst xmlns:p="http://schemas.openxmlformats.org/presentationml/2006/main">
  <p:tag name="PROBLEMREMARKTITLE" val="ProblemRemarkBoardTitle"/>
</p:tagLst>
</file>

<file path=ppt/tags/tag2903.xml><?xml version="1.0" encoding="utf-8"?>
<p:tagLst xmlns:p="http://schemas.openxmlformats.org/presentationml/2006/main">
  <p:tag name="RAINPROBLEM" val="ProblemSetting"/>
  <p:tag name="RAINPROBLEMTYPE" val="MultipleChoice"/>
</p:tagLst>
</file>

<file path=ppt/tags/tag2904.xml><?xml version="1.0" encoding="utf-8"?>
<p:tagLst xmlns:p="http://schemas.openxmlformats.org/presentationml/2006/main">
  <p:tag name="PROBLEMREMARKTITLE" val="ProblemRemarkBoardTip"/>
</p:tagLst>
</file>

<file path=ppt/tags/tag2905.xml><?xml version="1.0" encoding="utf-8"?>
<p:tagLst xmlns:p="http://schemas.openxmlformats.org/presentationml/2006/main">
  <p:tag name="RAINPROBLEM" val="ProblemRemark"/>
</p:tagLst>
</file>

<file path=ppt/tags/tag2906.xml><?xml version="1.0" encoding="utf-8"?>
<p:tagLst xmlns:p="http://schemas.openxmlformats.org/presentationml/2006/main">
  <p:tag name="RAINPROBLEM" val="ProblemRemark"/>
</p:tagLst>
</file>

<file path=ppt/tags/tag2907.xml><?xml version="1.0" encoding="utf-8"?>
<p:tagLst xmlns:p="http://schemas.openxmlformats.org/presentationml/2006/main">
  <p:tag name="RAINPROBLEM" val="ProblemSubmit"/>
  <p:tag name="RAINPROBLEMTYPE" val="MultipleChoice"/>
</p:tagLst>
</file>

<file path=ppt/tags/tag2908.xml><?xml version="1.0" encoding="utf-8"?>
<p:tagLst xmlns:p="http://schemas.openxmlformats.org/presentationml/2006/main">
  <p:tag name="RAINPROBLEM" val="MultipleChoice"/>
  <p:tag name="PROBLEMHASREMARK" val="True"/>
</p:tagLst>
</file>

<file path=ppt/tags/tag2909.xml><?xml version="1.0" encoding="utf-8"?>
<p:tagLst xmlns:p="http://schemas.openxmlformats.org/presentationml/2006/main">
  <p:tag name="RAINPROBLEM" val="ProblemRemarkBoard"/>
</p:tagLst>
</file>

<file path=ppt/tags/tag2910.xml><?xml version="1.0" encoding="utf-8"?>
<p:tagLst xmlns:p="http://schemas.openxmlformats.org/presentationml/2006/main">
  <p:tag name="RAINPROBLEM" val="ProblemBody"/>
</p:tagLst>
</file>

<file path=ppt/tags/tag2911.xml><?xml version="1.0" encoding="utf-8"?>
<p:tagLst xmlns:p="http://schemas.openxmlformats.org/presentationml/2006/main">
  <p:tag name="RAINPROBLEM" val="ProblemItem"/>
</p:tagLst>
</file>

<file path=ppt/tags/tag29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3.xml><?xml version="1.0" encoding="utf-8"?>
<p:tagLst xmlns:p="http://schemas.openxmlformats.org/presentationml/2006/main">
  <p:tag name="RAINPROBLEM" val="ProblemItem"/>
</p:tagLst>
</file>

<file path=ppt/tags/tag291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15.xml><?xml version="1.0" encoding="utf-8"?>
<p:tagLst xmlns:p="http://schemas.openxmlformats.org/presentationml/2006/main">
  <p:tag name="RAINPROBLEM" val="ProblemItem"/>
</p:tagLst>
</file>

<file path=ppt/tags/tag291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7.xml><?xml version="1.0" encoding="utf-8"?>
<p:tagLst xmlns:p="http://schemas.openxmlformats.org/presentationml/2006/main">
  <p:tag name="RAINPROBLEM" val="ProblemItem"/>
</p:tagLst>
</file>

<file path=ppt/tags/tag291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9.xml><?xml version="1.0" encoding="utf-8"?>
<p:tagLst xmlns:p="http://schemas.openxmlformats.org/presentationml/2006/main">
  <p:tag name="PROBLEMREMARKTITLE" val="ProblemRemarkBoardTip"/>
</p:tagLst>
</file>

<file path=ppt/tags/tag2920.xml><?xml version="1.0" encoding="utf-8"?>
<p:tagLst xmlns:p="http://schemas.openxmlformats.org/presentationml/2006/main">
  <p:tag name="RAINPROBLEM" val="ProblemRemark"/>
</p:tagLst>
</file>

<file path=ppt/tags/tag2921.xml><?xml version="1.0" encoding="utf-8"?>
<p:tagLst xmlns:p="http://schemas.openxmlformats.org/presentationml/2006/main">
  <p:tag name="RAINPROBLEM" val="ProblemRemark"/>
</p:tagLst>
</file>

<file path=ppt/tags/tag2922.xml><?xml version="1.0" encoding="utf-8"?>
<p:tagLst xmlns:p="http://schemas.openxmlformats.org/presentationml/2006/main">
  <p:tag name="RAINPROBLEM" val="ProblemSubmit"/>
  <p:tag name="RAINPROBLEMTYPE" val="MultipleChoice"/>
</p:tagLst>
</file>

<file path=ppt/tags/tag2923.xml><?xml version="1.0" encoding="utf-8"?>
<p:tagLst xmlns:p="http://schemas.openxmlformats.org/presentationml/2006/main">
  <p:tag name="RAINPROBLEMTYPE" val="ProblemTypeMarker"/>
</p:tagLst>
</file>

<file path=ppt/tags/tag2924.xml><?xml version="1.0" encoding="utf-8"?>
<p:tagLst xmlns:p="http://schemas.openxmlformats.org/presentationml/2006/main">
  <p:tag name="RAINPROBLEMTYPE" val="ProblemTypeMarker"/>
</p:tagLst>
</file>

<file path=ppt/tags/tag2925.xml><?xml version="1.0" encoding="utf-8"?>
<p:tagLst xmlns:p="http://schemas.openxmlformats.org/presentationml/2006/main">
  <p:tag name="RAINPROBLEMTYPE" val="ProblemTypeMarker"/>
</p:tagLst>
</file>

<file path=ppt/tags/tag2926.xml><?xml version="1.0" encoding="utf-8"?>
<p:tagLst xmlns:p="http://schemas.openxmlformats.org/presentationml/2006/main">
  <p:tag name="RAINPROBLEMTYPE" val="ProblemTypeMarker"/>
</p:tagLst>
</file>

<file path=ppt/tags/tag2927.xml><?xml version="1.0" encoding="utf-8"?>
<p:tagLst xmlns:p="http://schemas.openxmlformats.org/presentationml/2006/main">
  <p:tag name="RAINPROBLEMTYPE" val="ProblemTypeMarker"/>
</p:tagLst>
</file>

<file path=ppt/tags/tag2928.xml><?xml version="1.0" encoding="utf-8"?>
<p:tagLst xmlns:p="http://schemas.openxmlformats.org/presentationml/2006/main">
  <p:tag name="PROBLEMREMARKTITLE" val="ProblemRemarkBoardTitle"/>
</p:tagLst>
</file>

<file path=ppt/tags/tag2929.xml><?xml version="1.0" encoding="utf-8"?>
<p:tagLst xmlns:p="http://schemas.openxmlformats.org/presentationml/2006/main">
  <p:tag name="PROBLEMREMARKTITLE" val="ProblemRemarkBoardTitle"/>
</p:tagLst>
</file>

<file path=ppt/tags/tag2930.xml><?xml version="1.0" encoding="utf-8"?>
<p:tagLst xmlns:p="http://schemas.openxmlformats.org/presentationml/2006/main">
  <p:tag name="PROBLEMREMARKTITLE" val="ProblemRemarkBoardTitle"/>
</p:tagLst>
</file>

<file path=ppt/tags/tag2931.xml><?xml version="1.0" encoding="utf-8"?>
<p:tagLst xmlns:p="http://schemas.openxmlformats.org/presentationml/2006/main">
  <p:tag name="PROBLEMREMARKTITLE" val="ProblemRemarkBoardTitle"/>
</p:tagLst>
</file>

<file path=ppt/tags/tag2932.xml><?xml version="1.0" encoding="utf-8"?>
<p:tagLst xmlns:p="http://schemas.openxmlformats.org/presentationml/2006/main">
  <p:tag name="RAINPROBLEM" val="ProblemSetting"/>
  <p:tag name="RAINPROBLEMTYPE" val="MultipleChoice"/>
</p:tagLst>
</file>

<file path=ppt/tags/tag2933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并行转换让新旧系统同时运行、便于比对回退,风险最低但成本较高。"/>
</p:tagLst>
</file>

<file path=ppt/tags/tag2934.xml><?xml version="1.0" encoding="utf-8"?>
<p:tagLst xmlns:p="http://schemas.openxmlformats.org/presentationml/2006/main">
  <p:tag name="RAINPROBLEM" val="ProblemBody"/>
</p:tagLst>
</file>

<file path=ppt/tags/tag2935.xml><?xml version="1.0" encoding="utf-8"?>
<p:tagLst xmlns:p="http://schemas.openxmlformats.org/presentationml/2006/main">
  <p:tag name="RAINPROBLEM" val="ProblemSubmit"/>
  <p:tag name="RAINPROBLEMTYPE" val="ShortAnswer"/>
</p:tagLst>
</file>

<file path=ppt/tags/tag2936.xml><?xml version="1.0" encoding="utf-8"?>
<p:tagLst xmlns:p="http://schemas.openxmlformats.org/presentationml/2006/main">
  <p:tag name="RAINPROBLEMTYPE" val="ProblemTypeMarker"/>
</p:tagLst>
</file>

<file path=ppt/tags/tag2937.xml><?xml version="1.0" encoding="utf-8"?>
<p:tagLst xmlns:p="http://schemas.openxmlformats.org/presentationml/2006/main">
  <p:tag name="RAINPROBLEMTYPE" val="ProblemTypeMarker"/>
</p:tagLst>
</file>

<file path=ppt/tags/tag2938.xml><?xml version="1.0" encoding="utf-8"?>
<p:tagLst xmlns:p="http://schemas.openxmlformats.org/presentationml/2006/main">
  <p:tag name="RAINPROBLEMTYPE" val="ProblemTypeMarker"/>
</p:tagLst>
</file>

<file path=ppt/tags/tag2939.xml><?xml version="1.0" encoding="utf-8"?>
<p:tagLst xmlns:p="http://schemas.openxmlformats.org/presentationml/2006/main">
  <p:tag name="RAINPROBLEMTYPE" val="ProblemTypeMarker"/>
</p:tagLst>
</file>

<file path=ppt/tags/tag2940.xml><?xml version="1.0" encoding="utf-8"?>
<p:tagLst xmlns:p="http://schemas.openxmlformats.org/presentationml/2006/main">
  <p:tag name="RAINPROBLEMTYPE" val="ProblemTypeMarker"/>
</p:tagLst>
</file>

<file path=ppt/tags/tag2941.xml><?xml version="1.0" encoding="utf-8"?>
<p:tagLst xmlns:p="http://schemas.openxmlformats.org/presentationml/2006/main">
  <p:tag name="RAINPROBLEM" val="ProblemSetting"/>
  <p:tag name="RAINPROBLEMTYPE" val="ShortAnswer"/>
</p:tagLst>
</file>

<file path=ppt/tags/tag294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2943.xml><?xml version="1.0" encoding="utf-8"?>
<p:tagLst xmlns:p="http://schemas.openxmlformats.org/presentationml/2006/main">
  <p:tag name="RAINPROBLEM" val="ProblemRemarkBoard"/>
</p:tagLst>
</file>

<file path=ppt/tags/tag2944.xml><?xml version="1.0" encoding="utf-8"?>
<p:tagLst xmlns:p="http://schemas.openxmlformats.org/presentationml/2006/main">
  <p:tag name="RAINPROBLEM" val="ProblemBody"/>
</p:tagLst>
</file>

<file path=ppt/tags/tag2945.xml><?xml version="1.0" encoding="utf-8"?>
<p:tagLst xmlns:p="http://schemas.openxmlformats.org/presentationml/2006/main">
  <p:tag name="RAINPROBLEM" val="ProblemItem"/>
</p:tagLst>
</file>

<file path=ppt/tags/tag29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7.xml><?xml version="1.0" encoding="utf-8"?>
<p:tagLst xmlns:p="http://schemas.openxmlformats.org/presentationml/2006/main">
  <p:tag name="RAINPROBLEM" val="ProblemItem"/>
</p:tagLst>
</file>

<file path=ppt/tags/tag29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9.xml><?xml version="1.0" encoding="utf-8"?>
<p:tagLst xmlns:p="http://schemas.openxmlformats.org/presentationml/2006/main">
  <p:tag name="RAINPROBLEM" val="ProblemItem"/>
</p:tagLst>
</file>

<file path=ppt/tags/tag295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51.xml><?xml version="1.0" encoding="utf-8"?>
<p:tagLst xmlns:p="http://schemas.openxmlformats.org/presentationml/2006/main">
  <p:tag name="RAINPROBLEM" val="ProblemItem"/>
</p:tagLst>
</file>

<file path=ppt/tags/tag295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53.xml><?xml version="1.0" encoding="utf-8"?>
<p:tagLst xmlns:p="http://schemas.openxmlformats.org/presentationml/2006/main">
  <p:tag name="PROBLEMREMARKTITLE" val="ProblemRemarkBoardTip"/>
</p:tagLst>
</file>

<file path=ppt/tags/tag2954.xml><?xml version="1.0" encoding="utf-8"?>
<p:tagLst xmlns:p="http://schemas.openxmlformats.org/presentationml/2006/main">
  <p:tag name="RAINPROBLEM" val="ProblemRemark"/>
</p:tagLst>
</file>

<file path=ppt/tags/tag2955.xml><?xml version="1.0" encoding="utf-8"?>
<p:tagLst xmlns:p="http://schemas.openxmlformats.org/presentationml/2006/main">
  <p:tag name="RAINPROBLEM" val="ProblemRemark"/>
</p:tagLst>
</file>

<file path=ppt/tags/tag2956.xml><?xml version="1.0" encoding="utf-8"?>
<p:tagLst xmlns:p="http://schemas.openxmlformats.org/presentationml/2006/main">
  <p:tag name="RAINPROBLEM" val="ProblemSubmit"/>
  <p:tag name="RAINPROBLEMTYPE" val="MultipleChoice"/>
</p:tagLst>
</file>

<file path=ppt/tags/tag2957.xml><?xml version="1.0" encoding="utf-8"?>
<p:tagLst xmlns:p="http://schemas.openxmlformats.org/presentationml/2006/main">
  <p:tag name="RAINPROBLEMTYPE" val="ProblemTypeMarker"/>
</p:tagLst>
</file>

<file path=ppt/tags/tag2958.xml><?xml version="1.0" encoding="utf-8"?>
<p:tagLst xmlns:p="http://schemas.openxmlformats.org/presentationml/2006/main">
  <p:tag name="RAINPROBLEMTYPE" val="ProblemTypeMarker"/>
</p:tagLst>
</file>

<file path=ppt/tags/tag2959.xml><?xml version="1.0" encoding="utf-8"?>
<p:tagLst xmlns:p="http://schemas.openxmlformats.org/presentationml/2006/main">
  <p:tag name="RAINPROBLEMTYPE" val="ProblemTypeMarker"/>
</p:tagLst>
</file>

<file path=ppt/tags/tag2960.xml><?xml version="1.0" encoding="utf-8"?>
<p:tagLst xmlns:p="http://schemas.openxmlformats.org/presentationml/2006/main">
  <p:tag name="RAINPROBLEMTYPE" val="ProblemTypeMarker"/>
</p:tagLst>
</file>

<file path=ppt/tags/tag2961.xml><?xml version="1.0" encoding="utf-8"?>
<p:tagLst xmlns:p="http://schemas.openxmlformats.org/presentationml/2006/main">
  <p:tag name="RAINPROBLEMTYPE" val="ProblemTypeMarker"/>
</p:tagLst>
</file>

<file path=ppt/tags/tag2962.xml><?xml version="1.0" encoding="utf-8"?>
<p:tagLst xmlns:p="http://schemas.openxmlformats.org/presentationml/2006/main">
  <p:tag name="PROBLEMREMARKTITLE" val="ProblemRemarkBoardTitle"/>
</p:tagLst>
</file>

<file path=ppt/tags/tag2963.xml><?xml version="1.0" encoding="utf-8"?>
<p:tagLst xmlns:p="http://schemas.openxmlformats.org/presentationml/2006/main">
  <p:tag name="PROBLEMREMARKTITLE" val="ProblemRemarkBoardTitle"/>
</p:tagLst>
</file>

<file path=ppt/tags/tag2964.xml><?xml version="1.0" encoding="utf-8"?>
<p:tagLst xmlns:p="http://schemas.openxmlformats.org/presentationml/2006/main">
  <p:tag name="PROBLEMREMARKTITLE" val="ProblemRemarkBoardTitle"/>
</p:tagLst>
</file>

<file path=ppt/tags/tag2965.xml><?xml version="1.0" encoding="utf-8"?>
<p:tagLst xmlns:p="http://schemas.openxmlformats.org/presentationml/2006/main">
  <p:tag name="PROBLEMREMARKTITLE" val="ProblemRemarkBoardTitle"/>
</p:tagLst>
</file>

<file path=ppt/tags/tag2966.xml><?xml version="1.0" encoding="utf-8"?>
<p:tagLst xmlns:p="http://schemas.openxmlformats.org/presentationml/2006/main">
  <p:tag name="RAINPROBLEM" val="ProblemSetting"/>
  <p:tag name="RAINPROBLEMTYPE" val="MultipleChoice"/>
</p:tagLst>
</file>

<file path=ppt/tags/tag296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常见级别为单元/集成/系统/验收;界面美化是设计范畴,非标准测试级别。"/>
</p:tagLst>
</file>

<file path=ppt/tags/tag2968.xml><?xml version="1.0" encoding="utf-8"?>
<p:tagLst xmlns:p="http://schemas.openxmlformats.org/presentationml/2006/main">
  <p:tag name="RAINPROBLEM" val="ProblemRemarkBoard"/>
</p:tagLst>
</file>

<file path=ppt/tags/tag2969.xml><?xml version="1.0" encoding="utf-8"?>
<p:tagLst xmlns:p="http://schemas.openxmlformats.org/presentationml/2006/main">
  <p:tag name="RAINPROBLEM" val="ProblemBody"/>
</p:tagLst>
</file>

<file path=ppt/tags/tag2970.xml><?xml version="1.0" encoding="utf-8"?>
<p:tagLst xmlns:p="http://schemas.openxmlformats.org/presentationml/2006/main">
  <p:tag name="RAINPROBLEM" val="ProblemItem"/>
</p:tagLst>
</file>

<file path=ppt/tags/tag29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72.xml><?xml version="1.0" encoding="utf-8"?>
<p:tagLst xmlns:p="http://schemas.openxmlformats.org/presentationml/2006/main">
  <p:tag name="RAINPROBLEM" val="ProblemItem"/>
</p:tagLst>
</file>

<file path=ppt/tags/tag29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4.xml><?xml version="1.0" encoding="utf-8"?>
<p:tagLst xmlns:p="http://schemas.openxmlformats.org/presentationml/2006/main">
  <p:tag name="RAINPROBLEM" val="ProblemItem"/>
</p:tagLst>
</file>

<file path=ppt/tags/tag29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6.xml><?xml version="1.0" encoding="utf-8"?>
<p:tagLst xmlns:p="http://schemas.openxmlformats.org/presentationml/2006/main">
  <p:tag name="RAINPROBLEM" val="ProblemItem"/>
</p:tagLst>
</file>

<file path=ppt/tags/tag29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8.xml><?xml version="1.0" encoding="utf-8"?>
<p:tagLst xmlns:p="http://schemas.openxmlformats.org/presentationml/2006/main">
  <p:tag name="PROBLEMREMARKTITLE" val="ProblemRemarkBoardTip"/>
</p:tagLst>
</file>

<file path=ppt/tags/tag2979.xml><?xml version="1.0" encoding="utf-8"?>
<p:tagLst xmlns:p="http://schemas.openxmlformats.org/presentationml/2006/main">
  <p:tag name="RAINPROBLEM" val="ProblemRemark"/>
</p:tagLst>
</file>

<file path=ppt/tags/tag2980.xml><?xml version="1.0" encoding="utf-8"?>
<p:tagLst xmlns:p="http://schemas.openxmlformats.org/presentationml/2006/main">
  <p:tag name="RAINPROBLEM" val="ProblemRemark"/>
</p:tagLst>
</file>

<file path=ppt/tags/tag2981.xml><?xml version="1.0" encoding="utf-8"?>
<p:tagLst xmlns:p="http://schemas.openxmlformats.org/presentationml/2006/main">
  <p:tag name="RAINPROBLEM" val="ProblemSubmit"/>
  <p:tag name="RAINPROBLEMTYPE" val="MultipleChoice"/>
</p:tagLst>
</file>

<file path=ppt/tags/tag2982.xml><?xml version="1.0" encoding="utf-8"?>
<p:tagLst xmlns:p="http://schemas.openxmlformats.org/presentationml/2006/main">
  <p:tag name="RAINPROBLEMTYPE" val="ProblemTypeMarker"/>
</p:tagLst>
</file>

<file path=ppt/tags/tag2983.xml><?xml version="1.0" encoding="utf-8"?>
<p:tagLst xmlns:p="http://schemas.openxmlformats.org/presentationml/2006/main">
  <p:tag name="RAINPROBLEMTYPE" val="ProblemTypeMarker"/>
</p:tagLst>
</file>

<file path=ppt/tags/tag2984.xml><?xml version="1.0" encoding="utf-8"?>
<p:tagLst xmlns:p="http://schemas.openxmlformats.org/presentationml/2006/main">
  <p:tag name="RAINPROBLEMTYPE" val="ProblemTypeMarker"/>
</p:tagLst>
</file>

<file path=ppt/tags/tag2985.xml><?xml version="1.0" encoding="utf-8"?>
<p:tagLst xmlns:p="http://schemas.openxmlformats.org/presentationml/2006/main">
  <p:tag name="RAINPROBLEMTYPE" val="ProblemTypeMarker"/>
</p:tagLst>
</file>

<file path=ppt/tags/tag2986.xml><?xml version="1.0" encoding="utf-8"?>
<p:tagLst xmlns:p="http://schemas.openxmlformats.org/presentationml/2006/main">
  <p:tag name="RAINPROBLEMTYPE" val="ProblemTypeMarker"/>
</p:tagLst>
</file>

<file path=ppt/tags/tag2987.xml><?xml version="1.0" encoding="utf-8"?>
<p:tagLst xmlns:p="http://schemas.openxmlformats.org/presentationml/2006/main">
  <p:tag name="PROBLEMREMARKTITLE" val="ProblemRemarkBoardTitle"/>
</p:tagLst>
</file>

<file path=ppt/tags/tag2988.xml><?xml version="1.0" encoding="utf-8"?>
<p:tagLst xmlns:p="http://schemas.openxmlformats.org/presentationml/2006/main">
  <p:tag name="PROBLEMREMARKTITLE" val="ProblemRemarkBoardTitle"/>
</p:tagLst>
</file>

<file path=ppt/tags/tag2989.xml><?xml version="1.0" encoding="utf-8"?>
<p:tagLst xmlns:p="http://schemas.openxmlformats.org/presentationml/2006/main">
  <p:tag name="PROBLEMREMARKTITLE" val="ProblemRemarkBoardTitle"/>
</p:tagLst>
</file>

<file path=ppt/tags/tag2990.xml><?xml version="1.0" encoding="utf-8"?>
<p:tagLst xmlns:p="http://schemas.openxmlformats.org/presentationml/2006/main">
  <p:tag name="PROBLEMREMARKTITLE" val="ProblemRemarkBoardTitle"/>
</p:tagLst>
</file>

<file path=ppt/tags/tag2991.xml><?xml version="1.0" encoding="utf-8"?>
<p:tagLst xmlns:p="http://schemas.openxmlformats.org/presentationml/2006/main">
  <p:tag name="RAINPROBLEM" val="ProblemSetting"/>
  <p:tag name="RAINPROBLEMTYPE" val="MultipleChoice"/>
</p:tagLst>
</file>

<file path=ppt/tags/tag299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黑盒测试不关心内部实现,常用等价类/边界值;语句/分支覆盖属白盒。"/>
</p:tagLst>
</file>

<file path=ppt/tags/tag2993.xml><?xml version="1.0" encoding="utf-8"?>
<p:tagLst xmlns:p="http://schemas.openxmlformats.org/presentationml/2006/main">
  <p:tag name="RAINPROBLEM" val="ProblemRemarkBoard"/>
</p:tagLst>
</file>

<file path=ppt/tags/tag2994.xml><?xml version="1.0" encoding="utf-8"?>
<p:tagLst xmlns:p="http://schemas.openxmlformats.org/presentationml/2006/main">
  <p:tag name="RAINPROBLEM" val="ProblemBody"/>
</p:tagLst>
</file>

<file path=ppt/tags/tag2995.xml><?xml version="1.0" encoding="utf-8"?>
<p:tagLst xmlns:p="http://schemas.openxmlformats.org/presentationml/2006/main">
  <p:tag name="RAINPROBLEM" val="ProblemItem"/>
</p:tagLst>
</file>

<file path=ppt/tags/tag29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97.xml><?xml version="1.0" encoding="utf-8"?>
<p:tagLst xmlns:p="http://schemas.openxmlformats.org/presentationml/2006/main">
  <p:tag name="RAINPROBLEM" val="ProblemItem"/>
</p:tagLst>
</file>

<file path=ppt/tags/tag29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99.xml><?xml version="1.0" encoding="utf-8"?>
<p:tagLst xmlns:p="http://schemas.openxmlformats.org/presentationml/2006/main">
  <p:tag name="RAINPROBLEM" val="ProblemItem"/>
</p:tagLst>
</file>

<file path=ppt/tags/tag30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01.xml><?xml version="1.0" encoding="utf-8"?>
<p:tagLst xmlns:p="http://schemas.openxmlformats.org/presentationml/2006/main">
  <p:tag name="RAINPROBLEM" val="ProblemItem"/>
</p:tagLst>
</file>

<file path=ppt/tags/tag300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03.xml><?xml version="1.0" encoding="utf-8"?>
<p:tagLst xmlns:p="http://schemas.openxmlformats.org/presentationml/2006/main">
  <p:tag name="PROBLEMREMARKTITLE" val="ProblemRemarkBoardTip"/>
</p:tagLst>
</file>

<file path=ppt/tags/tag3004.xml><?xml version="1.0" encoding="utf-8"?>
<p:tagLst xmlns:p="http://schemas.openxmlformats.org/presentationml/2006/main">
  <p:tag name="RAINPROBLEM" val="ProblemRemark"/>
</p:tagLst>
</file>

<file path=ppt/tags/tag3005.xml><?xml version="1.0" encoding="utf-8"?>
<p:tagLst xmlns:p="http://schemas.openxmlformats.org/presentationml/2006/main">
  <p:tag name="RAINPROBLEM" val="ProblemRemark"/>
</p:tagLst>
</file>

<file path=ppt/tags/tag3006.xml><?xml version="1.0" encoding="utf-8"?>
<p:tagLst xmlns:p="http://schemas.openxmlformats.org/presentationml/2006/main">
  <p:tag name="RAINPROBLEM" val="ProblemSubmit"/>
  <p:tag name="RAINPROBLEMTYPE" val="MultipleChoice"/>
</p:tagLst>
</file>

<file path=ppt/tags/tag3007.xml><?xml version="1.0" encoding="utf-8"?>
<p:tagLst xmlns:p="http://schemas.openxmlformats.org/presentationml/2006/main">
  <p:tag name="RAINPROBLEMTYPE" val="ProblemTypeMarker"/>
</p:tagLst>
</file>

<file path=ppt/tags/tag3008.xml><?xml version="1.0" encoding="utf-8"?>
<p:tagLst xmlns:p="http://schemas.openxmlformats.org/presentationml/2006/main">
  <p:tag name="RAINPROBLEMTYPE" val="ProblemTypeMarker"/>
</p:tagLst>
</file>

<file path=ppt/tags/tag3009.xml><?xml version="1.0" encoding="utf-8"?>
<p:tagLst xmlns:p="http://schemas.openxmlformats.org/presentationml/2006/main">
  <p:tag name="RAINPROBLEMTYPE" val="ProblemTypeMarker"/>
</p:tagLst>
</file>

<file path=ppt/tags/tag3010.xml><?xml version="1.0" encoding="utf-8"?>
<p:tagLst xmlns:p="http://schemas.openxmlformats.org/presentationml/2006/main">
  <p:tag name="RAINPROBLEMTYPE" val="ProblemTypeMarker"/>
</p:tagLst>
</file>

<file path=ppt/tags/tag3011.xml><?xml version="1.0" encoding="utf-8"?>
<p:tagLst xmlns:p="http://schemas.openxmlformats.org/presentationml/2006/main">
  <p:tag name="RAINPROBLEMTYPE" val="ProblemTypeMarker"/>
</p:tagLst>
</file>

<file path=ppt/tags/tag3012.xml><?xml version="1.0" encoding="utf-8"?>
<p:tagLst xmlns:p="http://schemas.openxmlformats.org/presentationml/2006/main">
  <p:tag name="PROBLEMREMARKTITLE" val="ProblemRemarkBoardTitle"/>
</p:tagLst>
</file>

<file path=ppt/tags/tag3013.xml><?xml version="1.0" encoding="utf-8"?>
<p:tagLst xmlns:p="http://schemas.openxmlformats.org/presentationml/2006/main">
  <p:tag name="PROBLEMREMARKTITLE" val="ProblemRemarkBoardTitle"/>
</p:tagLst>
</file>

<file path=ppt/tags/tag3014.xml><?xml version="1.0" encoding="utf-8"?>
<p:tagLst xmlns:p="http://schemas.openxmlformats.org/presentationml/2006/main">
  <p:tag name="PROBLEMREMARKTITLE" val="ProblemRemarkBoardTitle"/>
</p:tagLst>
</file>

<file path=ppt/tags/tag3015.xml><?xml version="1.0" encoding="utf-8"?>
<p:tagLst xmlns:p="http://schemas.openxmlformats.org/presentationml/2006/main">
  <p:tag name="PROBLEMREMARKTITLE" val="ProblemRemarkBoardTitle"/>
</p:tagLst>
</file>

<file path=ppt/tags/tag3016.xml><?xml version="1.0" encoding="utf-8"?>
<p:tagLst xmlns:p="http://schemas.openxmlformats.org/presentationml/2006/main">
  <p:tag name="RAINPROBLEM" val="ProblemSetting"/>
  <p:tag name="RAINPROBLEMTYPE" val="MultipleChoice"/>
</p:tagLst>
</file>

<file path=ppt/tags/tag301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PMBOK 含范围/进度/成本/质量/资源/沟通/风险/采购/干系人/整合;无&quot;烹饪管理&quot;。"/>
</p:tagLst>
</file>

<file path=ppt/tags/tag3018.xml><?xml version="1.0" encoding="utf-8"?>
<p:tagLst xmlns:p="http://schemas.openxmlformats.org/presentationml/2006/main">
  <p:tag name="RAINPROBLEM" val="ProblemRemarkBoard"/>
</p:tagLst>
</file>

<file path=ppt/tags/tag3019.xml><?xml version="1.0" encoding="utf-8"?>
<p:tagLst xmlns:p="http://schemas.openxmlformats.org/presentationml/2006/main">
  <p:tag name="RAINPROBLEM" val="ProblemBody"/>
</p:tagLst>
</file>

<file path=ppt/tags/tag3020.xml><?xml version="1.0" encoding="utf-8"?>
<p:tagLst xmlns:p="http://schemas.openxmlformats.org/presentationml/2006/main">
  <p:tag name="RAINPROBLEM" val="ProblemItem"/>
</p:tagLst>
</file>

<file path=ppt/tags/tag30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22.xml><?xml version="1.0" encoding="utf-8"?>
<p:tagLst xmlns:p="http://schemas.openxmlformats.org/presentationml/2006/main">
  <p:tag name="RAINPROBLEM" val="ProblemItem"/>
</p:tagLst>
</file>

<file path=ppt/tags/tag30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24.xml><?xml version="1.0" encoding="utf-8"?>
<p:tagLst xmlns:p="http://schemas.openxmlformats.org/presentationml/2006/main">
  <p:tag name="RAINPROBLEM" val="ProblemItem"/>
</p:tagLst>
</file>

<file path=ppt/tags/tag30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26.xml><?xml version="1.0" encoding="utf-8"?>
<p:tagLst xmlns:p="http://schemas.openxmlformats.org/presentationml/2006/main">
  <p:tag name="RAINPROBLEM" val="ProblemItem"/>
</p:tagLst>
</file>

<file path=ppt/tags/tag30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28.xml><?xml version="1.0" encoding="utf-8"?>
<p:tagLst xmlns:p="http://schemas.openxmlformats.org/presentationml/2006/main">
  <p:tag name="PROBLEMREMARKTITLE" val="ProblemRemarkBoardTip"/>
</p:tagLst>
</file>

<file path=ppt/tags/tag3029.xml><?xml version="1.0" encoding="utf-8"?>
<p:tagLst xmlns:p="http://schemas.openxmlformats.org/presentationml/2006/main">
  <p:tag name="RAINPROBLEM" val="ProblemRemark"/>
</p:tagLst>
</file>

<file path=ppt/tags/tag3030.xml><?xml version="1.0" encoding="utf-8"?>
<p:tagLst xmlns:p="http://schemas.openxmlformats.org/presentationml/2006/main">
  <p:tag name="RAINPROBLEM" val="ProblemRemark"/>
</p:tagLst>
</file>

<file path=ppt/tags/tag3031.xml><?xml version="1.0" encoding="utf-8"?>
<p:tagLst xmlns:p="http://schemas.openxmlformats.org/presentationml/2006/main">
  <p:tag name="RAINPROBLEM" val="ProblemSubmit"/>
  <p:tag name="RAINPROBLEMTYPE" val="MultipleChoice"/>
</p:tagLst>
</file>

<file path=ppt/tags/tag3032.xml><?xml version="1.0" encoding="utf-8"?>
<p:tagLst xmlns:p="http://schemas.openxmlformats.org/presentationml/2006/main">
  <p:tag name="RAINPROBLEMTYPE" val="ProblemTypeMarker"/>
</p:tagLst>
</file>

<file path=ppt/tags/tag3033.xml><?xml version="1.0" encoding="utf-8"?>
<p:tagLst xmlns:p="http://schemas.openxmlformats.org/presentationml/2006/main">
  <p:tag name="RAINPROBLEMTYPE" val="ProblemTypeMarker"/>
</p:tagLst>
</file>

<file path=ppt/tags/tag3034.xml><?xml version="1.0" encoding="utf-8"?>
<p:tagLst xmlns:p="http://schemas.openxmlformats.org/presentationml/2006/main">
  <p:tag name="RAINPROBLEMTYPE" val="ProblemTypeMarker"/>
</p:tagLst>
</file>

<file path=ppt/tags/tag3035.xml><?xml version="1.0" encoding="utf-8"?>
<p:tagLst xmlns:p="http://schemas.openxmlformats.org/presentationml/2006/main">
  <p:tag name="RAINPROBLEMTYPE" val="ProblemTypeMarker"/>
</p:tagLst>
</file>

<file path=ppt/tags/tag3036.xml><?xml version="1.0" encoding="utf-8"?>
<p:tagLst xmlns:p="http://schemas.openxmlformats.org/presentationml/2006/main">
  <p:tag name="RAINPROBLEMTYPE" val="ProblemTypeMarker"/>
</p:tagLst>
</file>

<file path=ppt/tags/tag3037.xml><?xml version="1.0" encoding="utf-8"?>
<p:tagLst xmlns:p="http://schemas.openxmlformats.org/presentationml/2006/main">
  <p:tag name="PROBLEMREMARKTITLE" val="ProblemRemarkBoardTitle"/>
</p:tagLst>
</file>

<file path=ppt/tags/tag3038.xml><?xml version="1.0" encoding="utf-8"?>
<p:tagLst xmlns:p="http://schemas.openxmlformats.org/presentationml/2006/main">
  <p:tag name="PROBLEMREMARKTITLE" val="ProblemRemarkBoardTitle"/>
</p:tagLst>
</file>

<file path=ppt/tags/tag3039.xml><?xml version="1.0" encoding="utf-8"?>
<p:tagLst xmlns:p="http://schemas.openxmlformats.org/presentationml/2006/main">
  <p:tag name="PROBLEMREMARKTITLE" val="ProblemRemarkBoardTitle"/>
</p:tagLst>
</file>

<file path=ppt/tags/tag3040.xml><?xml version="1.0" encoding="utf-8"?>
<p:tagLst xmlns:p="http://schemas.openxmlformats.org/presentationml/2006/main">
  <p:tag name="PROBLEMREMARKTITLE" val="ProblemRemarkBoardTitle"/>
</p:tagLst>
</file>

<file path=ppt/tags/tag3041.xml><?xml version="1.0" encoding="utf-8"?>
<p:tagLst xmlns:p="http://schemas.openxmlformats.org/presentationml/2006/main">
  <p:tag name="RAINPROBLEM" val="ProblemSetting"/>
  <p:tag name="RAINPROBLEMTYPE" val="MultipleChoice"/>
</p:tagLst>
</file>

<file path=ppt/tags/tag304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V 模型强调开发与测试并行对应(需求↔验收、设计↔系统、实现↔单元),测试尽早介入。"/>
</p:tagLst>
</file>

<file path=ppt/tags/tag3043.xml><?xml version="1.0" encoding="utf-8"?>
<p:tagLst xmlns:p="http://schemas.openxmlformats.org/presentationml/2006/main">
  <p:tag name="RAINPROBLEM" val="ProblemRemarkBoard"/>
</p:tagLst>
</file>

<file path=ppt/tags/tag3044.xml><?xml version="1.0" encoding="utf-8"?>
<p:tagLst xmlns:p="http://schemas.openxmlformats.org/presentationml/2006/main">
  <p:tag name="RAINPROBLEM" val="ProblemBody"/>
</p:tagLst>
</file>

<file path=ppt/tags/tag3045.xml><?xml version="1.0" encoding="utf-8"?>
<p:tagLst xmlns:p="http://schemas.openxmlformats.org/presentationml/2006/main">
  <p:tag name="RAINPROBLEM" val="ProblemItem"/>
</p:tagLst>
</file>

<file path=ppt/tags/tag30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47.xml><?xml version="1.0" encoding="utf-8"?>
<p:tagLst xmlns:p="http://schemas.openxmlformats.org/presentationml/2006/main">
  <p:tag name="RAINPROBLEM" val="ProblemItem"/>
</p:tagLst>
</file>

<file path=ppt/tags/tag30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49.xml><?xml version="1.0" encoding="utf-8"?>
<p:tagLst xmlns:p="http://schemas.openxmlformats.org/presentationml/2006/main">
  <p:tag name="RAINPROBLEM" val="ProblemItem"/>
</p:tagLst>
</file>

<file path=ppt/tags/tag305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51.xml><?xml version="1.0" encoding="utf-8"?>
<p:tagLst xmlns:p="http://schemas.openxmlformats.org/presentationml/2006/main">
  <p:tag name="RAINPROBLEM" val="ProblemItem"/>
</p:tagLst>
</file>

<file path=ppt/tags/tag305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53.xml><?xml version="1.0" encoding="utf-8"?>
<p:tagLst xmlns:p="http://schemas.openxmlformats.org/presentationml/2006/main">
  <p:tag name="PROBLEMREMARKTITLE" val="ProblemRemarkBoardTip"/>
</p:tagLst>
</file>

<file path=ppt/tags/tag3054.xml><?xml version="1.0" encoding="utf-8"?>
<p:tagLst xmlns:p="http://schemas.openxmlformats.org/presentationml/2006/main">
  <p:tag name="RAINPROBLEM" val="ProblemRemark"/>
</p:tagLst>
</file>

<file path=ppt/tags/tag3055.xml><?xml version="1.0" encoding="utf-8"?>
<p:tagLst xmlns:p="http://schemas.openxmlformats.org/presentationml/2006/main">
  <p:tag name="RAINPROBLEM" val="ProblemRemark"/>
</p:tagLst>
</file>

<file path=ppt/tags/tag3056.xml><?xml version="1.0" encoding="utf-8"?>
<p:tagLst xmlns:p="http://schemas.openxmlformats.org/presentationml/2006/main">
  <p:tag name="RAINPROBLEM" val="ProblemSubmit"/>
  <p:tag name="RAINPROBLEMTYPE" val="MultipleChoice"/>
</p:tagLst>
</file>

<file path=ppt/tags/tag3057.xml><?xml version="1.0" encoding="utf-8"?>
<p:tagLst xmlns:p="http://schemas.openxmlformats.org/presentationml/2006/main">
  <p:tag name="RAINPROBLEMTYPE" val="ProblemTypeMarker"/>
</p:tagLst>
</file>

<file path=ppt/tags/tag3058.xml><?xml version="1.0" encoding="utf-8"?>
<p:tagLst xmlns:p="http://schemas.openxmlformats.org/presentationml/2006/main">
  <p:tag name="RAINPROBLEMTYPE" val="ProblemTypeMarker"/>
</p:tagLst>
</file>

<file path=ppt/tags/tag3059.xml><?xml version="1.0" encoding="utf-8"?>
<p:tagLst xmlns:p="http://schemas.openxmlformats.org/presentationml/2006/main">
  <p:tag name="RAINPROBLEMTYPE" val="ProblemTypeMarker"/>
</p:tagLst>
</file>

<file path=ppt/tags/tag3060.xml><?xml version="1.0" encoding="utf-8"?>
<p:tagLst xmlns:p="http://schemas.openxmlformats.org/presentationml/2006/main">
  <p:tag name="RAINPROBLEMTYPE" val="ProblemTypeMarker"/>
</p:tagLst>
</file>

<file path=ppt/tags/tag3061.xml><?xml version="1.0" encoding="utf-8"?>
<p:tagLst xmlns:p="http://schemas.openxmlformats.org/presentationml/2006/main">
  <p:tag name="RAINPROBLEMTYPE" val="ProblemTypeMarker"/>
</p:tagLst>
</file>

<file path=ppt/tags/tag3062.xml><?xml version="1.0" encoding="utf-8"?>
<p:tagLst xmlns:p="http://schemas.openxmlformats.org/presentationml/2006/main">
  <p:tag name="PROBLEMREMARKTITLE" val="ProblemRemarkBoardTitle"/>
</p:tagLst>
</file>

<file path=ppt/tags/tag3063.xml><?xml version="1.0" encoding="utf-8"?>
<p:tagLst xmlns:p="http://schemas.openxmlformats.org/presentationml/2006/main">
  <p:tag name="PROBLEMREMARKTITLE" val="ProblemRemarkBoardTitle"/>
</p:tagLst>
</file>

<file path=ppt/tags/tag3064.xml><?xml version="1.0" encoding="utf-8"?>
<p:tagLst xmlns:p="http://schemas.openxmlformats.org/presentationml/2006/main">
  <p:tag name="PROBLEMREMARKTITLE" val="ProblemRemarkBoardTitle"/>
</p:tagLst>
</file>

<file path=ppt/tags/tag3065.xml><?xml version="1.0" encoding="utf-8"?>
<p:tagLst xmlns:p="http://schemas.openxmlformats.org/presentationml/2006/main">
  <p:tag name="PROBLEMREMARKTITLE" val="ProblemRemarkBoardTitle"/>
</p:tagLst>
</file>

<file path=ppt/tags/tag3066.xml><?xml version="1.0" encoding="utf-8"?>
<p:tagLst xmlns:p="http://schemas.openxmlformats.org/presentationml/2006/main">
  <p:tag name="RAINPROBLEM" val="ProblemSetting"/>
  <p:tag name="RAINPROBLEMTYPE" val="MultipleChoice"/>
</p:tagLst>
</file>

<file path=ppt/tags/tag306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智能体测试需覆盖功能/边界/一致性/幻觉与合规,且贯穿开发全周期。"/>
</p:tagLst>
</file>

<file path=ppt/tags/tag3068.xml><?xml version="1.0" encoding="utf-8"?>
<p:tagLst xmlns:p="http://schemas.openxmlformats.org/presentationml/2006/main">
  <p:tag name="RAINPROBLEM" val="ProblemRemarkBoard"/>
</p:tagLst>
</file>

<file path=ppt/tags/tag3069.xml><?xml version="1.0" encoding="utf-8"?>
<p:tagLst xmlns:p="http://schemas.openxmlformats.org/presentationml/2006/main">
  <p:tag name="RAINPROBLEM" val="ProblemBody"/>
</p:tagLst>
</file>

<file path=ppt/tags/tag3070.xml><?xml version="1.0" encoding="utf-8"?>
<p:tagLst xmlns:p="http://schemas.openxmlformats.org/presentationml/2006/main">
  <p:tag name="RAINPROBLEM" val="ProblemItem"/>
</p:tagLst>
</file>

<file path=ppt/tags/tag30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72.xml><?xml version="1.0" encoding="utf-8"?>
<p:tagLst xmlns:p="http://schemas.openxmlformats.org/presentationml/2006/main">
  <p:tag name="RAINPROBLEM" val="ProblemItem"/>
</p:tagLst>
</file>

<file path=ppt/tags/tag30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4.xml><?xml version="1.0" encoding="utf-8"?>
<p:tagLst xmlns:p="http://schemas.openxmlformats.org/presentationml/2006/main">
  <p:tag name="RAINPROBLEM" val="ProblemItem"/>
</p:tagLst>
</file>

<file path=ppt/tags/tag30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6.xml><?xml version="1.0" encoding="utf-8"?>
<p:tagLst xmlns:p="http://schemas.openxmlformats.org/presentationml/2006/main">
  <p:tag name="RAINPROBLEM" val="ProblemItem"/>
</p:tagLst>
</file>

<file path=ppt/tags/tag30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8.xml><?xml version="1.0" encoding="utf-8"?>
<p:tagLst xmlns:p="http://schemas.openxmlformats.org/presentationml/2006/main">
  <p:tag name="PROBLEMREMARKTITLE" val="ProblemRemarkBoardTip"/>
</p:tagLst>
</file>

<file path=ppt/tags/tag3079.xml><?xml version="1.0" encoding="utf-8"?>
<p:tagLst xmlns:p="http://schemas.openxmlformats.org/presentationml/2006/main">
  <p:tag name="RAINPROBLEM" val="ProblemRemark"/>
</p:tagLst>
</file>

<file path=ppt/tags/tag3080.xml><?xml version="1.0" encoding="utf-8"?>
<p:tagLst xmlns:p="http://schemas.openxmlformats.org/presentationml/2006/main">
  <p:tag name="RAINPROBLEM" val="ProblemRemark"/>
</p:tagLst>
</file>

<file path=ppt/tags/tag3081.xml><?xml version="1.0" encoding="utf-8"?>
<p:tagLst xmlns:p="http://schemas.openxmlformats.org/presentationml/2006/main">
  <p:tag name="RAINPROBLEM" val="ProblemSubmit"/>
  <p:tag name="RAINPROBLEMTYPE" val="MultipleChoice"/>
</p:tagLst>
</file>

<file path=ppt/tags/tag3082.xml><?xml version="1.0" encoding="utf-8"?>
<p:tagLst xmlns:p="http://schemas.openxmlformats.org/presentationml/2006/main">
  <p:tag name="RAINPROBLEMTYPE" val="ProblemTypeMarker"/>
</p:tagLst>
</file>

<file path=ppt/tags/tag3083.xml><?xml version="1.0" encoding="utf-8"?>
<p:tagLst xmlns:p="http://schemas.openxmlformats.org/presentationml/2006/main">
  <p:tag name="RAINPROBLEMTYPE" val="ProblemTypeMarker"/>
</p:tagLst>
</file>

<file path=ppt/tags/tag3084.xml><?xml version="1.0" encoding="utf-8"?>
<p:tagLst xmlns:p="http://schemas.openxmlformats.org/presentationml/2006/main">
  <p:tag name="RAINPROBLEMTYPE" val="ProblemTypeMarker"/>
</p:tagLst>
</file>

<file path=ppt/tags/tag3085.xml><?xml version="1.0" encoding="utf-8"?>
<p:tagLst xmlns:p="http://schemas.openxmlformats.org/presentationml/2006/main">
  <p:tag name="RAINPROBLEMTYPE" val="ProblemTypeMarker"/>
</p:tagLst>
</file>

<file path=ppt/tags/tag3086.xml><?xml version="1.0" encoding="utf-8"?>
<p:tagLst xmlns:p="http://schemas.openxmlformats.org/presentationml/2006/main">
  <p:tag name="RAINPROBLEMTYPE" val="ProblemTypeMarker"/>
</p:tagLst>
</file>

<file path=ppt/tags/tag3087.xml><?xml version="1.0" encoding="utf-8"?>
<p:tagLst xmlns:p="http://schemas.openxmlformats.org/presentationml/2006/main">
  <p:tag name="PROBLEMREMARKTITLE" val="ProblemRemarkBoardTitle"/>
</p:tagLst>
</file>

<file path=ppt/tags/tag3088.xml><?xml version="1.0" encoding="utf-8"?>
<p:tagLst xmlns:p="http://schemas.openxmlformats.org/presentationml/2006/main">
  <p:tag name="PROBLEMREMARKTITLE" val="ProblemRemarkBoardTitle"/>
</p:tagLst>
</file>

<file path=ppt/tags/tag3089.xml><?xml version="1.0" encoding="utf-8"?>
<p:tagLst xmlns:p="http://schemas.openxmlformats.org/presentationml/2006/main">
  <p:tag name="PROBLEMREMARKTITLE" val="ProblemRemarkBoardTitle"/>
</p:tagLst>
</file>

<file path=ppt/tags/tag3090.xml><?xml version="1.0" encoding="utf-8"?>
<p:tagLst xmlns:p="http://schemas.openxmlformats.org/presentationml/2006/main">
  <p:tag name="PROBLEMREMARKTITLE" val="ProblemRemarkBoardTitle"/>
</p:tagLst>
</file>

<file path=ppt/tags/tag3091.xml><?xml version="1.0" encoding="utf-8"?>
<p:tagLst xmlns:p="http://schemas.openxmlformats.org/presentationml/2006/main">
  <p:tag name="RAINPROBLEM" val="ProblemSetting"/>
  <p:tag name="RAINPROBLEMTYPE" val="MultipleChoice"/>
</p:tagLst>
</file>

<file path=ppt/tags/tag309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Coze 知识库与提示词支持热更新,修改即时生效,无需重发;仅模型版本等少数项需注意。"/>
</p:tagLst>
</file>

<file path=ppt/tags/tag3093.xml><?xml version="1.0" encoding="utf-8"?>
<p:tagLst xmlns:p="http://schemas.openxmlformats.org/presentationml/2006/main">
  <p:tag name="RAINPROBLEM" val="ProblemRemarkBoard"/>
</p:tagLst>
</file>

<file path=ppt/tags/tag3094.xml><?xml version="1.0" encoding="utf-8"?>
<p:tagLst xmlns:p="http://schemas.openxmlformats.org/presentationml/2006/main">
  <p:tag name="RAINPROBLEM" val="ProblemBody"/>
</p:tagLst>
</file>

<file path=ppt/tags/tag3095.xml><?xml version="1.0" encoding="utf-8"?>
<p:tagLst xmlns:p="http://schemas.openxmlformats.org/presentationml/2006/main">
  <p:tag name="RAINPROBLEM" val="ProblemItem"/>
</p:tagLst>
</file>

<file path=ppt/tags/tag30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97.xml><?xml version="1.0" encoding="utf-8"?>
<p:tagLst xmlns:p="http://schemas.openxmlformats.org/presentationml/2006/main">
  <p:tag name="RAINPROBLEM" val="ProblemItem"/>
</p:tagLst>
</file>

<file path=ppt/tags/tag30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99.xml><?xml version="1.0" encoding="utf-8"?>
<p:tagLst xmlns:p="http://schemas.openxmlformats.org/presentationml/2006/main">
  <p:tag name="RAINPROBLEM" val="ProblemItem"/>
</p:tagLst>
</file>

<file path=ppt/tags/tag31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01.xml><?xml version="1.0" encoding="utf-8"?>
<p:tagLst xmlns:p="http://schemas.openxmlformats.org/presentationml/2006/main">
  <p:tag name="RAINPROBLEM" val="ProblemItem"/>
</p:tagLst>
</file>

<file path=ppt/tags/tag310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03.xml><?xml version="1.0" encoding="utf-8"?>
<p:tagLst xmlns:p="http://schemas.openxmlformats.org/presentationml/2006/main">
  <p:tag name="PROBLEMREMARKTITLE" val="ProblemRemarkBoardTip"/>
</p:tagLst>
</file>

<file path=ppt/tags/tag3104.xml><?xml version="1.0" encoding="utf-8"?>
<p:tagLst xmlns:p="http://schemas.openxmlformats.org/presentationml/2006/main">
  <p:tag name="RAINPROBLEM" val="ProblemRemark"/>
</p:tagLst>
</file>

<file path=ppt/tags/tag3105.xml><?xml version="1.0" encoding="utf-8"?>
<p:tagLst xmlns:p="http://schemas.openxmlformats.org/presentationml/2006/main">
  <p:tag name="RAINPROBLEM" val="ProblemRemark"/>
</p:tagLst>
</file>

<file path=ppt/tags/tag3106.xml><?xml version="1.0" encoding="utf-8"?>
<p:tagLst xmlns:p="http://schemas.openxmlformats.org/presentationml/2006/main">
  <p:tag name="RAINPROBLEM" val="ProblemSubmit"/>
  <p:tag name="RAINPROBLEMTYPE" val="MultipleChoice"/>
</p:tagLst>
</file>

<file path=ppt/tags/tag3107.xml><?xml version="1.0" encoding="utf-8"?>
<p:tagLst xmlns:p="http://schemas.openxmlformats.org/presentationml/2006/main">
  <p:tag name="RAINPROBLEMTYPE" val="ProblemTypeMarker"/>
</p:tagLst>
</file>

<file path=ppt/tags/tag3108.xml><?xml version="1.0" encoding="utf-8"?>
<p:tagLst xmlns:p="http://schemas.openxmlformats.org/presentationml/2006/main">
  <p:tag name="RAINPROBLEMTYPE" val="ProblemTypeMarker"/>
</p:tagLst>
</file>

<file path=ppt/tags/tag3109.xml><?xml version="1.0" encoding="utf-8"?>
<p:tagLst xmlns:p="http://schemas.openxmlformats.org/presentationml/2006/main">
  <p:tag name="RAINPROBLEMTYPE" val="ProblemTypeMarker"/>
</p:tagLst>
</file>

<file path=ppt/tags/tag3110.xml><?xml version="1.0" encoding="utf-8"?>
<p:tagLst xmlns:p="http://schemas.openxmlformats.org/presentationml/2006/main">
  <p:tag name="RAINPROBLEMTYPE" val="ProblemTypeMarker"/>
</p:tagLst>
</file>

<file path=ppt/tags/tag3111.xml><?xml version="1.0" encoding="utf-8"?>
<p:tagLst xmlns:p="http://schemas.openxmlformats.org/presentationml/2006/main">
  <p:tag name="RAINPROBLEMTYPE" val="ProblemTypeMarker"/>
</p:tagLst>
</file>

<file path=ppt/tags/tag3112.xml><?xml version="1.0" encoding="utf-8"?>
<p:tagLst xmlns:p="http://schemas.openxmlformats.org/presentationml/2006/main">
  <p:tag name="PROBLEMREMARKTITLE" val="ProblemRemarkBoardTitle"/>
</p:tagLst>
</file>

<file path=ppt/tags/tag3113.xml><?xml version="1.0" encoding="utf-8"?>
<p:tagLst xmlns:p="http://schemas.openxmlformats.org/presentationml/2006/main">
  <p:tag name="PROBLEMREMARKTITLE" val="ProblemRemarkBoardTitle"/>
</p:tagLst>
</file>

<file path=ppt/tags/tag3114.xml><?xml version="1.0" encoding="utf-8"?>
<p:tagLst xmlns:p="http://schemas.openxmlformats.org/presentationml/2006/main">
  <p:tag name="PROBLEMREMARKTITLE" val="ProblemRemarkBoardTitle"/>
</p:tagLst>
</file>

<file path=ppt/tags/tag3115.xml><?xml version="1.0" encoding="utf-8"?>
<p:tagLst xmlns:p="http://schemas.openxmlformats.org/presentationml/2006/main">
  <p:tag name="PROBLEMREMARKTITLE" val="ProblemRemarkBoardTitle"/>
</p:tagLst>
</file>

<file path=ppt/tags/tag3116.xml><?xml version="1.0" encoding="utf-8"?>
<p:tagLst xmlns:p="http://schemas.openxmlformats.org/presentationml/2006/main">
  <p:tag name="RAINPROBLEM" val="ProblemSetting"/>
  <p:tag name="RAINPROBLEMTYPE" val="MultipleChoice"/>
</p:tagLst>
</file>

<file path=ppt/tags/tag311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评测关注任务成功率、工具调用正确性、步骤效率、成本时延与轨迹,常结合 LLM-as-Judge 与人工抽检。"/>
</p:tagLst>
</file>

<file path=ppt/tags/tag3118.xml><?xml version="1.0" encoding="utf-8"?>
<p:tagLst xmlns:p="http://schemas.openxmlformats.org/presentationml/2006/main">
  <p:tag name="RAINPROBLEM" val="ProblemRemarkBoard"/>
</p:tagLst>
</file>

<file path=ppt/tags/tag3119.xml><?xml version="1.0" encoding="utf-8"?>
<p:tagLst xmlns:p="http://schemas.openxmlformats.org/presentationml/2006/main">
  <p:tag name="RAINPROBLEM" val="ProblemBody"/>
</p:tagLst>
</file>

<file path=ppt/tags/tag3120.xml><?xml version="1.0" encoding="utf-8"?>
<p:tagLst xmlns:p="http://schemas.openxmlformats.org/presentationml/2006/main">
  <p:tag name="RAINPROBLEM" val="ProblemItem"/>
</p:tagLst>
</file>

<file path=ppt/tags/tag31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122.xml><?xml version="1.0" encoding="utf-8"?>
<p:tagLst xmlns:p="http://schemas.openxmlformats.org/presentationml/2006/main">
  <p:tag name="RAINPROBLEM" val="ProblemItem"/>
</p:tagLst>
</file>

<file path=ppt/tags/tag3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4.xml><?xml version="1.0" encoding="utf-8"?>
<p:tagLst xmlns:p="http://schemas.openxmlformats.org/presentationml/2006/main">
  <p:tag name="RAINPROBLEM" val="ProblemItem"/>
</p:tagLst>
</file>

<file path=ppt/tags/tag31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6.xml><?xml version="1.0" encoding="utf-8"?>
<p:tagLst xmlns:p="http://schemas.openxmlformats.org/presentationml/2006/main">
  <p:tag name="RAINPROBLEM" val="ProblemItem"/>
</p:tagLst>
</file>

<file path=ppt/tags/tag31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8.xml><?xml version="1.0" encoding="utf-8"?>
<p:tagLst xmlns:p="http://schemas.openxmlformats.org/presentationml/2006/main">
  <p:tag name="PROBLEMREMARKTITLE" val="ProblemRemarkBoardTip"/>
</p:tagLst>
</file>

<file path=ppt/tags/tag3129.xml><?xml version="1.0" encoding="utf-8"?>
<p:tagLst xmlns:p="http://schemas.openxmlformats.org/presentationml/2006/main">
  <p:tag name="RAINPROBLEM" val="ProblemRemark"/>
</p:tagLst>
</file>

<file path=ppt/tags/tag3130.xml><?xml version="1.0" encoding="utf-8"?>
<p:tagLst xmlns:p="http://schemas.openxmlformats.org/presentationml/2006/main">
  <p:tag name="RAINPROBLEM" val="ProblemRemark"/>
</p:tagLst>
</file>

<file path=ppt/tags/tag3131.xml><?xml version="1.0" encoding="utf-8"?>
<p:tagLst xmlns:p="http://schemas.openxmlformats.org/presentationml/2006/main">
  <p:tag name="RAINPROBLEM" val="ProblemSubmit"/>
  <p:tag name="RAINPROBLEMTYPE" val="MultipleChoice"/>
</p:tagLst>
</file>

<file path=ppt/tags/tag3132.xml><?xml version="1.0" encoding="utf-8"?>
<p:tagLst xmlns:p="http://schemas.openxmlformats.org/presentationml/2006/main">
  <p:tag name="RAINPROBLEMTYPE" val="ProblemTypeMarker"/>
</p:tagLst>
</file>

<file path=ppt/tags/tag3133.xml><?xml version="1.0" encoding="utf-8"?>
<p:tagLst xmlns:p="http://schemas.openxmlformats.org/presentationml/2006/main">
  <p:tag name="RAINPROBLEMTYPE" val="ProblemTypeMarker"/>
</p:tagLst>
</file>

<file path=ppt/tags/tag3134.xml><?xml version="1.0" encoding="utf-8"?>
<p:tagLst xmlns:p="http://schemas.openxmlformats.org/presentationml/2006/main">
  <p:tag name="RAINPROBLEMTYPE" val="ProblemTypeMarker"/>
</p:tagLst>
</file>

<file path=ppt/tags/tag3135.xml><?xml version="1.0" encoding="utf-8"?>
<p:tagLst xmlns:p="http://schemas.openxmlformats.org/presentationml/2006/main">
  <p:tag name="RAINPROBLEMTYPE" val="ProblemTypeMarker"/>
</p:tagLst>
</file>

<file path=ppt/tags/tag3136.xml><?xml version="1.0" encoding="utf-8"?>
<p:tagLst xmlns:p="http://schemas.openxmlformats.org/presentationml/2006/main">
  <p:tag name="RAINPROBLEMTYPE" val="ProblemTypeMarker"/>
</p:tagLst>
</file>

<file path=ppt/tags/tag3137.xml><?xml version="1.0" encoding="utf-8"?>
<p:tagLst xmlns:p="http://schemas.openxmlformats.org/presentationml/2006/main">
  <p:tag name="PROBLEMREMARKTITLE" val="ProblemRemarkBoardTitle"/>
</p:tagLst>
</file>

<file path=ppt/tags/tag3138.xml><?xml version="1.0" encoding="utf-8"?>
<p:tagLst xmlns:p="http://schemas.openxmlformats.org/presentationml/2006/main">
  <p:tag name="PROBLEMREMARKTITLE" val="ProblemRemarkBoardTitle"/>
</p:tagLst>
</file>

<file path=ppt/tags/tag3139.xml><?xml version="1.0" encoding="utf-8"?>
<p:tagLst xmlns:p="http://schemas.openxmlformats.org/presentationml/2006/main">
  <p:tag name="PROBLEMREMARKTITLE" val="ProblemRemarkBoardTitle"/>
</p:tagLst>
</file>

<file path=ppt/tags/tag3140.xml><?xml version="1.0" encoding="utf-8"?>
<p:tagLst xmlns:p="http://schemas.openxmlformats.org/presentationml/2006/main">
  <p:tag name="PROBLEMREMARKTITLE" val="ProblemRemarkBoardTitle"/>
</p:tagLst>
</file>

<file path=ppt/tags/tag3141.xml><?xml version="1.0" encoding="utf-8"?>
<p:tagLst xmlns:p="http://schemas.openxmlformats.org/presentationml/2006/main">
  <p:tag name="RAINPROBLEM" val="ProblemSetting"/>
  <p:tag name="RAINPROBLEMTYPE" val="MultipleChoice"/>
</p:tagLst>
</file>

<file path=ppt/tags/tag314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自主性越高越需护栏:权限最小化、持续审查,敏感决策保留人工兜底,安全左移。"/>
</p:tagLst>
</file>

<file path=ppt/tags/tag3143.xml><?xml version="1.0" encoding="utf-8"?>
<p:tagLst xmlns:p="http://schemas.openxmlformats.org/presentationml/2006/main">
  <p:tag name="RAINPROBLEM" val="ProblemRemarkBoard"/>
</p:tagLst>
</file>

<file path=ppt/tags/tag3144.xml><?xml version="1.0" encoding="utf-8"?>
<p:tagLst xmlns:p="http://schemas.openxmlformats.org/presentationml/2006/main">
  <p:tag name="RAINPROBLEM" val="ProblemBody"/>
</p:tagLst>
</file>

<file path=ppt/tags/tag3145.xml><?xml version="1.0" encoding="utf-8"?>
<p:tagLst xmlns:p="http://schemas.openxmlformats.org/presentationml/2006/main">
  <p:tag name="RAINPROBLEM" val="ProblemItem"/>
</p:tagLst>
</file>

<file path=ppt/tags/tag314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147.xml><?xml version="1.0" encoding="utf-8"?>
<p:tagLst xmlns:p="http://schemas.openxmlformats.org/presentationml/2006/main">
  <p:tag name="RAINPROBLEM" val="ProblemItem"/>
</p:tagLst>
</file>

<file path=ppt/tags/tag314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49.xml><?xml version="1.0" encoding="utf-8"?>
<p:tagLst xmlns:p="http://schemas.openxmlformats.org/presentationml/2006/main">
  <p:tag name="RAINPROBLEM" val="ProblemItem"/>
</p:tagLst>
</file>

<file path=ppt/tags/tag315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151.xml><?xml version="1.0" encoding="utf-8"?>
<p:tagLst xmlns:p="http://schemas.openxmlformats.org/presentationml/2006/main">
  <p:tag name="RAINPROBLEM" val="ProblemItem"/>
</p:tagLst>
</file>

<file path=ppt/tags/tag315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53.xml><?xml version="1.0" encoding="utf-8"?>
<p:tagLst xmlns:p="http://schemas.openxmlformats.org/presentationml/2006/main">
  <p:tag name="PROBLEMREMARKTITLE" val="ProblemRemarkBoardTip"/>
</p:tagLst>
</file>

<file path=ppt/tags/tag3154.xml><?xml version="1.0" encoding="utf-8"?>
<p:tagLst xmlns:p="http://schemas.openxmlformats.org/presentationml/2006/main">
  <p:tag name="RAINPROBLEM" val="ProblemRemark"/>
</p:tagLst>
</file>

<file path=ppt/tags/tag3155.xml><?xml version="1.0" encoding="utf-8"?>
<p:tagLst xmlns:p="http://schemas.openxmlformats.org/presentationml/2006/main">
  <p:tag name="RAINPROBLEM" val="ProblemRemark"/>
</p:tagLst>
</file>

<file path=ppt/tags/tag3156.xml><?xml version="1.0" encoding="utf-8"?>
<p:tagLst xmlns:p="http://schemas.openxmlformats.org/presentationml/2006/main">
  <p:tag name="RAINPROBLEM" val="ProblemSubmit"/>
  <p:tag name="RAINPROBLEMTYPE" val="MultipleChoiceMA"/>
</p:tagLst>
</file>

<file path=ppt/tags/tag3157.xml><?xml version="1.0" encoding="utf-8"?>
<p:tagLst xmlns:p="http://schemas.openxmlformats.org/presentationml/2006/main">
  <p:tag name="RAINPROBLEMTYPE" val="ProblemTypeMarker"/>
</p:tagLst>
</file>

<file path=ppt/tags/tag3158.xml><?xml version="1.0" encoding="utf-8"?>
<p:tagLst xmlns:p="http://schemas.openxmlformats.org/presentationml/2006/main">
  <p:tag name="RAINPROBLEMTYPE" val="ProblemTypeMarker"/>
</p:tagLst>
</file>

<file path=ppt/tags/tag3159.xml><?xml version="1.0" encoding="utf-8"?>
<p:tagLst xmlns:p="http://schemas.openxmlformats.org/presentationml/2006/main">
  <p:tag name="RAINPROBLEMTYPE" val="ProblemTypeMarker"/>
</p:tagLst>
</file>

<file path=ppt/tags/tag3160.xml><?xml version="1.0" encoding="utf-8"?>
<p:tagLst xmlns:p="http://schemas.openxmlformats.org/presentationml/2006/main">
  <p:tag name="RAINPROBLEMTYPE" val="ProblemTypeMarker"/>
</p:tagLst>
</file>

<file path=ppt/tags/tag3161.xml><?xml version="1.0" encoding="utf-8"?>
<p:tagLst xmlns:p="http://schemas.openxmlformats.org/presentationml/2006/main">
  <p:tag name="RAINPROBLEMTYPE" val="ProblemTypeMarker"/>
</p:tagLst>
</file>

<file path=ppt/tags/tag3162.xml><?xml version="1.0" encoding="utf-8"?>
<p:tagLst xmlns:p="http://schemas.openxmlformats.org/presentationml/2006/main">
  <p:tag name="PROBLEMREMARKTITLE" val="ProblemRemarkBoardTitle"/>
</p:tagLst>
</file>

<file path=ppt/tags/tag3163.xml><?xml version="1.0" encoding="utf-8"?>
<p:tagLst xmlns:p="http://schemas.openxmlformats.org/presentationml/2006/main">
  <p:tag name="PROBLEMREMARKTITLE" val="ProblemRemarkBoardTitle"/>
</p:tagLst>
</file>

<file path=ppt/tags/tag3164.xml><?xml version="1.0" encoding="utf-8"?>
<p:tagLst xmlns:p="http://schemas.openxmlformats.org/presentationml/2006/main">
  <p:tag name="PROBLEMREMARKTITLE" val="ProblemRemarkBoardTitle"/>
</p:tagLst>
</file>

<file path=ppt/tags/tag3165.xml><?xml version="1.0" encoding="utf-8"?>
<p:tagLst xmlns:p="http://schemas.openxmlformats.org/presentationml/2006/main">
  <p:tag name="PROBLEMREMARKTITLE" val="ProblemRemarkBoardTitle"/>
</p:tagLst>
</file>

<file path=ppt/tags/tag3166.xml><?xml version="1.0" encoding="utf-8"?>
<p:tagLst xmlns:p="http://schemas.openxmlformats.org/presentationml/2006/main">
  <p:tag name="RAINPROBLEM" val="ProblemSetting"/>
  <p:tag name="RAINPROBLEMTYPE" val="MultipleChoiceMA"/>
</p:tagLst>
</file>

<file path=ppt/tags/tag3167.xml><?xml version="1.0" encoding="utf-8"?>
<p:tagLst xmlns:p="http://schemas.openxmlformats.org/presentationml/2006/main">
  <p:tag name="RAINPROBLEM" val="MultipleChoiceMA"/>
  <p:tag name="PROBLEMHASREMARK" val="True"/>
  <p:tag name="PROBLEMSCORE" val="1.0"/>
  <p:tag name="PROBLEMSCORE_HALF" val="0.0"/>
  <p:tag name="PROBLEMREMARK" val="Capstone 沿用全课程内容,贯通需求—设计—实现—测试,作为课程能力的综合检验与答辩依据。"/>
</p:tagLst>
</file>

<file path=ppt/tags/tag3168.xml><?xml version="1.0" encoding="utf-8"?>
<p:tagLst xmlns:p="http://schemas.openxmlformats.org/presentationml/2006/main">
  <p:tag name="RAINPROBLEM" val="ProblemBody"/>
</p:tagLst>
</file>

<file path=ppt/tags/tag3169.xml><?xml version="1.0" encoding="utf-8"?>
<p:tagLst xmlns:p="http://schemas.openxmlformats.org/presentationml/2006/main">
  <p:tag name="RAINPROBLEM" val="ProblemSubmit"/>
  <p:tag name="RAINPROBLEMTYPE" val="ShortAnswer"/>
</p:tagLst>
</file>

<file path=ppt/tags/tag3170.xml><?xml version="1.0" encoding="utf-8"?>
<p:tagLst xmlns:p="http://schemas.openxmlformats.org/presentationml/2006/main">
  <p:tag name="RAINPROBLEMTYPE" val="ProblemTypeMarker"/>
</p:tagLst>
</file>

<file path=ppt/tags/tag3171.xml><?xml version="1.0" encoding="utf-8"?>
<p:tagLst xmlns:p="http://schemas.openxmlformats.org/presentationml/2006/main">
  <p:tag name="RAINPROBLEMTYPE" val="ProblemTypeMarker"/>
</p:tagLst>
</file>

<file path=ppt/tags/tag3172.xml><?xml version="1.0" encoding="utf-8"?>
<p:tagLst xmlns:p="http://schemas.openxmlformats.org/presentationml/2006/main">
  <p:tag name="RAINPROBLEMTYPE" val="ProblemTypeMarker"/>
</p:tagLst>
</file>

<file path=ppt/tags/tag3173.xml><?xml version="1.0" encoding="utf-8"?>
<p:tagLst xmlns:p="http://schemas.openxmlformats.org/presentationml/2006/main">
  <p:tag name="RAINPROBLEMTYPE" val="ProblemTypeMarker"/>
</p:tagLst>
</file>

<file path=ppt/tags/tag3174.xml><?xml version="1.0" encoding="utf-8"?>
<p:tagLst xmlns:p="http://schemas.openxmlformats.org/presentationml/2006/main">
  <p:tag name="RAINPROBLEMTYPE" val="ProblemTypeMarker"/>
</p:tagLst>
</file>

<file path=ppt/tags/tag3175.xml><?xml version="1.0" encoding="utf-8"?>
<p:tagLst xmlns:p="http://schemas.openxmlformats.org/presentationml/2006/main">
  <p:tag name="RAINPROBLEM" val="ProblemSetting"/>
  <p:tag name="RAINPROBLEMTYPE" val="ShortAnswer"/>
</p:tagLst>
</file>

<file path=ppt/tags/tag3176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177.xml><?xml version="1.0" encoding="utf-8"?>
<p:tagLst xmlns:p="http://schemas.openxmlformats.org/presentationml/2006/main">
  <p:tag name="RAINPROBLEM" val="ProblemBody"/>
</p:tagLst>
</file>

<file path=ppt/tags/tag3178.xml><?xml version="1.0" encoding="utf-8"?>
<p:tagLst xmlns:p="http://schemas.openxmlformats.org/presentationml/2006/main">
  <p:tag name="RAINPROBLEM" val="ProblemSubmit"/>
  <p:tag name="RAINPROBLEMTYPE" val="ShortAnswer"/>
</p:tagLst>
</file>

<file path=ppt/tags/tag3179.xml><?xml version="1.0" encoding="utf-8"?>
<p:tagLst xmlns:p="http://schemas.openxmlformats.org/presentationml/2006/main">
  <p:tag name="RAINPROBLEMTYPE" val="ProblemTypeMarker"/>
</p:tagLst>
</file>

<file path=ppt/tags/tag3180.xml><?xml version="1.0" encoding="utf-8"?>
<p:tagLst xmlns:p="http://schemas.openxmlformats.org/presentationml/2006/main">
  <p:tag name="RAINPROBLEMTYPE" val="ProblemTypeMarker"/>
</p:tagLst>
</file>

<file path=ppt/tags/tag3181.xml><?xml version="1.0" encoding="utf-8"?>
<p:tagLst xmlns:p="http://schemas.openxmlformats.org/presentationml/2006/main">
  <p:tag name="RAINPROBLEMTYPE" val="ProblemTypeMarker"/>
</p:tagLst>
</file>

<file path=ppt/tags/tag3182.xml><?xml version="1.0" encoding="utf-8"?>
<p:tagLst xmlns:p="http://schemas.openxmlformats.org/presentationml/2006/main">
  <p:tag name="RAINPROBLEMTYPE" val="ProblemTypeMarker"/>
</p:tagLst>
</file>

<file path=ppt/tags/tag3183.xml><?xml version="1.0" encoding="utf-8"?>
<p:tagLst xmlns:p="http://schemas.openxmlformats.org/presentationml/2006/main">
  <p:tag name="RAINPROBLEMTYPE" val="ProblemTypeMarker"/>
</p:tagLst>
</file>

<file path=ppt/tags/tag3184.xml><?xml version="1.0" encoding="utf-8"?>
<p:tagLst xmlns:p="http://schemas.openxmlformats.org/presentationml/2006/main">
  <p:tag name="RAINPROBLEM" val="ProblemSetting"/>
  <p:tag name="RAINPROBLEMTYPE" val="ShortAnswer"/>
</p:tagLst>
</file>

<file path=ppt/tags/tag3185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186.xml><?xml version="1.0" encoding="utf-8"?>
<p:tagLst xmlns:p="http://schemas.openxmlformats.org/presentationml/2006/main">
  <p:tag name="RAINPROBLEM" val="ProblemBody"/>
</p:tagLst>
</file>

<file path=ppt/tags/tag3187.xml><?xml version="1.0" encoding="utf-8"?>
<p:tagLst xmlns:p="http://schemas.openxmlformats.org/presentationml/2006/main">
  <p:tag name="RAINPROBLEM" val="ProblemSubmit"/>
  <p:tag name="RAINPROBLEMTYPE" val="ShortAnswer"/>
</p:tagLst>
</file>

<file path=ppt/tags/tag3188.xml><?xml version="1.0" encoding="utf-8"?>
<p:tagLst xmlns:p="http://schemas.openxmlformats.org/presentationml/2006/main">
  <p:tag name="RAINPROBLEMTYPE" val="ProblemTypeMarker"/>
</p:tagLst>
</file>

<file path=ppt/tags/tag3189.xml><?xml version="1.0" encoding="utf-8"?>
<p:tagLst xmlns:p="http://schemas.openxmlformats.org/presentationml/2006/main">
  <p:tag name="RAINPROBLEMTYPE" val="ProblemTypeMarker"/>
</p:tagLst>
</file>

<file path=ppt/tags/tag3190.xml><?xml version="1.0" encoding="utf-8"?>
<p:tagLst xmlns:p="http://schemas.openxmlformats.org/presentationml/2006/main">
  <p:tag name="RAINPROBLEMTYPE" val="ProblemTypeMarker"/>
</p:tagLst>
</file>

<file path=ppt/tags/tag3191.xml><?xml version="1.0" encoding="utf-8"?>
<p:tagLst xmlns:p="http://schemas.openxmlformats.org/presentationml/2006/main">
  <p:tag name="RAINPROBLEMTYPE" val="ProblemTypeMarker"/>
</p:tagLst>
</file>

<file path=ppt/tags/tag3192.xml><?xml version="1.0" encoding="utf-8"?>
<p:tagLst xmlns:p="http://schemas.openxmlformats.org/presentationml/2006/main">
  <p:tag name="RAINPROBLEMTYPE" val="ProblemTypeMarker"/>
</p:tagLst>
</file>

<file path=ppt/tags/tag3193.xml><?xml version="1.0" encoding="utf-8"?>
<p:tagLst xmlns:p="http://schemas.openxmlformats.org/presentationml/2006/main">
  <p:tag name="RAINPROBLEM" val="ProblemSetting"/>
  <p:tag name="RAINPROBLEMTYPE" val="ShortAnswer"/>
</p:tagLst>
</file>

<file path=ppt/tags/tag3194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195.xml><?xml version="1.0" encoding="utf-8"?>
<p:tagLst xmlns:p="http://schemas.openxmlformats.org/presentationml/2006/main">
  <p:tag name="RAINPROBLEM" val="ProblemBody"/>
</p:tagLst>
</file>

<file path=ppt/tags/tag3196.xml><?xml version="1.0" encoding="utf-8"?>
<p:tagLst xmlns:p="http://schemas.openxmlformats.org/presentationml/2006/main">
  <p:tag name="RAINPROBLEM" val="ProblemSubmit"/>
  <p:tag name="RAINPROBLEMTYPE" val="ShortAnswer"/>
</p:tagLst>
</file>

<file path=ppt/tags/tag3197.xml><?xml version="1.0" encoding="utf-8"?>
<p:tagLst xmlns:p="http://schemas.openxmlformats.org/presentationml/2006/main">
  <p:tag name="RAINPROBLEMTYPE" val="ProblemTypeMarker"/>
</p:tagLst>
</file>

<file path=ppt/tags/tag3198.xml><?xml version="1.0" encoding="utf-8"?>
<p:tagLst xmlns:p="http://schemas.openxmlformats.org/presentationml/2006/main">
  <p:tag name="RAINPROBLEMTYPE" val="ProblemTypeMarker"/>
</p:tagLst>
</file>

<file path=ppt/tags/tag3199.xml><?xml version="1.0" encoding="utf-8"?>
<p:tagLst xmlns:p="http://schemas.openxmlformats.org/presentationml/2006/main">
  <p:tag name="RAINPROBLEMTYPE" val="ProblemTypeMarker"/>
</p:tagLst>
</file>

<file path=ppt/tags/tag3200.xml><?xml version="1.0" encoding="utf-8"?>
<p:tagLst xmlns:p="http://schemas.openxmlformats.org/presentationml/2006/main">
  <p:tag name="RAINPROBLEMTYPE" val="ProblemTypeMarker"/>
</p:tagLst>
</file>

<file path=ppt/tags/tag3201.xml><?xml version="1.0" encoding="utf-8"?>
<p:tagLst xmlns:p="http://schemas.openxmlformats.org/presentationml/2006/main">
  <p:tag name="RAINPROBLEMTYPE" val="ProblemTypeMarker"/>
</p:tagLst>
</file>

<file path=ppt/tags/tag3202.xml><?xml version="1.0" encoding="utf-8"?>
<p:tagLst xmlns:p="http://schemas.openxmlformats.org/presentationml/2006/main">
  <p:tag name="RAINPROBLEM" val="ProblemSetting"/>
  <p:tag name="RAINPROBLEMTYPE" val="ShortAnswer"/>
</p:tagLst>
</file>

<file path=ppt/tags/tag3203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204.xml><?xml version="1.0" encoding="utf-8"?>
<p:tagLst xmlns:p="http://schemas.openxmlformats.org/presentationml/2006/main">
  <p:tag name="RAINPROBLEM" val="ProblemBody"/>
</p:tagLst>
</file>

<file path=ppt/tags/tag3205.xml><?xml version="1.0" encoding="utf-8"?>
<p:tagLst xmlns:p="http://schemas.openxmlformats.org/presentationml/2006/main">
  <p:tag name="RAINPROBLEM" val="ProblemSubmit"/>
  <p:tag name="RAINPROBLEMTYPE" val="ShortAnswer"/>
</p:tagLst>
</file>

<file path=ppt/tags/tag3206.xml><?xml version="1.0" encoding="utf-8"?>
<p:tagLst xmlns:p="http://schemas.openxmlformats.org/presentationml/2006/main">
  <p:tag name="RAINPROBLEMTYPE" val="ProblemTypeMarker"/>
</p:tagLst>
</file>

<file path=ppt/tags/tag3207.xml><?xml version="1.0" encoding="utf-8"?>
<p:tagLst xmlns:p="http://schemas.openxmlformats.org/presentationml/2006/main">
  <p:tag name="RAINPROBLEMTYPE" val="ProblemTypeMarker"/>
</p:tagLst>
</file>

<file path=ppt/tags/tag3208.xml><?xml version="1.0" encoding="utf-8"?>
<p:tagLst xmlns:p="http://schemas.openxmlformats.org/presentationml/2006/main">
  <p:tag name="RAINPROBLEMTYPE" val="ProblemTypeMarker"/>
</p:tagLst>
</file>

<file path=ppt/tags/tag3209.xml><?xml version="1.0" encoding="utf-8"?>
<p:tagLst xmlns:p="http://schemas.openxmlformats.org/presentationml/2006/main">
  <p:tag name="RAINPROBLEMTYPE" val="ProblemTypeMarker"/>
</p:tagLst>
</file>

<file path=ppt/tags/tag3210.xml><?xml version="1.0" encoding="utf-8"?>
<p:tagLst xmlns:p="http://schemas.openxmlformats.org/presentationml/2006/main">
  <p:tag name="RAINPROBLEMTYPE" val="ProblemTypeMarker"/>
</p:tagLst>
</file>

<file path=ppt/tags/tag3211.xml><?xml version="1.0" encoding="utf-8"?>
<p:tagLst xmlns:p="http://schemas.openxmlformats.org/presentationml/2006/main">
  <p:tag name="RAINPROBLEM" val="ProblemSetting"/>
  <p:tag name="RAINPROBLEMTYPE" val="ShortAnswer"/>
</p:tagLst>
</file>

<file path=ppt/tags/tag321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213.xml><?xml version="1.0" encoding="utf-8"?>
<p:tagLst xmlns:p="http://schemas.openxmlformats.org/presentationml/2006/main">
  <p:tag name="RAINPROBLEM" val="ProblemBody"/>
</p:tagLst>
</file>

<file path=ppt/tags/tag3214.xml><?xml version="1.0" encoding="utf-8"?>
<p:tagLst xmlns:p="http://schemas.openxmlformats.org/presentationml/2006/main">
  <p:tag name="RAINPROBLEM" val="ProblemSubmit"/>
  <p:tag name="RAINPROBLEMTYPE" val="ShortAnswer"/>
</p:tagLst>
</file>

<file path=ppt/tags/tag3215.xml><?xml version="1.0" encoding="utf-8"?>
<p:tagLst xmlns:p="http://schemas.openxmlformats.org/presentationml/2006/main">
  <p:tag name="RAINPROBLEMTYPE" val="ProblemTypeMarker"/>
</p:tagLst>
</file>

<file path=ppt/tags/tag3216.xml><?xml version="1.0" encoding="utf-8"?>
<p:tagLst xmlns:p="http://schemas.openxmlformats.org/presentationml/2006/main">
  <p:tag name="RAINPROBLEMTYPE" val="ProblemTypeMarker"/>
</p:tagLst>
</file>

<file path=ppt/tags/tag3217.xml><?xml version="1.0" encoding="utf-8"?>
<p:tagLst xmlns:p="http://schemas.openxmlformats.org/presentationml/2006/main">
  <p:tag name="RAINPROBLEMTYPE" val="ProblemTypeMarker"/>
</p:tagLst>
</file>

<file path=ppt/tags/tag3218.xml><?xml version="1.0" encoding="utf-8"?>
<p:tagLst xmlns:p="http://schemas.openxmlformats.org/presentationml/2006/main">
  <p:tag name="RAINPROBLEMTYPE" val="ProblemTypeMarker"/>
</p:tagLst>
</file>

<file path=ppt/tags/tag3219.xml><?xml version="1.0" encoding="utf-8"?>
<p:tagLst xmlns:p="http://schemas.openxmlformats.org/presentationml/2006/main">
  <p:tag name="RAINPROBLEMTYPE" val="ProblemTypeMarker"/>
</p:tagLst>
</file>

<file path=ppt/tags/tag3220.xml><?xml version="1.0" encoding="utf-8"?>
<p:tagLst xmlns:p="http://schemas.openxmlformats.org/presentationml/2006/main">
  <p:tag name="RAINPROBLEM" val="ProblemSetting"/>
  <p:tag name="RAINPROBLEMTYPE" val="ShortAnswer"/>
</p:tagLst>
</file>

<file path=ppt/tags/tag3221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222.xml><?xml version="1.0" encoding="utf-8"?>
<p:tagLst xmlns:p="http://schemas.openxmlformats.org/presentationml/2006/main">
  <p:tag name="RAINPROBLEM" val="ProblemBody"/>
</p:tagLst>
</file>

<file path=ppt/tags/tag3223.xml><?xml version="1.0" encoding="utf-8"?>
<p:tagLst xmlns:p="http://schemas.openxmlformats.org/presentationml/2006/main">
  <p:tag name="RAINPROBLEM" val="ProblemSubmit"/>
  <p:tag name="RAINPROBLEMTYPE" val="ShortAnswer"/>
</p:tagLst>
</file>

<file path=ppt/tags/tag3224.xml><?xml version="1.0" encoding="utf-8"?>
<p:tagLst xmlns:p="http://schemas.openxmlformats.org/presentationml/2006/main">
  <p:tag name="RAINPROBLEMTYPE" val="ProblemTypeMarker"/>
</p:tagLst>
</file>

<file path=ppt/tags/tag3225.xml><?xml version="1.0" encoding="utf-8"?>
<p:tagLst xmlns:p="http://schemas.openxmlformats.org/presentationml/2006/main">
  <p:tag name="RAINPROBLEMTYPE" val="ProblemTypeMarker"/>
</p:tagLst>
</file>

<file path=ppt/tags/tag3226.xml><?xml version="1.0" encoding="utf-8"?>
<p:tagLst xmlns:p="http://schemas.openxmlformats.org/presentationml/2006/main">
  <p:tag name="RAINPROBLEMTYPE" val="ProblemTypeMarker"/>
</p:tagLst>
</file>

<file path=ppt/tags/tag3227.xml><?xml version="1.0" encoding="utf-8"?>
<p:tagLst xmlns:p="http://schemas.openxmlformats.org/presentationml/2006/main">
  <p:tag name="RAINPROBLEMTYPE" val="ProblemTypeMarker"/>
</p:tagLst>
</file>

<file path=ppt/tags/tag3228.xml><?xml version="1.0" encoding="utf-8"?>
<p:tagLst xmlns:p="http://schemas.openxmlformats.org/presentationml/2006/main">
  <p:tag name="RAINPROBLEMTYPE" val="ProblemTypeMarker"/>
</p:tagLst>
</file>

<file path=ppt/tags/tag3229.xml><?xml version="1.0" encoding="utf-8"?>
<p:tagLst xmlns:p="http://schemas.openxmlformats.org/presentationml/2006/main">
  <p:tag name="RAINPROBLEM" val="ProblemSetting"/>
  <p:tag name="RAINPROBLEMTYPE" val="ShortAnswer"/>
</p:tagLst>
</file>

<file path=ppt/tags/tag3230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231.xml><?xml version="1.0" encoding="utf-8"?>
<p:tagLst xmlns:p="http://schemas.openxmlformats.org/presentationml/2006/main">
  <p:tag name="RAINPROBLEM" val="ProblemBody"/>
</p:tagLst>
</file>

<file path=ppt/tags/tag3232.xml><?xml version="1.0" encoding="utf-8"?>
<p:tagLst xmlns:p="http://schemas.openxmlformats.org/presentationml/2006/main">
  <p:tag name="RAINPROBLEM" val="ProblemSubmit"/>
  <p:tag name="RAINPROBLEMTYPE" val="ShortAnswer"/>
</p:tagLst>
</file>

<file path=ppt/tags/tag3233.xml><?xml version="1.0" encoding="utf-8"?>
<p:tagLst xmlns:p="http://schemas.openxmlformats.org/presentationml/2006/main">
  <p:tag name="RAINPROBLEMTYPE" val="ProblemTypeMarker"/>
</p:tagLst>
</file>

<file path=ppt/tags/tag3234.xml><?xml version="1.0" encoding="utf-8"?>
<p:tagLst xmlns:p="http://schemas.openxmlformats.org/presentationml/2006/main">
  <p:tag name="RAINPROBLEMTYPE" val="ProblemTypeMarker"/>
</p:tagLst>
</file>

<file path=ppt/tags/tag3235.xml><?xml version="1.0" encoding="utf-8"?>
<p:tagLst xmlns:p="http://schemas.openxmlformats.org/presentationml/2006/main">
  <p:tag name="RAINPROBLEMTYPE" val="ProblemTypeMarker"/>
</p:tagLst>
</file>

<file path=ppt/tags/tag3236.xml><?xml version="1.0" encoding="utf-8"?>
<p:tagLst xmlns:p="http://schemas.openxmlformats.org/presentationml/2006/main">
  <p:tag name="RAINPROBLEMTYPE" val="ProblemTypeMarker"/>
</p:tagLst>
</file>

<file path=ppt/tags/tag3237.xml><?xml version="1.0" encoding="utf-8"?>
<p:tagLst xmlns:p="http://schemas.openxmlformats.org/presentationml/2006/main">
  <p:tag name="RAINPROBLEMTYPE" val="ProblemTypeMarker"/>
</p:tagLst>
</file>

<file path=ppt/tags/tag3238.xml><?xml version="1.0" encoding="utf-8"?>
<p:tagLst xmlns:p="http://schemas.openxmlformats.org/presentationml/2006/main">
  <p:tag name="RAINPROBLEM" val="ProblemSetting"/>
  <p:tag name="RAINPROBLEMTYPE" val="ShortAnswer"/>
</p:tagLst>
</file>

<file path=ppt/tags/tag323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