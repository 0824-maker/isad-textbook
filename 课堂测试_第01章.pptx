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22"/>
  </p:notesMasterIdLst>
  <p:sldIdLst>
    <p:sldId id="319" r:id="rId4"/>
    <p:sldId id="320" r:id="rId5"/>
    <p:sldId id="321" r:id="rId6"/>
    <p:sldId id="322" r:id="rId7"/>
    <p:sldId id="323" r:id="rId8"/>
    <p:sldId id="324" r:id="rId9"/>
    <p:sldId id="325" r:id="rId10"/>
    <p:sldId id="326" r:id="rId11"/>
    <p:sldId id="327" r:id="rId12"/>
    <p:sldId id="328" r:id="rId13"/>
    <p:sldId id="329" r:id="rId14"/>
    <p:sldId id="330" r:id="rId15"/>
    <p:sldId id="331" r:id="rId16"/>
    <p:sldId id="332" r:id="rId17"/>
    <p:sldId id="333" r:id="rId18"/>
    <p:sldId id="334" r:id="rId19"/>
    <p:sldId id="335" r:id="rId20"/>
    <p:sldId id="336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3a284598-0e29-4bcc-8f10-7776425ba88f}">
          <p14:sldIdLst>
            <p14:sldId id="319"/>
            <p14:sldId id="320"/>
          </p14:sldIdLst>
        </p14:section>
        <p14:section name="ch1" id="{d2e06d3c-54bd-4908-a893-a31f3724ba11}">
          <p14:sldIdLst>
            <p14:sldId id="321"/>
            <p14:sldId id="322"/>
            <p14:sldId id="323"/>
          </p14:sldIdLst>
        </p14:section>
        <p14:section name="ch2" id="{9243656e-8cdb-4d44-8729-ce06bddfad62}">
          <p14:sldIdLst>
            <p14:sldId id="324"/>
            <p14:sldId id="325"/>
            <p14:sldId id="326"/>
          </p14:sldIdLst>
        </p14:section>
        <p14:section name="ch3" id="{9e0cd0b5-8198-4093-84cf-3778d52f21f7}">
          <p14:sldIdLst/>
        </p14:section>
        <p14:section name="ch4" id="{01be23f7-c997-475c-941e-87bae54b8c92}">
          <p14:sldIdLst/>
        </p14:section>
        <p14:section name="ch5" id="{95cf910f-a3a5-4190-937e-2ed4d3df3c1d}">
          <p14:sldIdLst/>
        </p14:section>
        <p14:section name="ch6" id="{a035fd72-1483-44f0-8ac7-1f13960946c8}">
          <p14:sldIdLst/>
        </p14:section>
        <p14:section name="ch7" id="{24f589d4-665d-4fc7-99d2-ace5cc0c911a}">
          <p14:sldIdLst/>
        </p14:section>
        <p14:section name="ch8" id="{50c99227-c692-438b-851c-cada430d3961}">
          <p14:sldIdLst/>
        </p14:section>
        <p14:section name="ch9" id="{aefd41b4-88f0-46ee-9365-5e24b20a5c04}">
          <p14:sldIdLst/>
        </p14:section>
        <p14:section name="ch10" id="{626a3dca-c6de-405d-b881-25667b31d23b}">
          <p14:sldIdLst/>
        </p14:section>
        <p14:section name="ch11" id="{5a97981a-f0ee-4582-a685-14237da14fc1}">
          <p14:sldIdLst/>
        </p14:section>
        <p14:section name="ch12" id="{7aa1e7fb-9862-43d9-b1eb-1df284e1c576}">
          <p14:sldIdLst/>
        </p14:section>
        <p14:section name="ch13" id="{b3cb5a09-d424-45c7-bbe2-c5f4ce19bd79}">
          <p14:sldIdLst/>
        </p14:section>
        <p14:section name="ch14" id="{3efc7207-38d8-46a5-8d41-916b73c6bb8f}">
          <p14:sldIdLst/>
        </p14:section>
        <p14:section name="ch15" id="{b5595902-4a67-41e6-b525-3b6e768ea1d5}">
          <p14:sldIdLst/>
        </p14:section>
        <p14:section name="ch16" id="{03dbc854-96bc-4388-b35f-c1897d3f08c2}">
          <p14:sldIdLst/>
        </p14:section>
        <p14:section name="ch17" id="{7c73581b-a559-410e-b9d6-28d27dff6914}">
          <p14:sldIdLst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</p14:sldIdLst>
        </p14:section>
        <p14:section name="无标题节" id="{d6b238d0-bfe7-4415-9dd3-a61e432f39e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王晓敏" initials="王晓敏" lastIdx="0" clrIdx="0"/>
  <p:cmAuthor id="2" name="cc gg" initials="cg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7" Type="http://schemas.openxmlformats.org/officeDocument/2006/relationships/tags" Target="tags/tag482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7" Type="http://schemas.openxmlformats.org/officeDocument/2006/relationships/tags" Target="../tags/tag83.xml"/><Relationship Id="rId6" Type="http://schemas.openxmlformats.org/officeDocument/2006/relationships/tags" Target="../tags/tag82.xml"/><Relationship Id="rId5" Type="http://schemas.openxmlformats.org/officeDocument/2006/relationships/tags" Target="../tags/tag81.xml"/><Relationship Id="rId4" Type="http://schemas.openxmlformats.org/officeDocument/2006/relationships/tags" Target="../tags/tag80.xml"/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" Type="http://schemas.openxmlformats.org/officeDocument/2006/relationships/tags" Target="../tags/tag85.xml"/><Relationship Id="rId2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" Type="http://schemas.openxmlformats.org/officeDocument/2006/relationships/tags" Target="../tags/tag93.xml"/><Relationship Id="rId2" Type="http://schemas.openxmlformats.org/officeDocument/2006/relationships/tags" Target="../tags/tag92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4" Type="http://schemas.openxmlformats.org/officeDocument/2006/relationships/tags" Target="../tags/tag98.xml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7" Type="http://schemas.openxmlformats.org/officeDocument/2006/relationships/tags" Target="../tags/tag104.xml"/><Relationship Id="rId6" Type="http://schemas.openxmlformats.org/officeDocument/2006/relationships/tags" Target="../tags/tag103.xml"/><Relationship Id="rId5" Type="http://schemas.openxmlformats.org/officeDocument/2006/relationships/tags" Target="../tags/tag102.xml"/><Relationship Id="rId4" Type="http://schemas.openxmlformats.org/officeDocument/2006/relationships/tags" Target="../tags/tag101.xml"/><Relationship Id="rId3" Type="http://schemas.openxmlformats.org/officeDocument/2006/relationships/tags" Target="../tags/tag100.xml"/><Relationship Id="rId2" Type="http://schemas.openxmlformats.org/officeDocument/2006/relationships/tags" Target="../tags/tag9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tags" Target="../tags/tag111.xml"/><Relationship Id="rId2" Type="http://schemas.openxmlformats.org/officeDocument/2006/relationships/tags" Target="../tags/tag11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6" Type="http://schemas.openxmlformats.org/officeDocument/2006/relationships/tags" Target="../tags/tag118.xml"/><Relationship Id="rId5" Type="http://schemas.openxmlformats.org/officeDocument/2006/relationships/tags" Target="../tags/tag117.xml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8" Type="http://schemas.openxmlformats.org/officeDocument/2006/relationships/theme" Target="../theme/theme2.xml"/><Relationship Id="rId17" Type="http://schemas.openxmlformats.org/officeDocument/2006/relationships/tags" Target="../tags/tag124.xml"/><Relationship Id="rId16" Type="http://schemas.openxmlformats.org/officeDocument/2006/relationships/tags" Target="../tags/tag123.xml"/><Relationship Id="rId15" Type="http://schemas.openxmlformats.org/officeDocument/2006/relationships/tags" Target="../tags/tag122.xml"/><Relationship Id="rId14" Type="http://schemas.openxmlformats.org/officeDocument/2006/relationships/tags" Target="../tags/tag121.xml"/><Relationship Id="rId13" Type="http://schemas.openxmlformats.org/officeDocument/2006/relationships/tags" Target="../tags/tag120.xml"/><Relationship Id="rId12" Type="http://schemas.openxmlformats.org/officeDocument/2006/relationships/tags" Target="../tags/tag1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2.png"/><Relationship Id="rId3" Type="http://schemas.openxmlformats.org/officeDocument/2006/relationships/image" Target="../media/image1.png"/><Relationship Id="rId2" Type="http://schemas.openxmlformats.org/officeDocument/2006/relationships/tags" Target="../tags/tag126.xml"/><Relationship Id="rId1" Type="http://schemas.openxmlformats.org/officeDocument/2006/relationships/tags" Target="../tags/tag12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" Type="http://schemas.openxmlformats.org/officeDocument/2006/relationships/tags" Target="../tags/tag12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146.xml"/><Relationship Id="rId17" Type="http://schemas.openxmlformats.org/officeDocument/2006/relationships/image" Target="../media/image3.png"/><Relationship Id="rId16" Type="http://schemas.openxmlformats.org/officeDocument/2006/relationships/tags" Target="../tags/tag145.xml"/><Relationship Id="rId15" Type="http://schemas.openxmlformats.org/officeDocument/2006/relationships/tags" Target="../tags/tag144.xml"/><Relationship Id="rId14" Type="http://schemas.openxmlformats.org/officeDocument/2006/relationships/tags" Target="../tags/tag143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tags" Target="../tags/tag130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55.xml"/><Relationship Id="rId8" Type="http://schemas.openxmlformats.org/officeDocument/2006/relationships/tags" Target="../tags/tag154.xml"/><Relationship Id="rId7" Type="http://schemas.openxmlformats.org/officeDocument/2006/relationships/tags" Target="../tags/tag153.xml"/><Relationship Id="rId6" Type="http://schemas.openxmlformats.org/officeDocument/2006/relationships/tags" Target="../tags/tag152.xml"/><Relationship Id="rId5" Type="http://schemas.openxmlformats.org/officeDocument/2006/relationships/tags" Target="../tags/tag151.xml"/><Relationship Id="rId4" Type="http://schemas.openxmlformats.org/officeDocument/2006/relationships/tags" Target="../tags/tag150.xml"/><Relationship Id="rId3" Type="http://schemas.openxmlformats.org/officeDocument/2006/relationships/tags" Target="../tags/tag149.xml"/><Relationship Id="rId2" Type="http://schemas.openxmlformats.org/officeDocument/2006/relationships/tags" Target="../tags/tag148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163.xml"/><Relationship Id="rId17" Type="http://schemas.openxmlformats.org/officeDocument/2006/relationships/image" Target="../media/image3.png"/><Relationship Id="rId16" Type="http://schemas.openxmlformats.org/officeDocument/2006/relationships/tags" Target="../tags/tag162.xml"/><Relationship Id="rId15" Type="http://schemas.openxmlformats.org/officeDocument/2006/relationships/tags" Target="../tags/tag161.xml"/><Relationship Id="rId14" Type="http://schemas.openxmlformats.org/officeDocument/2006/relationships/tags" Target="../tags/tag160.xml"/><Relationship Id="rId13" Type="http://schemas.openxmlformats.org/officeDocument/2006/relationships/tags" Target="../tags/tag159.xml"/><Relationship Id="rId12" Type="http://schemas.openxmlformats.org/officeDocument/2006/relationships/tags" Target="../tags/tag158.xml"/><Relationship Id="rId11" Type="http://schemas.openxmlformats.org/officeDocument/2006/relationships/tags" Target="../tags/tag157.xml"/><Relationship Id="rId10" Type="http://schemas.openxmlformats.org/officeDocument/2006/relationships/tags" Target="../tags/tag156.xml"/><Relationship Id="rId1" Type="http://schemas.openxmlformats.org/officeDocument/2006/relationships/tags" Target="../tags/tag14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72.xml"/><Relationship Id="rId8" Type="http://schemas.openxmlformats.org/officeDocument/2006/relationships/tags" Target="../tags/tag171.xml"/><Relationship Id="rId7" Type="http://schemas.openxmlformats.org/officeDocument/2006/relationships/tags" Target="../tags/tag170.xml"/><Relationship Id="rId6" Type="http://schemas.openxmlformats.org/officeDocument/2006/relationships/tags" Target="../tags/tag169.xml"/><Relationship Id="rId5" Type="http://schemas.openxmlformats.org/officeDocument/2006/relationships/tags" Target="../tags/tag168.xml"/><Relationship Id="rId4" Type="http://schemas.openxmlformats.org/officeDocument/2006/relationships/tags" Target="../tags/tag167.xml"/><Relationship Id="rId3" Type="http://schemas.openxmlformats.org/officeDocument/2006/relationships/tags" Target="../tags/tag166.xml"/><Relationship Id="rId2" Type="http://schemas.openxmlformats.org/officeDocument/2006/relationships/tags" Target="../tags/tag165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180.xml"/><Relationship Id="rId17" Type="http://schemas.openxmlformats.org/officeDocument/2006/relationships/image" Target="../media/image3.png"/><Relationship Id="rId16" Type="http://schemas.openxmlformats.org/officeDocument/2006/relationships/tags" Target="../tags/tag179.xml"/><Relationship Id="rId15" Type="http://schemas.openxmlformats.org/officeDocument/2006/relationships/tags" Target="../tags/tag178.xml"/><Relationship Id="rId14" Type="http://schemas.openxmlformats.org/officeDocument/2006/relationships/tags" Target="../tags/tag177.xml"/><Relationship Id="rId13" Type="http://schemas.openxmlformats.org/officeDocument/2006/relationships/tags" Target="../tags/tag176.xml"/><Relationship Id="rId12" Type="http://schemas.openxmlformats.org/officeDocument/2006/relationships/tags" Target="../tags/tag175.xml"/><Relationship Id="rId11" Type="http://schemas.openxmlformats.org/officeDocument/2006/relationships/tags" Target="../tags/tag174.xml"/><Relationship Id="rId10" Type="http://schemas.openxmlformats.org/officeDocument/2006/relationships/tags" Target="../tags/tag173.xml"/><Relationship Id="rId1" Type="http://schemas.openxmlformats.org/officeDocument/2006/relationships/tags" Target="../tags/tag16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89.xml"/><Relationship Id="rId8" Type="http://schemas.openxmlformats.org/officeDocument/2006/relationships/tags" Target="../tags/tag188.xml"/><Relationship Id="rId7" Type="http://schemas.openxmlformats.org/officeDocument/2006/relationships/tags" Target="../tags/tag187.xml"/><Relationship Id="rId6" Type="http://schemas.openxmlformats.org/officeDocument/2006/relationships/tags" Target="../tags/tag186.xml"/><Relationship Id="rId5" Type="http://schemas.openxmlformats.org/officeDocument/2006/relationships/tags" Target="../tags/tag185.xml"/><Relationship Id="rId4" Type="http://schemas.openxmlformats.org/officeDocument/2006/relationships/tags" Target="../tags/tag184.xml"/><Relationship Id="rId3" Type="http://schemas.openxmlformats.org/officeDocument/2006/relationships/tags" Target="../tags/tag183.xml"/><Relationship Id="rId2" Type="http://schemas.openxmlformats.org/officeDocument/2006/relationships/tags" Target="../tags/tag182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197.xml"/><Relationship Id="rId17" Type="http://schemas.openxmlformats.org/officeDocument/2006/relationships/image" Target="../media/image3.png"/><Relationship Id="rId16" Type="http://schemas.openxmlformats.org/officeDocument/2006/relationships/tags" Target="../tags/tag196.xml"/><Relationship Id="rId15" Type="http://schemas.openxmlformats.org/officeDocument/2006/relationships/tags" Target="../tags/tag195.xml"/><Relationship Id="rId14" Type="http://schemas.openxmlformats.org/officeDocument/2006/relationships/tags" Target="../tags/tag194.xml"/><Relationship Id="rId13" Type="http://schemas.openxmlformats.org/officeDocument/2006/relationships/tags" Target="../tags/tag193.xml"/><Relationship Id="rId12" Type="http://schemas.openxmlformats.org/officeDocument/2006/relationships/tags" Target="../tags/tag192.xml"/><Relationship Id="rId11" Type="http://schemas.openxmlformats.org/officeDocument/2006/relationships/tags" Target="../tags/tag191.xml"/><Relationship Id="rId10" Type="http://schemas.openxmlformats.org/officeDocument/2006/relationships/tags" Target="../tags/tag190.xml"/><Relationship Id="rId1" Type="http://schemas.openxmlformats.org/officeDocument/2006/relationships/tags" Target="../tags/tag18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214.xml"/><Relationship Id="rId17" Type="http://schemas.openxmlformats.org/officeDocument/2006/relationships/image" Target="../media/image3.png"/><Relationship Id="rId16" Type="http://schemas.openxmlformats.org/officeDocument/2006/relationships/tags" Target="../tags/tag213.xml"/><Relationship Id="rId15" Type="http://schemas.openxmlformats.org/officeDocument/2006/relationships/tags" Target="../tags/tag212.xml"/><Relationship Id="rId14" Type="http://schemas.openxmlformats.org/officeDocument/2006/relationships/tags" Target="../tags/tag211.xml"/><Relationship Id="rId13" Type="http://schemas.openxmlformats.org/officeDocument/2006/relationships/tags" Target="../tags/tag210.xml"/><Relationship Id="rId12" Type="http://schemas.openxmlformats.org/officeDocument/2006/relationships/tags" Target="../tags/tag209.xml"/><Relationship Id="rId11" Type="http://schemas.openxmlformats.org/officeDocument/2006/relationships/tags" Target="../tags/tag208.xml"/><Relationship Id="rId10" Type="http://schemas.openxmlformats.org/officeDocument/2006/relationships/tags" Target="../tags/tag207.xml"/><Relationship Id="rId1" Type="http://schemas.openxmlformats.org/officeDocument/2006/relationships/tags" Target="../tags/tag19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231.xml"/><Relationship Id="rId17" Type="http://schemas.openxmlformats.org/officeDocument/2006/relationships/image" Target="../media/image3.png"/><Relationship Id="rId16" Type="http://schemas.openxmlformats.org/officeDocument/2006/relationships/tags" Target="../tags/tag230.xml"/><Relationship Id="rId15" Type="http://schemas.openxmlformats.org/officeDocument/2006/relationships/tags" Target="../tags/tag229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tags" Target="../tags/tag215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240.xml"/><Relationship Id="rId8" Type="http://schemas.openxmlformats.org/officeDocument/2006/relationships/tags" Target="../tags/tag239.xml"/><Relationship Id="rId7" Type="http://schemas.openxmlformats.org/officeDocument/2006/relationships/tags" Target="../tags/tag238.xml"/><Relationship Id="rId6" Type="http://schemas.openxmlformats.org/officeDocument/2006/relationships/tags" Target="../tags/tag237.xml"/><Relationship Id="rId5" Type="http://schemas.openxmlformats.org/officeDocument/2006/relationships/tags" Target="../tags/tag236.xml"/><Relationship Id="rId4" Type="http://schemas.openxmlformats.org/officeDocument/2006/relationships/tags" Target="../tags/tag235.xml"/><Relationship Id="rId3" Type="http://schemas.openxmlformats.org/officeDocument/2006/relationships/tags" Target="../tags/tag234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image" Target="../media/image3.png"/><Relationship Id="rId20" Type="http://schemas.openxmlformats.org/officeDocument/2006/relationships/tags" Target="../tags/tag251.xml"/><Relationship Id="rId2" Type="http://schemas.openxmlformats.org/officeDocument/2006/relationships/tags" Target="../tags/tag233.xml"/><Relationship Id="rId19" Type="http://schemas.openxmlformats.org/officeDocument/2006/relationships/tags" Target="../tags/tag250.xml"/><Relationship Id="rId18" Type="http://schemas.openxmlformats.org/officeDocument/2006/relationships/tags" Target="../tags/tag249.xml"/><Relationship Id="rId17" Type="http://schemas.openxmlformats.org/officeDocument/2006/relationships/tags" Target="../tags/tag248.xml"/><Relationship Id="rId16" Type="http://schemas.openxmlformats.org/officeDocument/2006/relationships/tags" Target="../tags/tag247.xml"/><Relationship Id="rId15" Type="http://schemas.openxmlformats.org/officeDocument/2006/relationships/tags" Target="../tags/tag246.xml"/><Relationship Id="rId14" Type="http://schemas.openxmlformats.org/officeDocument/2006/relationships/tags" Target="../tags/tag245.xml"/><Relationship Id="rId13" Type="http://schemas.openxmlformats.org/officeDocument/2006/relationships/tags" Target="../tags/tag244.xml"/><Relationship Id="rId12" Type="http://schemas.openxmlformats.org/officeDocument/2006/relationships/tags" Target="../tags/tag243.xml"/><Relationship Id="rId11" Type="http://schemas.openxmlformats.org/officeDocument/2006/relationships/tags" Target="../tags/tag242.xml"/><Relationship Id="rId10" Type="http://schemas.openxmlformats.org/officeDocument/2006/relationships/tags" Target="../tags/tag241.xml"/><Relationship Id="rId1" Type="http://schemas.openxmlformats.org/officeDocument/2006/relationships/tags" Target="../tags/tag232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265.xml"/><Relationship Id="rId8" Type="http://schemas.openxmlformats.org/officeDocument/2006/relationships/tags" Target="../tags/tag264.xml"/><Relationship Id="rId7" Type="http://schemas.openxmlformats.org/officeDocument/2006/relationships/tags" Target="../tags/tag263.xml"/><Relationship Id="rId6" Type="http://schemas.openxmlformats.org/officeDocument/2006/relationships/tags" Target="../tags/tag262.xml"/><Relationship Id="rId5" Type="http://schemas.openxmlformats.org/officeDocument/2006/relationships/tags" Target="../tags/tag261.xml"/><Relationship Id="rId4" Type="http://schemas.openxmlformats.org/officeDocument/2006/relationships/tags" Target="../tags/tag260.xml"/><Relationship Id="rId3" Type="http://schemas.openxmlformats.org/officeDocument/2006/relationships/tags" Target="../tags/tag259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image" Target="../media/image3.png"/><Relationship Id="rId20" Type="http://schemas.openxmlformats.org/officeDocument/2006/relationships/tags" Target="../tags/tag276.xml"/><Relationship Id="rId2" Type="http://schemas.openxmlformats.org/officeDocument/2006/relationships/tags" Target="../tags/tag258.xml"/><Relationship Id="rId19" Type="http://schemas.openxmlformats.org/officeDocument/2006/relationships/tags" Target="../tags/tag275.xml"/><Relationship Id="rId18" Type="http://schemas.openxmlformats.org/officeDocument/2006/relationships/tags" Target="../tags/tag274.xml"/><Relationship Id="rId17" Type="http://schemas.openxmlformats.org/officeDocument/2006/relationships/tags" Target="../tags/tag273.xml"/><Relationship Id="rId16" Type="http://schemas.openxmlformats.org/officeDocument/2006/relationships/tags" Target="../tags/tag272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tags" Target="../tags/tag257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290.xml"/><Relationship Id="rId8" Type="http://schemas.openxmlformats.org/officeDocument/2006/relationships/tags" Target="../tags/tag289.xml"/><Relationship Id="rId7" Type="http://schemas.openxmlformats.org/officeDocument/2006/relationships/tags" Target="../tags/tag288.xml"/><Relationship Id="rId6" Type="http://schemas.openxmlformats.org/officeDocument/2006/relationships/tags" Target="../tags/tag287.xml"/><Relationship Id="rId5" Type="http://schemas.openxmlformats.org/officeDocument/2006/relationships/tags" Target="../tags/tag286.xml"/><Relationship Id="rId4" Type="http://schemas.openxmlformats.org/officeDocument/2006/relationships/tags" Target="../tags/tag285.xml"/><Relationship Id="rId3" Type="http://schemas.openxmlformats.org/officeDocument/2006/relationships/tags" Target="../tags/tag284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306.xml"/><Relationship Id="rId25" Type="http://schemas.openxmlformats.org/officeDocument/2006/relationships/tags" Target="../tags/tag305.xml"/><Relationship Id="rId24" Type="http://schemas.openxmlformats.org/officeDocument/2006/relationships/tags" Target="../tags/tag304.xml"/><Relationship Id="rId23" Type="http://schemas.openxmlformats.org/officeDocument/2006/relationships/tags" Target="../tags/tag303.xml"/><Relationship Id="rId22" Type="http://schemas.openxmlformats.org/officeDocument/2006/relationships/tags" Target="../tags/tag302.xml"/><Relationship Id="rId21" Type="http://schemas.openxmlformats.org/officeDocument/2006/relationships/image" Target="../media/image3.png"/><Relationship Id="rId20" Type="http://schemas.openxmlformats.org/officeDocument/2006/relationships/tags" Target="../tags/tag301.xml"/><Relationship Id="rId2" Type="http://schemas.openxmlformats.org/officeDocument/2006/relationships/tags" Target="../tags/tag283.xml"/><Relationship Id="rId19" Type="http://schemas.openxmlformats.org/officeDocument/2006/relationships/tags" Target="../tags/tag300.xml"/><Relationship Id="rId18" Type="http://schemas.openxmlformats.org/officeDocument/2006/relationships/tags" Target="../tags/tag299.xml"/><Relationship Id="rId17" Type="http://schemas.openxmlformats.org/officeDocument/2006/relationships/tags" Target="../tags/tag298.xml"/><Relationship Id="rId16" Type="http://schemas.openxmlformats.org/officeDocument/2006/relationships/tags" Target="../tags/tag297.xml"/><Relationship Id="rId15" Type="http://schemas.openxmlformats.org/officeDocument/2006/relationships/tags" Target="../tags/tag296.xml"/><Relationship Id="rId14" Type="http://schemas.openxmlformats.org/officeDocument/2006/relationships/tags" Target="../tags/tag295.xml"/><Relationship Id="rId13" Type="http://schemas.openxmlformats.org/officeDocument/2006/relationships/tags" Target="../tags/tag294.xml"/><Relationship Id="rId12" Type="http://schemas.openxmlformats.org/officeDocument/2006/relationships/tags" Target="../tags/tag293.xml"/><Relationship Id="rId11" Type="http://schemas.openxmlformats.org/officeDocument/2006/relationships/tags" Target="../tags/tag292.xml"/><Relationship Id="rId10" Type="http://schemas.openxmlformats.org/officeDocument/2006/relationships/tags" Target="../tags/tag291.xml"/><Relationship Id="rId1" Type="http://schemas.openxmlformats.org/officeDocument/2006/relationships/tags" Target="../tags/tag282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331.xml"/><Relationship Id="rId25" Type="http://schemas.openxmlformats.org/officeDocument/2006/relationships/tags" Target="../tags/tag330.xml"/><Relationship Id="rId24" Type="http://schemas.openxmlformats.org/officeDocument/2006/relationships/tags" Target="../tags/tag329.xml"/><Relationship Id="rId23" Type="http://schemas.openxmlformats.org/officeDocument/2006/relationships/tags" Target="../tags/tag328.xml"/><Relationship Id="rId22" Type="http://schemas.openxmlformats.org/officeDocument/2006/relationships/tags" Target="../tags/tag327.xml"/><Relationship Id="rId21" Type="http://schemas.openxmlformats.org/officeDocument/2006/relationships/image" Target="../media/image3.png"/><Relationship Id="rId20" Type="http://schemas.openxmlformats.org/officeDocument/2006/relationships/tags" Target="../tags/tag326.xml"/><Relationship Id="rId2" Type="http://schemas.openxmlformats.org/officeDocument/2006/relationships/tags" Target="../tags/tag308.xml"/><Relationship Id="rId19" Type="http://schemas.openxmlformats.org/officeDocument/2006/relationships/tags" Target="../tags/tag325.xml"/><Relationship Id="rId18" Type="http://schemas.openxmlformats.org/officeDocument/2006/relationships/tags" Target="../tags/tag324.xml"/><Relationship Id="rId17" Type="http://schemas.openxmlformats.org/officeDocument/2006/relationships/tags" Target="../tags/tag323.xml"/><Relationship Id="rId16" Type="http://schemas.openxmlformats.org/officeDocument/2006/relationships/tags" Target="../tags/tag322.xml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356.xml"/><Relationship Id="rId25" Type="http://schemas.openxmlformats.org/officeDocument/2006/relationships/tags" Target="../tags/tag355.xml"/><Relationship Id="rId24" Type="http://schemas.openxmlformats.org/officeDocument/2006/relationships/tags" Target="../tags/tag354.xml"/><Relationship Id="rId23" Type="http://schemas.openxmlformats.org/officeDocument/2006/relationships/tags" Target="../tags/tag353.xml"/><Relationship Id="rId22" Type="http://schemas.openxmlformats.org/officeDocument/2006/relationships/tags" Target="../tags/tag352.xml"/><Relationship Id="rId21" Type="http://schemas.openxmlformats.org/officeDocument/2006/relationships/image" Target="../media/image3.png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tags" Target="../tags/tag332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365.xml"/><Relationship Id="rId8" Type="http://schemas.openxmlformats.org/officeDocument/2006/relationships/tags" Target="../tags/tag364.xml"/><Relationship Id="rId7" Type="http://schemas.openxmlformats.org/officeDocument/2006/relationships/tags" Target="../tags/tag363.xml"/><Relationship Id="rId6" Type="http://schemas.openxmlformats.org/officeDocument/2006/relationships/tags" Target="../tags/tag362.xml"/><Relationship Id="rId5" Type="http://schemas.openxmlformats.org/officeDocument/2006/relationships/tags" Target="../tags/tag361.xml"/><Relationship Id="rId4" Type="http://schemas.openxmlformats.org/officeDocument/2006/relationships/tags" Target="../tags/tag360.xml"/><Relationship Id="rId3" Type="http://schemas.openxmlformats.org/officeDocument/2006/relationships/tags" Target="../tags/tag359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381.xml"/><Relationship Id="rId25" Type="http://schemas.openxmlformats.org/officeDocument/2006/relationships/tags" Target="../tags/tag380.xml"/><Relationship Id="rId24" Type="http://schemas.openxmlformats.org/officeDocument/2006/relationships/tags" Target="../tags/tag379.xml"/><Relationship Id="rId23" Type="http://schemas.openxmlformats.org/officeDocument/2006/relationships/tags" Target="../tags/tag378.xml"/><Relationship Id="rId22" Type="http://schemas.openxmlformats.org/officeDocument/2006/relationships/tags" Target="../tags/tag377.xml"/><Relationship Id="rId21" Type="http://schemas.openxmlformats.org/officeDocument/2006/relationships/image" Target="../media/image3.png"/><Relationship Id="rId20" Type="http://schemas.openxmlformats.org/officeDocument/2006/relationships/tags" Target="../tags/tag376.xml"/><Relationship Id="rId2" Type="http://schemas.openxmlformats.org/officeDocument/2006/relationships/tags" Target="../tags/tag358.xml"/><Relationship Id="rId19" Type="http://schemas.openxmlformats.org/officeDocument/2006/relationships/tags" Target="../tags/tag375.xml"/><Relationship Id="rId18" Type="http://schemas.openxmlformats.org/officeDocument/2006/relationships/tags" Target="../tags/tag374.xml"/><Relationship Id="rId17" Type="http://schemas.openxmlformats.org/officeDocument/2006/relationships/tags" Target="../tags/tag373.xml"/><Relationship Id="rId16" Type="http://schemas.openxmlformats.org/officeDocument/2006/relationships/tags" Target="../tags/tag372.xml"/><Relationship Id="rId15" Type="http://schemas.openxmlformats.org/officeDocument/2006/relationships/tags" Target="../tags/tag371.xml"/><Relationship Id="rId14" Type="http://schemas.openxmlformats.org/officeDocument/2006/relationships/tags" Target="../tags/tag370.xml"/><Relationship Id="rId13" Type="http://schemas.openxmlformats.org/officeDocument/2006/relationships/tags" Target="../tags/tag369.xml"/><Relationship Id="rId12" Type="http://schemas.openxmlformats.org/officeDocument/2006/relationships/tags" Target="../tags/tag368.xml"/><Relationship Id="rId11" Type="http://schemas.openxmlformats.org/officeDocument/2006/relationships/tags" Target="../tags/tag367.xml"/><Relationship Id="rId10" Type="http://schemas.openxmlformats.org/officeDocument/2006/relationships/tags" Target="../tags/tag366.xml"/><Relationship Id="rId1" Type="http://schemas.openxmlformats.org/officeDocument/2006/relationships/tags" Target="../tags/tag357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390.xml"/><Relationship Id="rId8" Type="http://schemas.openxmlformats.org/officeDocument/2006/relationships/tags" Target="../tags/tag389.xml"/><Relationship Id="rId7" Type="http://schemas.openxmlformats.org/officeDocument/2006/relationships/tags" Target="../tags/tag388.xml"/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406.xml"/><Relationship Id="rId25" Type="http://schemas.openxmlformats.org/officeDocument/2006/relationships/tags" Target="../tags/tag405.xml"/><Relationship Id="rId24" Type="http://schemas.openxmlformats.org/officeDocument/2006/relationships/tags" Target="../tags/tag404.xml"/><Relationship Id="rId23" Type="http://schemas.openxmlformats.org/officeDocument/2006/relationships/tags" Target="../tags/tag403.xml"/><Relationship Id="rId22" Type="http://schemas.openxmlformats.org/officeDocument/2006/relationships/tags" Target="../tags/tag402.xml"/><Relationship Id="rId21" Type="http://schemas.openxmlformats.org/officeDocument/2006/relationships/image" Target="../media/image3.png"/><Relationship Id="rId20" Type="http://schemas.openxmlformats.org/officeDocument/2006/relationships/tags" Target="../tags/tag401.xml"/><Relationship Id="rId2" Type="http://schemas.openxmlformats.org/officeDocument/2006/relationships/tags" Target="../tags/tag383.xml"/><Relationship Id="rId19" Type="http://schemas.openxmlformats.org/officeDocument/2006/relationships/tags" Target="../tags/tag400.xml"/><Relationship Id="rId18" Type="http://schemas.openxmlformats.org/officeDocument/2006/relationships/tags" Target="../tags/tag399.xml"/><Relationship Id="rId17" Type="http://schemas.openxmlformats.org/officeDocument/2006/relationships/tags" Target="../tags/tag398.xml"/><Relationship Id="rId16" Type="http://schemas.openxmlformats.org/officeDocument/2006/relationships/tags" Target="../tags/tag397.xml"/><Relationship Id="rId15" Type="http://schemas.openxmlformats.org/officeDocument/2006/relationships/tags" Target="../tags/tag396.xml"/><Relationship Id="rId14" Type="http://schemas.openxmlformats.org/officeDocument/2006/relationships/tags" Target="../tags/tag395.xml"/><Relationship Id="rId13" Type="http://schemas.openxmlformats.org/officeDocument/2006/relationships/tags" Target="../tags/tag394.xml"/><Relationship Id="rId12" Type="http://schemas.openxmlformats.org/officeDocument/2006/relationships/tags" Target="../tags/tag393.xml"/><Relationship Id="rId11" Type="http://schemas.openxmlformats.org/officeDocument/2006/relationships/tags" Target="../tags/tag392.xml"/><Relationship Id="rId10" Type="http://schemas.openxmlformats.org/officeDocument/2006/relationships/tags" Target="../tags/tag391.xml"/><Relationship Id="rId1" Type="http://schemas.openxmlformats.org/officeDocument/2006/relationships/tags" Target="../tags/tag38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415.xml"/><Relationship Id="rId8" Type="http://schemas.openxmlformats.org/officeDocument/2006/relationships/tags" Target="../tags/tag414.xml"/><Relationship Id="rId7" Type="http://schemas.openxmlformats.org/officeDocument/2006/relationships/tags" Target="../tags/tag413.xml"/><Relationship Id="rId6" Type="http://schemas.openxmlformats.org/officeDocument/2006/relationships/tags" Target="../tags/tag412.xml"/><Relationship Id="rId5" Type="http://schemas.openxmlformats.org/officeDocument/2006/relationships/tags" Target="../tags/tag411.xml"/><Relationship Id="rId4" Type="http://schemas.openxmlformats.org/officeDocument/2006/relationships/tags" Target="../tags/tag410.xml"/><Relationship Id="rId3" Type="http://schemas.openxmlformats.org/officeDocument/2006/relationships/tags" Target="../tags/tag409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431.xml"/><Relationship Id="rId25" Type="http://schemas.openxmlformats.org/officeDocument/2006/relationships/tags" Target="../tags/tag430.xml"/><Relationship Id="rId24" Type="http://schemas.openxmlformats.org/officeDocument/2006/relationships/tags" Target="../tags/tag429.xml"/><Relationship Id="rId23" Type="http://schemas.openxmlformats.org/officeDocument/2006/relationships/tags" Target="../tags/tag428.xml"/><Relationship Id="rId22" Type="http://schemas.openxmlformats.org/officeDocument/2006/relationships/tags" Target="../tags/tag427.xml"/><Relationship Id="rId21" Type="http://schemas.openxmlformats.org/officeDocument/2006/relationships/image" Target="../media/image3.png"/><Relationship Id="rId20" Type="http://schemas.openxmlformats.org/officeDocument/2006/relationships/tags" Target="../tags/tag426.xml"/><Relationship Id="rId2" Type="http://schemas.openxmlformats.org/officeDocument/2006/relationships/tags" Target="../tags/tag408.xml"/><Relationship Id="rId19" Type="http://schemas.openxmlformats.org/officeDocument/2006/relationships/tags" Target="../tags/tag425.xml"/><Relationship Id="rId18" Type="http://schemas.openxmlformats.org/officeDocument/2006/relationships/tags" Target="../tags/tag424.xml"/><Relationship Id="rId17" Type="http://schemas.openxmlformats.org/officeDocument/2006/relationships/tags" Target="../tags/tag423.xml"/><Relationship Id="rId16" Type="http://schemas.openxmlformats.org/officeDocument/2006/relationships/tags" Target="../tags/tag422.xml"/><Relationship Id="rId15" Type="http://schemas.openxmlformats.org/officeDocument/2006/relationships/tags" Target="../tags/tag421.xml"/><Relationship Id="rId14" Type="http://schemas.openxmlformats.org/officeDocument/2006/relationships/tags" Target="../tags/tag420.xml"/><Relationship Id="rId13" Type="http://schemas.openxmlformats.org/officeDocument/2006/relationships/tags" Target="../tags/tag419.xml"/><Relationship Id="rId12" Type="http://schemas.openxmlformats.org/officeDocument/2006/relationships/tags" Target="../tags/tag418.xml"/><Relationship Id="rId11" Type="http://schemas.openxmlformats.org/officeDocument/2006/relationships/tags" Target="../tags/tag417.xml"/><Relationship Id="rId10" Type="http://schemas.openxmlformats.org/officeDocument/2006/relationships/tags" Target="../tags/tag416.xml"/><Relationship Id="rId1" Type="http://schemas.openxmlformats.org/officeDocument/2006/relationships/tags" Target="../tags/tag407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440.xml"/><Relationship Id="rId8" Type="http://schemas.openxmlformats.org/officeDocument/2006/relationships/tags" Target="../tags/tag439.xml"/><Relationship Id="rId7" Type="http://schemas.openxmlformats.org/officeDocument/2006/relationships/tags" Target="../tags/tag438.xml"/><Relationship Id="rId6" Type="http://schemas.openxmlformats.org/officeDocument/2006/relationships/tags" Target="../tags/tag437.xml"/><Relationship Id="rId5" Type="http://schemas.openxmlformats.org/officeDocument/2006/relationships/tags" Target="../tags/tag436.xml"/><Relationship Id="rId4" Type="http://schemas.openxmlformats.org/officeDocument/2006/relationships/tags" Target="../tags/tag435.xml"/><Relationship Id="rId3" Type="http://schemas.openxmlformats.org/officeDocument/2006/relationships/tags" Target="../tags/tag434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456.xml"/><Relationship Id="rId25" Type="http://schemas.openxmlformats.org/officeDocument/2006/relationships/tags" Target="../tags/tag455.xml"/><Relationship Id="rId24" Type="http://schemas.openxmlformats.org/officeDocument/2006/relationships/tags" Target="../tags/tag454.xml"/><Relationship Id="rId23" Type="http://schemas.openxmlformats.org/officeDocument/2006/relationships/tags" Target="../tags/tag453.xml"/><Relationship Id="rId22" Type="http://schemas.openxmlformats.org/officeDocument/2006/relationships/tags" Target="../tags/tag452.xml"/><Relationship Id="rId21" Type="http://schemas.openxmlformats.org/officeDocument/2006/relationships/image" Target="../media/image3.png"/><Relationship Id="rId20" Type="http://schemas.openxmlformats.org/officeDocument/2006/relationships/tags" Target="../tags/tag451.xml"/><Relationship Id="rId2" Type="http://schemas.openxmlformats.org/officeDocument/2006/relationships/tags" Target="../tags/tag433.xml"/><Relationship Id="rId19" Type="http://schemas.openxmlformats.org/officeDocument/2006/relationships/tags" Target="../tags/tag450.xml"/><Relationship Id="rId18" Type="http://schemas.openxmlformats.org/officeDocument/2006/relationships/tags" Target="../tags/tag449.xml"/><Relationship Id="rId17" Type="http://schemas.openxmlformats.org/officeDocument/2006/relationships/tags" Target="../tags/tag448.xml"/><Relationship Id="rId16" Type="http://schemas.openxmlformats.org/officeDocument/2006/relationships/tags" Target="../tags/tag447.xml"/><Relationship Id="rId15" Type="http://schemas.openxmlformats.org/officeDocument/2006/relationships/tags" Target="../tags/tag446.xml"/><Relationship Id="rId14" Type="http://schemas.openxmlformats.org/officeDocument/2006/relationships/tags" Target="../tags/tag445.xml"/><Relationship Id="rId13" Type="http://schemas.openxmlformats.org/officeDocument/2006/relationships/tags" Target="../tags/tag444.xml"/><Relationship Id="rId12" Type="http://schemas.openxmlformats.org/officeDocument/2006/relationships/tags" Target="../tags/tag443.xml"/><Relationship Id="rId11" Type="http://schemas.openxmlformats.org/officeDocument/2006/relationships/tags" Target="../tags/tag442.xml"/><Relationship Id="rId10" Type="http://schemas.openxmlformats.org/officeDocument/2006/relationships/tags" Target="../tags/tag441.xml"/><Relationship Id="rId1" Type="http://schemas.openxmlformats.org/officeDocument/2006/relationships/tags" Target="../tags/tag43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" Type="http://schemas.openxmlformats.org/officeDocument/2006/relationships/tags" Target="../tags/tag463.xml"/><Relationship Id="rId6" Type="http://schemas.openxmlformats.org/officeDocument/2006/relationships/tags" Target="../tags/tag462.xml"/><Relationship Id="rId5" Type="http://schemas.openxmlformats.org/officeDocument/2006/relationships/tags" Target="../tags/tag461.xml"/><Relationship Id="rId4" Type="http://schemas.openxmlformats.org/officeDocument/2006/relationships/tags" Target="../tags/tag460.xml"/><Relationship Id="rId3" Type="http://schemas.openxmlformats.org/officeDocument/2006/relationships/tags" Target="../tags/tag459.xml"/><Relationship Id="rId27" Type="http://schemas.openxmlformats.org/officeDocument/2006/relationships/slideLayout" Target="../slideLayouts/slideLayout18.xml"/><Relationship Id="rId26" Type="http://schemas.openxmlformats.org/officeDocument/2006/relationships/tags" Target="../tags/tag481.xml"/><Relationship Id="rId25" Type="http://schemas.openxmlformats.org/officeDocument/2006/relationships/tags" Target="../tags/tag480.xml"/><Relationship Id="rId24" Type="http://schemas.openxmlformats.org/officeDocument/2006/relationships/tags" Target="../tags/tag479.xml"/><Relationship Id="rId23" Type="http://schemas.openxmlformats.org/officeDocument/2006/relationships/tags" Target="../tags/tag478.xml"/><Relationship Id="rId22" Type="http://schemas.openxmlformats.org/officeDocument/2006/relationships/tags" Target="../tags/tag477.xml"/><Relationship Id="rId21" Type="http://schemas.openxmlformats.org/officeDocument/2006/relationships/image" Target="../media/image3.png"/><Relationship Id="rId20" Type="http://schemas.openxmlformats.org/officeDocument/2006/relationships/tags" Target="../tags/tag476.xml"/><Relationship Id="rId2" Type="http://schemas.openxmlformats.org/officeDocument/2006/relationships/tags" Target="../tags/tag458.xml"/><Relationship Id="rId19" Type="http://schemas.openxmlformats.org/officeDocument/2006/relationships/tags" Target="../tags/tag475.xml"/><Relationship Id="rId18" Type="http://schemas.openxmlformats.org/officeDocument/2006/relationships/tags" Target="../tags/tag474.xml"/><Relationship Id="rId17" Type="http://schemas.openxmlformats.org/officeDocument/2006/relationships/tags" Target="../tags/tag473.xml"/><Relationship Id="rId16" Type="http://schemas.openxmlformats.org/officeDocument/2006/relationships/tags" Target="../tags/tag472.xml"/><Relationship Id="rId15" Type="http://schemas.openxmlformats.org/officeDocument/2006/relationships/tags" Target="../tags/tag471.xml"/><Relationship Id="rId14" Type="http://schemas.openxmlformats.org/officeDocument/2006/relationships/tags" Target="../tags/tag470.xml"/><Relationship Id="rId13" Type="http://schemas.openxmlformats.org/officeDocument/2006/relationships/tags" Target="../tags/tag469.xml"/><Relationship Id="rId12" Type="http://schemas.openxmlformats.org/officeDocument/2006/relationships/tags" Target="../tags/tag468.xml"/><Relationship Id="rId11" Type="http://schemas.openxmlformats.org/officeDocument/2006/relationships/tags" Target="../tags/tag467.xml"/><Relationship Id="rId10" Type="http://schemas.openxmlformats.org/officeDocument/2006/relationships/tags" Target="../tags/tag466.xml"/><Relationship Id="rId1" Type="http://schemas.openxmlformats.org/officeDocument/2006/relationships/tags" Target="../tags/tag4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33475" y="257175"/>
            <a:ext cx="9799320" cy="1292860"/>
          </a:xfrm>
        </p:spPr>
        <p:txBody>
          <a:bodyPr/>
          <a:p>
            <a:r>
              <a:rPr lang="zh-CN" altLang="en-US"/>
              <a:t>信息系统分析与设计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263570" y="1683975"/>
            <a:ext cx="9799200" cy="1472400"/>
          </a:xfrm>
        </p:spPr>
        <p:txBody>
          <a:bodyPr>
            <a:normAutofit fontScale="60000"/>
          </a:bodyPr>
          <a:p>
            <a:pPr algn="l"/>
            <a:r>
              <a:rPr lang="en-US" altLang="zh-CN"/>
              <a:t>20%</a:t>
            </a:r>
            <a:r>
              <a:rPr lang="zh-CN" altLang="en-US"/>
              <a:t>平时：到课，答题，互动；</a:t>
            </a:r>
            <a:endParaRPr lang="zh-CN" altLang="en-US"/>
          </a:p>
          <a:p>
            <a:pPr algn="l"/>
            <a:r>
              <a:rPr lang="en-US" altLang="zh-CN"/>
              <a:t>40%</a:t>
            </a:r>
            <a:r>
              <a:rPr lang="zh-CN" altLang="en-US"/>
              <a:t>实验成果；</a:t>
            </a:r>
            <a:endParaRPr lang="zh-CN" altLang="en-US"/>
          </a:p>
          <a:p>
            <a:pPr algn="l"/>
            <a:r>
              <a:rPr lang="en-US" altLang="zh-CN"/>
              <a:t>40%</a:t>
            </a:r>
            <a:r>
              <a:rPr lang="zh-CN" altLang="en-US"/>
              <a:t>期末考试；</a:t>
            </a:r>
            <a:endParaRPr lang="zh-CN" altLang="en-US"/>
          </a:p>
          <a:p>
            <a:pPr algn="l"/>
            <a:r>
              <a:rPr lang="zh-CN" altLang="en-US"/>
              <a:t>录屏工具推荐：</a:t>
            </a:r>
            <a:r>
              <a:rPr lang="en-US" altLang="zh-CN"/>
              <a:t>WPS</a:t>
            </a:r>
            <a:r>
              <a:rPr lang="zh-CN" altLang="en-US"/>
              <a:t>带的录屏工具或者腾讯电脑管家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3742055"/>
            <a:ext cx="5313680" cy="27730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6645" y="3742055"/>
            <a:ext cx="4677410" cy="29749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t>课堂测试 · 第01章 信息系统与智能体概述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2026</a:t>
            </a:r>
            <a:r>
              <a:rPr lang="zh-CN" altLang="en-US"/>
              <a:t>秋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0818"/>
            <a:ext cx="6852286" cy="49149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1.【第01章·信息系统与智能体概述】系统最本质的定义特征是？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5466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由若干独立要素简单叠加而成的集合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4805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具有可测量物理边界的封闭实体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376261"/>
            <a:ext cx="7307580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ClrTx/>
              <a:buSzTx/>
              <a:buFontTx/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由相互联系和相互制约的若干组成部分结合成的、具有特定功能的有机整体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7117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能通过数学公式精确描述其输入输出关系的黑箱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2.【第01章·信息系统与智能体概述】根据复杂程度分类，系统的九个等级可分为由低到高的三个层次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物理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生物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化学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人类社会及宇宙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3.【第01章·信息系统与智能体概述】WSR方法论依次确立了（）的实践准则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懂物理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通人理</a:t>
            </a:r>
            <a:r>
              <a:rPr lang="en-US" altLang="zh-CN" sz="2600" dirty="0">
                <a:solidFill>
                  <a:schemeClr val="accent6"/>
                </a:solidFill>
                <a:latin typeface="+mn-ea"/>
                <a:sym typeface="+mn-ea"/>
              </a:rPr>
              <a:t>-</a:t>
            </a:r>
            <a:r>
              <a:rPr lang="zh-CN" altLang="zh-CN" sz="2600" dirty="0">
                <a:solidFill>
                  <a:schemeClr val="accent6"/>
                </a:solidFill>
                <a:latin typeface="+mn-ea"/>
                <a:sym typeface="+mn-ea"/>
              </a:rPr>
              <a:t>明事理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462723"/>
            <a:ext cx="9098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4.【第01章·信息系统与智能体概述】以下哪项最能体现信息与数据、知识、智慧之间的增值关系？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661761"/>
            <a:ext cx="7091680" cy="89154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ClrTx/>
              <a:buSzTx/>
              <a:buFontTx/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数据经过处理成为信息，信息经过分析成为知识，知识指导行动形成智慧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数据就是智慧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信息和知识没有联系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智慧是数据的集合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文本框 9"/>
          <p:cNvSpPr txBox="1"/>
          <p:nvPr>
            <p:custDataLst>
              <p:tags r:id="rId1"/>
            </p:custDataLst>
          </p:nvPr>
        </p:nvSpPr>
        <p:spPr>
          <a:xfrm>
            <a:off x="1219200" y="1264602"/>
            <a:ext cx="942848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5.【第01章·信息系统与智能体概述】以下哪种信息系统属于以客户为中心、为企业销售、客户服务和决策支持提供管理平台的系统？</a:t>
            </a:r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2438400" y="2863691"/>
            <a:ext cx="144208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ERP系统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4"/>
            </p:custDataLst>
          </p:nvPr>
        </p:nvSpPr>
        <p:spPr>
          <a:xfrm>
            <a:off x="2438400" y="3720941"/>
            <a:ext cx="160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CRM系统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6"/>
            </p:custDataLst>
          </p:nvPr>
        </p:nvSpPr>
        <p:spPr>
          <a:xfrm>
            <a:off x="2438400" y="4578191"/>
            <a:ext cx="157734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SCM系统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8"/>
            </p:custDataLst>
          </p:nvPr>
        </p:nvSpPr>
        <p:spPr>
          <a:xfrm>
            <a:off x="2438400" y="5435441"/>
            <a:ext cx="133985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OA系统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椭圆 1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5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4" name="图片 3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  <p:transition spd="slow" advClick="0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r>
              <a:t>6.【第01章·信息系统与智能体概述】信息、管理和信息系统三者的关系，描述正确的是（）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27857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信息是手段，管理是目的，信息系统是主体</a:t>
            </a:r>
            <a:r>
              <a:rPr lang="en-US" altLang="zh-CN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endParaRPr lang="en-US" altLang="zh-CN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2438400" y="36429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信息是主体，管理是手段，信息系统是目的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2438400" y="450024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信息是目的，管理是主体，信息系统是手段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2438400" y="5357495"/>
            <a:ext cx="8534400" cy="64262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lvl="0" algn="l">
              <a:buNone/>
            </a:pPr>
            <a:r>
              <a: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信息是主体，管理是目的，信息系统是手段</a:t>
            </a:r>
            <a:endParaRPr lang="zh-CN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0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13" name="TitleBackground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4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5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pic>
        <p:nvPicPr>
          <p:cNvPr id="2" name="图片 1" descr="tmpB2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8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78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7.【第01章·信息系统与智能体概述】信息系统的基本构成要素通常不包括下列哪一项?____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30454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人(使用者与管理者)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71526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机(计算机及网络)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利润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270000"/>
            <a:ext cx="3234055" cy="186118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3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信息系统由人、机、数据、流程等要素组成,用于信息的采集、处理、存储与利用;利润是组织目标而非系统构成要素。</a:t>
            </a:r>
            <a:endParaRPr lang="en-US" altLang="en-US" sz="23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6119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8.【第01章·信息系统与智能体概述】在“输入—处理—输出”一般模型中,“反馈”的主要作用是?____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增加冗余输出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58756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将输出回送为输入,用于自我修正与控制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替代输入环节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删除历史数据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33184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反馈环将系统输出回送为输入,使系统能根据结果自我修正,是控制系统稳定性的关键。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9.【第01章·信息系统与智能体概述】按层级与目标分类,下列系统中决策支持能力最强的是?____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8435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事务处理系统 TPS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7210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管理信息系统 MIS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9433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决策支持系统 DSS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三者相同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80715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TPS 处理基础事务,MIS 支持日常管理,DSS 面向半结构化决策,决策支持能力自上而下增强。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28836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10.【第01章·信息系统与智能体概述】信息系统生命周期()通常不包含下列哪一阶段?____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843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规划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需求分析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矩形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系统设计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矩形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市场营销推广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SDLC 包括规划、需求、设计、实现、测试、实施与运维等;市场营销推广不属于系统开发生命周期。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11.【第01章·信息系统与智能体概述】下列对“智能体”的描述,最恰当的是?____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145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只能按固定脚本执行的程序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34594"/>
            <a:ext cx="8486140" cy="46037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以大语言模型为认知核心,能感知、决策并采取行动的软件系统</a:t>
            </a:r>
            <a:endParaRPr lang="en-US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4942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不需要任何数据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等同于传统数据库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20929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智能体以 LLM 为“大脑”,具备感知—决策—行动闭环,是对传统信息系统的智能形态封装。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8723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12.【第01章·信息系统与智能体概述】智能体的“记忆”能力,最贴近信息系统中的哪类职能?____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数据采集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信息处理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154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数据存储与知识管理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5036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结果输出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记忆用于保存对话历史与长期经验,对应信息系统的数据存储 / 知识管理职能。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75360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13.【第01章·信息系统与智能体概述】智能体“感知—决策—行动”循环,与瀑布式开发的根本区别是?____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无需需求分析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6536055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它是带反馈的自适应闭环,可据环境变化调整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3815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瀑布式也能自动修正计划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二者无区别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智能体是含反馈的自适应闭环,能在运行中根据结果调整下一步;瀑布式是单向推进、交付即终。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3750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14.【第01章·信息系统与智能体概述】“提示词即策略(prompt as policy)”意指?____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4475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提示词决定大模型的行为策略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提示词是登录密码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策略与提示词无关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824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提示词仅用于排版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530668"/>
            <a:ext cx="3116580" cy="13836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在 LLM 驱动范式下,自然语言提示词承担了“策略 / 规则”的角色,非程序员也能借此“编程”。</a:t>
            </a:r>
            <a:endParaRPr lang="en-US" altLang="en-US" sz="2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507855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15.【第01章·信息系统与智能体概述】学界刻画智能体行为属性的“四要素”通常不包括?____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自主性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反应性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社会性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11734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盈利性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四要素为自主性、反应性、社会性、主动性;盈利性并非智能体的行为属性。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矩形 16"/>
          <p:cNvSpPr/>
          <p:nvPr>
            <p:custDataLst>
              <p:tags r:id="rId1"/>
            </p:custDataLst>
          </p:nvPr>
        </p:nvSpPr>
        <p:spPr>
          <a:xfrm>
            <a:off x="12573000" y="0"/>
            <a:ext cx="3839845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grpSp>
        <p:nvGrpSpPr>
          <p:cNvPr id="7" name="组合 6"/>
          <p:cNvGrpSpPr/>
          <p:nvPr>
            <p:custDataLst>
              <p:tags r:id="rId2"/>
            </p:custDataLst>
          </p:nvPr>
        </p:nvGrpSpPr>
        <p:grpSpPr>
          <a:xfrm>
            <a:off x="0" y="0"/>
            <a:ext cx="12192000" cy="635000"/>
            <a:chOff x="0" y="0"/>
            <a:chExt cx="19200" cy="1000"/>
          </a:xfrm>
        </p:grpSpPr>
        <p:sp>
          <p:nvSpPr>
            <p:cNvPr id="3" name="TitleBackground"/>
            <p:cNvSpPr/>
            <p:nvPr>
              <p:custDataLst>
                <p:tags r:id="rId3"/>
              </p:custDataLst>
            </p:nvPr>
          </p:nvSpPr>
          <p:spPr>
            <a:xfrm>
              <a:off x="0" y="0"/>
              <a:ext cx="19200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ColorBlock"/>
            <p:cNvSpPr/>
            <p:nvPr>
              <p:custDataLst>
                <p:tags r:id="rId4"/>
              </p:custDataLst>
            </p:nvPr>
          </p:nvSpPr>
          <p:spPr>
            <a:xfrm>
              <a:off x="0" y="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5" name="TypeText"/>
            <p:cNvSpPr txBox="1"/>
            <p:nvPr>
              <p:custDataLst>
                <p:tags r:id="rId5"/>
              </p:custDataLst>
            </p:nvPr>
          </p:nvSpPr>
          <p:spPr>
            <a:xfrm>
              <a:off x="4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 sz="26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6"/>
              </p:custDataLst>
            </p:nvPr>
          </p:nvSpPr>
          <p:spPr>
            <a:xfrm>
              <a:off x="2248" y="172"/>
              <a:ext cx="3600" cy="8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en-US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7"/>
            </p:custDataLst>
          </p:nvPr>
        </p:nvSpPr>
        <p:spPr>
          <a:xfrm>
            <a:off x="1219200" y="1264602"/>
            <a:ext cx="9687561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r>
              <a:t>16.【第01章·信息系统与智能体概述】本课程统一选用扣子 Coze 作为实践平台,主因是?____</a:t>
            </a:r>
          </a:p>
        </p:txBody>
      </p:sp>
      <p:sp>
        <p:nvSpPr>
          <p:cNvPr id="9" name="文本框 8"/>
          <p:cNvSpPr txBox="1"/>
          <p:nvPr>
            <p:custDataLst>
              <p:tags r:id="rId8"/>
            </p:custDataLst>
          </p:nvPr>
        </p:nvSpPr>
        <p:spPr>
          <a:xfrm>
            <a:off x="2438400" y="286369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需要大量编程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28498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2438400" y="3720941"/>
            <a:ext cx="6786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零代码友好、知识库能力强、国内合规可落地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1571625" y="3707130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2438400" y="4578191"/>
            <a:ext cx="18338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仅支持英文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椭圆 13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1571625" y="456438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2438400" y="5435441"/>
            <a:ext cx="2164080" cy="48768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没有发布渠道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椭圆 15"/>
          <p:cNvSpPr>
            <a:spLocks noChangeAspect="1"/>
          </p:cNvSpPr>
          <p:nvPr>
            <p:custDataLst>
              <p:tags r:id="rId15"/>
            </p:custDataLst>
          </p:nvPr>
        </p:nvSpPr>
        <p:spPr>
          <a:xfrm>
            <a:off x="1571625" y="5421630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indent="0" algn="ctr"/>
            <a:r>
              <a:rPr lang="en-US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</a:t>
            </a:r>
            <a:endParaRPr lang="en-US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1" name="组合 20"/>
          <p:cNvGrpSpPr/>
          <p:nvPr>
            <p:custDataLst>
              <p:tags r:id="rId16"/>
            </p:custDataLst>
          </p:nvPr>
        </p:nvGrpSpPr>
        <p:grpSpPr>
          <a:xfrm>
            <a:off x="12585700" y="0"/>
            <a:ext cx="3813810" cy="647700"/>
            <a:chOff x="19820" y="0"/>
            <a:chExt cx="6006" cy="1020"/>
          </a:xfrm>
        </p:grpSpPr>
        <p:sp>
          <p:nvSpPr>
            <p:cNvPr id="18" name="RemarkBack"/>
            <p:cNvSpPr/>
            <p:nvPr>
              <p:custDataLst>
                <p:tags r:id="rId17"/>
              </p:custDataLst>
            </p:nvPr>
          </p:nvSpPr>
          <p:spPr>
            <a:xfrm>
              <a:off x="19820" y="20"/>
              <a:ext cx="6007" cy="1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RemarkBlock"/>
            <p:cNvSpPr/>
            <p:nvPr>
              <p:custDataLst>
                <p:tags r:id="rId18"/>
              </p:custDataLst>
            </p:nvPr>
          </p:nvSpPr>
          <p:spPr>
            <a:xfrm>
              <a:off x="19820" y="20"/>
              <a:ext cx="300" cy="1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lumMod val="75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0" name="RemarkTitleText"/>
            <p:cNvSpPr txBox="1"/>
            <p:nvPr>
              <p:custDataLst>
                <p:tags r:id="rId19"/>
              </p:custDataLst>
            </p:nvPr>
          </p:nvSpPr>
          <p:spPr>
            <a:xfrm>
              <a:off x="20200" y="0"/>
              <a:ext cx="3000" cy="1000"/>
            </a:xfrm>
            <a:prstGeom prst="rect">
              <a:avLst/>
            </a:prstGeom>
            <a:noFill/>
          </p:spPr>
          <p:txBody>
            <a:bodyPr wrap="none" rtlCol="0" anchor="ctr" anchorCtr="0">
              <a:noAutofit/>
            </a:bodyPr>
            <a:p>
              <a:pPr lvl="0" algn="l">
                <a:buNone/>
              </a:pPr>
              <a:r>
                <a:rPr lang="zh-CN" altLang="en-US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pic>
        <p:nvPicPr>
          <p:cNvPr id="2" name="图片 1" descr="tmp800D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2"/>
            </p:custDataLst>
          </p:nvPr>
        </p:nvSpPr>
        <p:spPr>
          <a:xfrm>
            <a:off x="12661900" y="6326823"/>
            <a:ext cx="3662045" cy="46037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zh-CN" altLang="en-US" sz="1200">
                <a:solidFill>
                  <a:srgbClr val="F84F41"/>
                </a:solidFill>
                <a:latin typeface="微软雅黑" panose="020B0503020204020204" charset="-122"/>
                <a:ea typeface="微软雅黑" panose="020B0503020204020204" charset="-122"/>
              </a:rPr>
              <a:t>可为此题添加文本、图片、公式等解析，且需将内容全部放在本区域内。</a:t>
            </a:r>
            <a:endParaRPr lang="zh-CN" altLang="en-US" sz="1200">
              <a:solidFill>
                <a:srgbClr val="F84F4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12827000" y="1270000"/>
            <a:ext cx="3331845" cy="398780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p>
            <a:pPr lvl="0" algn="l">
              <a:buNone/>
            </a:pPr>
            <a:endParaRPr lang="zh-CN" altLang="en-US" sz="20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12827000" y="1384300"/>
            <a:ext cx="3234055" cy="167640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rtlCol="0" anchor="ctr">
            <a:spAutoFit/>
          </a:bodyPr>
          <a:p>
            <a:pPr lvl="0" algn="l">
              <a:buNone/>
            </a:pPr>
            <a:r>
              <a:rPr lang="en-US" altLang="en-US" sz="2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Coze 低代码、知识库强、国内合规,最契合零基础的信息资源管理专业学生。</a:t>
            </a:r>
            <a:endParaRPr lang="en-US" altLang="en-US" sz="26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25"/>
            </p:custDataLst>
          </p:nvPr>
        </p:nvSpPr>
        <p:spPr>
          <a:xfrm>
            <a:off x="8915400" y="6214745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 anchorCtr="1">
            <a:noAutofit/>
          </a:bodyPr>
          <a:p>
            <a:pPr algn="ctr"/>
            <a:r>
              <a:rPr lang="zh-CN" altLang="en-US" sz="16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30.xml><?xml version="1.0" encoding="utf-8"?>
<p:tagLst xmlns:p="http://schemas.openxmlformats.org/presentationml/2006/main">
  <p:tag name="RAINPROBLEM" val="ProblemBody"/>
</p:tagLst>
</file>

<file path=ppt/tags/tag131.xml><?xml version="1.0" encoding="utf-8"?>
<p:tagLst xmlns:p="http://schemas.openxmlformats.org/presentationml/2006/main">
  <p:tag name="RAINPROBLEM" val="ProblemItem"/>
</p:tagLst>
</file>

<file path=ppt/tags/tag13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3.xml><?xml version="1.0" encoding="utf-8"?>
<p:tagLst xmlns:p="http://schemas.openxmlformats.org/presentationml/2006/main">
  <p:tag name="RAINPROBLEM" val="ProblemItem"/>
</p:tagLst>
</file>

<file path=ppt/tags/tag13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p="http://schemas.openxmlformats.org/presentationml/2006/main">
  <p:tag name="RAINPROBLEM" val="ProblemItem"/>
</p:tagLst>
</file>

<file path=ppt/tags/tag13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37.xml><?xml version="1.0" encoding="utf-8"?>
<p:tagLst xmlns:p="http://schemas.openxmlformats.org/presentationml/2006/main">
  <p:tag name="RAINPROBLEM" val="ProblemItem"/>
</p:tagLst>
</file>

<file path=ppt/tags/tag138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39.xml><?xml version="1.0" encoding="utf-8"?>
<p:tagLst xmlns:p="http://schemas.openxmlformats.org/presentationml/2006/main">
  <p:tag name="RAINPROBLEM" val="ProblemSubmit"/>
  <p:tag name="RAINPROBLEMTYPE" val="MultipleChoice"/>
</p:tagLst>
</file>

<file path=ppt/tags/tag140.xml><?xml version="1.0" encoding="utf-8"?>
<p:tagLst xmlns:p="http://schemas.openxmlformats.org/presentationml/2006/main">
  <p:tag name="RAINPROBLEMTYPE" val="ProblemTypeMarker"/>
</p:tagLst>
</file>

<file path=ppt/tags/tag141.xml><?xml version="1.0" encoding="utf-8"?>
<p:tagLst xmlns:p="http://schemas.openxmlformats.org/presentationml/2006/main">
  <p:tag name="RAINPROBLEMTYPE" val="ProblemTypeMarker"/>
</p:tagLst>
</file>

<file path=ppt/tags/tag142.xml><?xml version="1.0" encoding="utf-8"?>
<p:tagLst xmlns:p="http://schemas.openxmlformats.org/presentationml/2006/main">
  <p:tag name="RAINPROBLEMTYPE" val="ProblemTypeMarker"/>
</p:tagLst>
</file>

<file path=ppt/tags/tag143.xml><?xml version="1.0" encoding="utf-8"?>
<p:tagLst xmlns:p="http://schemas.openxmlformats.org/presentationml/2006/main">
  <p:tag name="RAINPROBLEMTYPE" val="ProblemTypeMarker"/>
</p:tagLst>
</file>

<file path=ppt/tags/tag144.xml><?xml version="1.0" encoding="utf-8"?>
<p:tagLst xmlns:p="http://schemas.openxmlformats.org/presentationml/2006/main">
  <p:tag name="RAINPROBLEMTYPE" val="ProblemTypeMarker"/>
</p:tagLst>
</file>

<file path=ppt/tags/tag145.xml><?xml version="1.0" encoding="utf-8"?>
<p:tagLst xmlns:p="http://schemas.openxmlformats.org/presentationml/2006/main">
  <p:tag name="RAINPROBLEM" val="ProblemSetting"/>
  <p:tag name="RAINPROBLEMTYPE" val="MultipleChoice"/>
</p:tagLst>
</file>

<file path=ppt/tags/tag146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47.xml><?xml version="1.0" encoding="utf-8"?>
<p:tagLst xmlns:p="http://schemas.openxmlformats.org/presentationml/2006/main">
  <p:tag name="RAINPROBLEM" val="ProblemBody"/>
</p:tagLst>
</file>

<file path=ppt/tags/tag14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4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0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1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5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3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54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5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56.xml><?xml version="1.0" encoding="utf-8"?>
<p:tagLst xmlns:p="http://schemas.openxmlformats.org/presentationml/2006/main">
  <p:tag name="RAINPROBLEM" val="ProblemSubmit"/>
  <p:tag name="RAINPROBLEMTYPE" val="MultipleChoice"/>
</p:tagLst>
</file>

<file path=ppt/tags/tag157.xml><?xml version="1.0" encoding="utf-8"?>
<p:tagLst xmlns:p="http://schemas.openxmlformats.org/presentationml/2006/main">
  <p:tag name="RAINPROBLEMTYPE" val="ProblemTypeMarker"/>
</p:tagLst>
</file>

<file path=ppt/tags/tag158.xml><?xml version="1.0" encoding="utf-8"?>
<p:tagLst xmlns:p="http://schemas.openxmlformats.org/presentationml/2006/main">
  <p:tag name="RAINPROBLEMTYPE" val="ProblemTypeMarker"/>
</p:tagLst>
</file>

<file path=ppt/tags/tag159.xml><?xml version="1.0" encoding="utf-8"?>
<p:tagLst xmlns:p="http://schemas.openxmlformats.org/presentationml/2006/main">
  <p:tag name="RAINPROBLEMTYPE" val="ProblemTypeMarker"/>
</p:tagLst>
</file>

<file path=ppt/tags/tag160.xml><?xml version="1.0" encoding="utf-8"?>
<p:tagLst xmlns:p="http://schemas.openxmlformats.org/presentationml/2006/main">
  <p:tag name="RAINPROBLEMTYPE" val="ProblemTypeMarker"/>
</p:tagLst>
</file>

<file path=ppt/tags/tag161.xml><?xml version="1.0" encoding="utf-8"?>
<p:tagLst xmlns:p="http://schemas.openxmlformats.org/presentationml/2006/main">
  <p:tag name="RAINPROBLEMTYPE" val="ProblemTypeMarker"/>
</p:tagLst>
</file>

<file path=ppt/tags/tag162.xml><?xml version="1.0" encoding="utf-8"?>
<p:tagLst xmlns:p="http://schemas.openxmlformats.org/presentationml/2006/main">
  <p:tag name="RAINPROBLEM" val="ProblemSetting"/>
  <p:tag name="RAINPROBLEMTYPE" val="MultipleChoice"/>
</p:tagLst>
</file>

<file path=ppt/tags/tag163.xml><?xml version="1.0" encoding="utf-8"?>
<p:tagLst xmlns:p="http://schemas.openxmlformats.org/presentationml/2006/main">
  <p:tag name="RAINPROBLEM" val="MultipleChoice"/>
  <p:tag name="PROBLEMSCORE" val="2.0"/>
</p:tagLst>
</file>

<file path=ppt/tags/tag164.xml><?xml version="1.0" encoding="utf-8"?>
<p:tagLst xmlns:p="http://schemas.openxmlformats.org/presentationml/2006/main">
  <p:tag name="RAINPROBLEM" val="ProblemBody"/>
</p:tagLst>
</file>

<file path=ppt/tags/tag165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6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6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6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169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70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71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17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173.xml><?xml version="1.0" encoding="utf-8"?>
<p:tagLst xmlns:p="http://schemas.openxmlformats.org/presentationml/2006/main">
  <p:tag name="RAINPROBLEM" val="ProblemSubmit"/>
  <p:tag name="RAINPROBLEMTYPE" val="MultipleChoice"/>
</p:tagLst>
</file>

<file path=ppt/tags/tag174.xml><?xml version="1.0" encoding="utf-8"?>
<p:tagLst xmlns:p="http://schemas.openxmlformats.org/presentationml/2006/main">
  <p:tag name="RAINPROBLEMTYPE" val="ProblemTypeMarker"/>
</p:tagLst>
</file>

<file path=ppt/tags/tag175.xml><?xml version="1.0" encoding="utf-8"?>
<p:tagLst xmlns:p="http://schemas.openxmlformats.org/presentationml/2006/main">
  <p:tag name="RAINPROBLEMTYPE" val="ProblemTypeMarker"/>
</p:tagLst>
</file>

<file path=ppt/tags/tag176.xml><?xml version="1.0" encoding="utf-8"?>
<p:tagLst xmlns:p="http://schemas.openxmlformats.org/presentationml/2006/main">
  <p:tag name="RAINPROBLEMTYPE" val="ProblemTypeMarker"/>
</p:tagLst>
</file>

<file path=ppt/tags/tag177.xml><?xml version="1.0" encoding="utf-8"?>
<p:tagLst xmlns:p="http://schemas.openxmlformats.org/presentationml/2006/main">
  <p:tag name="RAINPROBLEMTYPE" val="ProblemTypeMarker"/>
</p:tagLst>
</file>

<file path=ppt/tags/tag178.xml><?xml version="1.0" encoding="utf-8"?>
<p:tagLst xmlns:p="http://schemas.openxmlformats.org/presentationml/2006/main">
  <p:tag name="RAINPROBLEMTYPE" val="ProblemTypeMarker"/>
</p:tagLst>
</file>

<file path=ppt/tags/tag179.xml><?xml version="1.0" encoding="utf-8"?>
<p:tagLst xmlns:p="http://schemas.openxmlformats.org/presentationml/2006/main">
  <p:tag name="RAINPROBLEM" val="ProblemSetting"/>
  <p:tag name="RAINPROBLEMTYPE" val="MultipleChoice"/>
</p:tagLst>
</file>

<file path=ppt/tags/tag180.xml><?xml version="1.0" encoding="utf-8"?>
<p:tagLst xmlns:p="http://schemas.openxmlformats.org/presentationml/2006/main">
  <p:tag name="RAINPROBLEM" val="MultipleChoice"/>
  <p:tag name="PROBLEMSCORE" val="2.0"/>
</p:tagLst>
</file>

<file path=ppt/tags/tag181.xml><?xml version="1.0" encoding="utf-8"?>
<p:tagLst xmlns:p="http://schemas.openxmlformats.org/presentationml/2006/main">
  <p:tag name="RAINPROBLEM" val="ProblemBody"/>
</p:tagLst>
</file>

<file path=ppt/tags/tag182.xml><?xml version="1.0" encoding="utf-8"?>
<p:tagLst xmlns:p="http://schemas.openxmlformats.org/presentationml/2006/main">
  <p:tag name="RAINPROBLEM" val="ProblemItem"/>
</p:tagLst>
</file>

<file path=ppt/tags/tag183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184.xml><?xml version="1.0" encoding="utf-8"?>
<p:tagLst xmlns:p="http://schemas.openxmlformats.org/presentationml/2006/main">
  <p:tag name="RAINPROBLEM" val="ProblemItem"/>
</p:tagLst>
</file>

<file path=ppt/tags/tag18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6.xml><?xml version="1.0" encoding="utf-8"?>
<p:tagLst xmlns:p="http://schemas.openxmlformats.org/presentationml/2006/main">
  <p:tag name="RAINPROBLEM" val="ProblemItem"/>
</p:tagLst>
</file>

<file path=ppt/tags/tag18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88.xml><?xml version="1.0" encoding="utf-8"?>
<p:tagLst xmlns:p="http://schemas.openxmlformats.org/presentationml/2006/main">
  <p:tag name="RAINPROBLEM" val="ProblemItem"/>
</p:tagLst>
</file>

<file path=ppt/tags/tag18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190.xml><?xml version="1.0" encoding="utf-8"?>
<p:tagLst xmlns:p="http://schemas.openxmlformats.org/presentationml/2006/main">
  <p:tag name="RAINPROBLEM" val="ProblemSubmit"/>
  <p:tag name="RAINPROBLEMTYPE" val="MultipleChoice"/>
</p:tagLst>
</file>

<file path=ppt/tags/tag191.xml><?xml version="1.0" encoding="utf-8"?>
<p:tagLst xmlns:p="http://schemas.openxmlformats.org/presentationml/2006/main">
  <p:tag name="RAINPROBLEMTYPE" val="ProblemTypeMarker"/>
</p:tagLst>
</file>

<file path=ppt/tags/tag192.xml><?xml version="1.0" encoding="utf-8"?>
<p:tagLst xmlns:p="http://schemas.openxmlformats.org/presentationml/2006/main">
  <p:tag name="RAINPROBLEMTYPE" val="ProblemTypeMarker"/>
</p:tagLst>
</file>

<file path=ppt/tags/tag193.xml><?xml version="1.0" encoding="utf-8"?>
<p:tagLst xmlns:p="http://schemas.openxmlformats.org/presentationml/2006/main">
  <p:tag name="RAINPROBLEMTYPE" val="ProblemTypeMarker"/>
</p:tagLst>
</file>

<file path=ppt/tags/tag194.xml><?xml version="1.0" encoding="utf-8"?>
<p:tagLst xmlns:p="http://schemas.openxmlformats.org/presentationml/2006/main">
  <p:tag name="RAINPROBLEMTYPE" val="ProblemTypeMarker"/>
</p:tagLst>
</file>

<file path=ppt/tags/tag195.xml><?xml version="1.0" encoding="utf-8"?>
<p:tagLst xmlns:p="http://schemas.openxmlformats.org/presentationml/2006/main">
  <p:tag name="RAINPROBLEMTYPE" val="ProblemTypeMarker"/>
</p:tagLst>
</file>

<file path=ppt/tags/tag196.xml><?xml version="1.0" encoding="utf-8"?>
<p:tagLst xmlns:p="http://schemas.openxmlformats.org/presentationml/2006/main">
  <p:tag name="RAINPROBLEM" val="ProblemSetting"/>
  <p:tag name="RAINPROBLEMTYPE" val="MultipleChoice"/>
</p:tagLst>
</file>

<file path=ppt/tags/tag197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198.xml><?xml version="1.0" encoding="utf-8"?>
<p:tagLst xmlns:p="http://schemas.openxmlformats.org/presentationml/2006/main">
  <p:tag name="RAINPROBLEM" val="ProblemBody"/>
</p:tagLst>
</file>

<file path=ppt/tags/tag199.xml><?xml version="1.0" encoding="utf-8"?>
<p:tagLst xmlns:p="http://schemas.openxmlformats.org/presentationml/2006/main">
  <p:tag name="RAINPROBLEM" val="ProblemItem"/>
</p:tagLst>
</file>

<file path=ppt/tags/tag20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1.xml><?xml version="1.0" encoding="utf-8"?>
<p:tagLst xmlns:p="http://schemas.openxmlformats.org/presentationml/2006/main">
  <p:tag name="RAINPROBLEM" val="ProblemItem"/>
</p:tagLst>
</file>

<file path=ppt/tags/tag20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03.xml><?xml version="1.0" encoding="utf-8"?>
<p:tagLst xmlns:p="http://schemas.openxmlformats.org/presentationml/2006/main">
  <p:tag name="RAINPROBLEM" val="ProblemItem"/>
</p:tagLst>
</file>

<file path=ppt/tags/tag20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5.xml><?xml version="1.0" encoding="utf-8"?>
<p:tagLst xmlns:p="http://schemas.openxmlformats.org/presentationml/2006/main">
  <p:tag name="RAINPROBLEM" val="ProblemItem"/>
</p:tagLst>
</file>

<file path=ppt/tags/tag20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07.xml><?xml version="1.0" encoding="utf-8"?>
<p:tagLst xmlns:p="http://schemas.openxmlformats.org/presentationml/2006/main">
  <p:tag name="RAINPROBLEM" val="ProblemSubmit"/>
  <p:tag name="RAINPROBLEMTYPE" val="MultipleChoice"/>
</p:tagLst>
</file>

<file path=ppt/tags/tag208.xml><?xml version="1.0" encoding="utf-8"?>
<p:tagLst xmlns:p="http://schemas.openxmlformats.org/presentationml/2006/main">
  <p:tag name="RAINPROBLEMTYPE" val="ProblemTypeMarker"/>
</p:tagLst>
</file>

<file path=ppt/tags/tag209.xml><?xml version="1.0" encoding="utf-8"?>
<p:tagLst xmlns:p="http://schemas.openxmlformats.org/presentationml/2006/main">
  <p:tag name="RAINPROBLEMTYPE" val="ProblemTypeMarker"/>
</p:tagLst>
</file>

<file path=ppt/tags/tag210.xml><?xml version="1.0" encoding="utf-8"?>
<p:tagLst xmlns:p="http://schemas.openxmlformats.org/presentationml/2006/main">
  <p:tag name="RAINPROBLEMTYPE" val="ProblemTypeMarker"/>
</p:tagLst>
</file>

<file path=ppt/tags/tag211.xml><?xml version="1.0" encoding="utf-8"?>
<p:tagLst xmlns:p="http://schemas.openxmlformats.org/presentationml/2006/main">
  <p:tag name="RAINPROBLEMTYPE" val="ProblemTypeMarker"/>
</p:tagLst>
</file>

<file path=ppt/tags/tag212.xml><?xml version="1.0" encoding="utf-8"?>
<p:tagLst xmlns:p="http://schemas.openxmlformats.org/presentationml/2006/main">
  <p:tag name="RAINPROBLEMTYPE" val="ProblemTypeMarker"/>
</p:tagLst>
</file>

<file path=ppt/tags/tag213.xml><?xml version="1.0" encoding="utf-8"?>
<p:tagLst xmlns:p="http://schemas.openxmlformats.org/presentationml/2006/main">
  <p:tag name="RAINPROBLEM" val="ProblemSetting"/>
  <p:tag name="RAINPROBLEMTYPE" val="MultipleChoice"/>
</p:tagLst>
</file>

<file path=ppt/tags/tag214.xml><?xml version="1.0" encoding="utf-8"?>
<p:tagLst xmlns:p="http://schemas.openxmlformats.org/presentationml/2006/main">
  <p:tag name="RAINPROBLEM" val="MultipleChoice"/>
  <p:tag name="PROBLEMSCORE" val="1.0"/>
  <p:tag name="PROBLEMPROVIDER" val="AI"/>
</p:tagLst>
</file>

<file path=ppt/tags/tag215.xml><?xml version="1.0" encoding="utf-8"?>
<p:tagLst xmlns:p="http://schemas.openxmlformats.org/presentationml/2006/main">
  <p:tag name="RAINPROBLEM" val="ProblemBody"/>
</p:tagLst>
</file>

<file path=ppt/tags/tag216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17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18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19.xml><?xml version="1.0" encoding="utf-8"?>
<p:tagLst xmlns:p="http://schemas.openxmlformats.org/presentationml/2006/main">
  <p:tag name="RAINPROBLEM" val="ProblemItem"/>
  <p:tag name="KSO_WM_DIAGRAM_VIRTUALLY_FRAME" val="{&quot;height&quot;:253.1,&quot;left&quot;:123.75,&quot;top&quot;:219.35,&quot;width&quot;:740.25}"/>
</p:tagLst>
</file>

<file path=ppt/tags/tag220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21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22.xml><?xml version="1.0" encoding="utf-8"?>
<p:tagLst xmlns:p="http://schemas.openxmlformats.org/presentationml/2006/main">
  <p:tag name="RAINPROBLEM" val="ProblemBullet"/>
  <p:tag name="RAINPROBLEMTYPE" val="MultipleChoice"/>
  <p:tag name="RAINBULLET" val="Wrong"/>
  <p:tag name="KSO_WM_DIAGRAM_VIRTUALLY_FRAME" val="{&quot;height&quot;:253.1,&quot;left&quot;:123.75,&quot;top&quot;:219.35,&quot;width&quot;:740.25}"/>
</p:tagLst>
</file>

<file path=ppt/tags/tag223.xml><?xml version="1.0" encoding="utf-8"?>
<p:tagLst xmlns:p="http://schemas.openxmlformats.org/presentationml/2006/main">
  <p:tag name="RAINPROBLEM" val="ProblemBullet"/>
  <p:tag name="RAINPROBLEMTYPE" val="MultipleChoice"/>
  <p:tag name="RAINBULLET" val="Correct"/>
  <p:tag name="KSO_WM_DIAGRAM_VIRTUALLY_FRAME" val="{&quot;height&quot;:253.1,&quot;left&quot;:123.75,&quot;top&quot;:219.35,&quot;width&quot;:740.25}"/>
</p:tagLst>
</file>

<file path=ppt/tags/tag224.xml><?xml version="1.0" encoding="utf-8"?>
<p:tagLst xmlns:p="http://schemas.openxmlformats.org/presentationml/2006/main">
  <p:tag name="RAINPROBLEM" val="ProblemSubmit"/>
  <p:tag name="RAINPROBLEMTYPE" val="MultipleChoice"/>
</p:tagLst>
</file>

<file path=ppt/tags/tag225.xml><?xml version="1.0" encoding="utf-8"?>
<p:tagLst xmlns:p="http://schemas.openxmlformats.org/presentationml/2006/main">
  <p:tag name="RAINPROBLEMTYPE" val="ProblemTypeMarker"/>
</p:tagLst>
</file>

<file path=ppt/tags/tag226.xml><?xml version="1.0" encoding="utf-8"?>
<p:tagLst xmlns:p="http://schemas.openxmlformats.org/presentationml/2006/main">
  <p:tag name="RAINPROBLEMTYPE" val="ProblemTypeMarker"/>
</p:tagLst>
</file>

<file path=ppt/tags/tag227.xml><?xml version="1.0" encoding="utf-8"?>
<p:tagLst xmlns:p="http://schemas.openxmlformats.org/presentationml/2006/main">
  <p:tag name="RAINPROBLEMTYPE" val="ProblemTypeMarker"/>
</p:tagLst>
</file>

<file path=ppt/tags/tag228.xml><?xml version="1.0" encoding="utf-8"?>
<p:tagLst xmlns:p="http://schemas.openxmlformats.org/presentationml/2006/main">
  <p:tag name="RAINPROBLEMTYPE" val="ProblemTypeMarker"/>
</p:tagLst>
</file>

<file path=ppt/tags/tag229.xml><?xml version="1.0" encoding="utf-8"?>
<p:tagLst xmlns:p="http://schemas.openxmlformats.org/presentationml/2006/main">
  <p:tag name="RAINPROBLEMTYPE" val="ProblemTypeMarker"/>
</p:tagLst>
</file>

<file path=ppt/tags/tag230.xml><?xml version="1.0" encoding="utf-8"?>
<p:tagLst xmlns:p="http://schemas.openxmlformats.org/presentationml/2006/main">
  <p:tag name="RAINPROBLEM" val="ProblemSetting"/>
  <p:tag name="RAINPROBLEMTYPE" val="MultipleChoice"/>
</p:tagLst>
</file>

<file path=ppt/tags/tag231.xml><?xml version="1.0" encoding="utf-8"?>
<p:tagLst xmlns:p="http://schemas.openxmlformats.org/presentationml/2006/main">
  <p:tag name="RAINPROBLEM" val="MultipleChoice"/>
  <p:tag name="PROBLEMSCORE" val="2.0"/>
</p:tagLst>
</file>

<file path=ppt/tags/tag232.xml><?xml version="1.0" encoding="utf-8"?>
<p:tagLst xmlns:p="http://schemas.openxmlformats.org/presentationml/2006/main">
  <p:tag name="RAINPROBLEM" val="ProblemRemarkBoard"/>
</p:tagLst>
</file>

<file path=ppt/tags/tag233.xml><?xml version="1.0" encoding="utf-8"?>
<p:tagLst xmlns:p="http://schemas.openxmlformats.org/presentationml/2006/main">
  <p:tag name="RAINPROBLEMTYPE" val="ProblemTypeMarker"/>
</p:tagLst>
</file>

<file path=ppt/tags/tag234.xml><?xml version="1.0" encoding="utf-8"?>
<p:tagLst xmlns:p="http://schemas.openxmlformats.org/presentationml/2006/main">
  <p:tag name="RAINPROBLEMTYPE" val="ProblemTypeMarker"/>
</p:tagLst>
</file>

<file path=ppt/tags/tag235.xml><?xml version="1.0" encoding="utf-8"?>
<p:tagLst xmlns:p="http://schemas.openxmlformats.org/presentationml/2006/main">
  <p:tag name="RAINPROBLEMTYPE" val="ProblemTypeMarker"/>
</p:tagLst>
</file>

<file path=ppt/tags/tag236.xml><?xml version="1.0" encoding="utf-8"?>
<p:tagLst xmlns:p="http://schemas.openxmlformats.org/presentationml/2006/main">
  <p:tag name="RAINPROBLEMTYPE" val="ProblemTypeMarker"/>
</p:tagLst>
</file>

<file path=ppt/tags/tag237.xml><?xml version="1.0" encoding="utf-8"?>
<p:tagLst xmlns:p="http://schemas.openxmlformats.org/presentationml/2006/main">
  <p:tag name="RAINPROBLEMTYPE" val="ProblemTypeMarker"/>
</p:tagLst>
</file>

<file path=ppt/tags/tag238.xml><?xml version="1.0" encoding="utf-8"?>
<p:tagLst xmlns:p="http://schemas.openxmlformats.org/presentationml/2006/main">
  <p:tag name="RAINPROBLEM" val="ProblemBody"/>
</p:tagLst>
</file>

<file path=ppt/tags/tag239.xml><?xml version="1.0" encoding="utf-8"?>
<p:tagLst xmlns:p="http://schemas.openxmlformats.org/presentationml/2006/main">
  <p:tag name="RAINPROBLEM" val="ProblemItem"/>
</p:tagLst>
</file>

<file path=ppt/tags/tag2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1.xml><?xml version="1.0" encoding="utf-8"?>
<p:tagLst xmlns:p="http://schemas.openxmlformats.org/presentationml/2006/main">
  <p:tag name="RAINPROBLEM" val="ProblemItem"/>
</p:tagLst>
</file>

<file path=ppt/tags/tag2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3.xml><?xml version="1.0" encoding="utf-8"?>
<p:tagLst xmlns:p="http://schemas.openxmlformats.org/presentationml/2006/main">
  <p:tag name="RAINPROBLEM" val="ProblemItem"/>
</p:tagLst>
</file>

<file path=ppt/tags/tag2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45.xml><?xml version="1.0" encoding="utf-8"?>
<p:tagLst xmlns:p="http://schemas.openxmlformats.org/presentationml/2006/main">
  <p:tag name="RAINPROBLEM" val="ProblemItem"/>
</p:tagLst>
</file>

<file path=ppt/tags/tag24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47.xml><?xml version="1.0" encoding="utf-8"?>
<p:tagLst xmlns:p="http://schemas.openxmlformats.org/presentationml/2006/main">
  <p:tag name="PROBLEMREMARKTITLE" val="ProblemRemarkBoardTitle"/>
</p:tagLst>
</file>

<file path=ppt/tags/tag248.xml><?xml version="1.0" encoding="utf-8"?>
<p:tagLst xmlns:p="http://schemas.openxmlformats.org/presentationml/2006/main">
  <p:tag name="PROBLEMREMARKTITLE" val="ProblemRemarkBoardTitle"/>
</p:tagLst>
</file>

<file path=ppt/tags/tag249.xml><?xml version="1.0" encoding="utf-8"?>
<p:tagLst xmlns:p="http://schemas.openxmlformats.org/presentationml/2006/main">
  <p:tag name="PROBLEMREMARKTITLE" val="ProblemRemarkBoardTitle"/>
</p:tagLst>
</file>

<file path=ppt/tags/tag250.xml><?xml version="1.0" encoding="utf-8"?>
<p:tagLst xmlns:p="http://schemas.openxmlformats.org/presentationml/2006/main">
  <p:tag name="PROBLEMREMARKTITLE" val="ProblemRemarkBoardTitle"/>
</p:tagLst>
</file>

<file path=ppt/tags/tag251.xml><?xml version="1.0" encoding="utf-8"?>
<p:tagLst xmlns:p="http://schemas.openxmlformats.org/presentationml/2006/main">
  <p:tag name="RAINPROBLEM" val="ProblemSetting"/>
  <p:tag name="RAINPROBLEMTYPE" val="MultipleChoice"/>
</p:tagLst>
</file>

<file path=ppt/tags/tag252.xml><?xml version="1.0" encoding="utf-8"?>
<p:tagLst xmlns:p="http://schemas.openxmlformats.org/presentationml/2006/main">
  <p:tag name="PROBLEMREMARKTITLE" val="ProblemRemarkBoardTip"/>
</p:tagLst>
</file>

<file path=ppt/tags/tag253.xml><?xml version="1.0" encoding="utf-8"?>
<p:tagLst xmlns:p="http://schemas.openxmlformats.org/presentationml/2006/main">
  <p:tag name="RAINPROBLEM" val="ProblemRemark"/>
</p:tagLst>
</file>

<file path=ppt/tags/tag254.xml><?xml version="1.0" encoding="utf-8"?>
<p:tagLst xmlns:p="http://schemas.openxmlformats.org/presentationml/2006/main">
  <p:tag name="RAINPROBLEM" val="ProblemRemark"/>
</p:tagLst>
</file>

<file path=ppt/tags/tag255.xml><?xml version="1.0" encoding="utf-8"?>
<p:tagLst xmlns:p="http://schemas.openxmlformats.org/presentationml/2006/main">
  <p:tag name="RAINPROBLEM" val="ProblemSubmit"/>
  <p:tag name="RAINPROBLEMTYPE" val="MultipleChoice"/>
</p:tagLst>
</file>

<file path=ppt/tags/tag256.xml><?xml version="1.0" encoding="utf-8"?>
<p:tagLst xmlns:p="http://schemas.openxmlformats.org/presentationml/2006/main">
  <p:tag name="RAINPROBLEM" val="MultipleChoice"/>
  <p:tag name="PROBLEMHASREMARK" val="True"/>
</p:tagLst>
</file>

<file path=ppt/tags/tag257.xml><?xml version="1.0" encoding="utf-8"?>
<p:tagLst xmlns:p="http://schemas.openxmlformats.org/presentationml/2006/main">
  <p:tag name="RAINPROBLEM" val="ProblemRemarkBoard"/>
</p:tagLst>
</file>

<file path=ppt/tags/tag258.xml><?xml version="1.0" encoding="utf-8"?>
<p:tagLst xmlns:p="http://schemas.openxmlformats.org/presentationml/2006/main">
  <p:tag name="RAINPROBLEMTYPE" val="ProblemTypeMarker"/>
</p:tagLst>
</file>

<file path=ppt/tags/tag259.xml><?xml version="1.0" encoding="utf-8"?>
<p:tagLst xmlns:p="http://schemas.openxmlformats.org/presentationml/2006/main">
  <p:tag name="RAINPROBLEMTYPE" val="ProblemTypeMarker"/>
</p:tagLst>
</file>

<file path=ppt/tags/tag260.xml><?xml version="1.0" encoding="utf-8"?>
<p:tagLst xmlns:p="http://schemas.openxmlformats.org/presentationml/2006/main">
  <p:tag name="RAINPROBLEMTYPE" val="ProblemTypeMarker"/>
</p:tagLst>
</file>

<file path=ppt/tags/tag261.xml><?xml version="1.0" encoding="utf-8"?>
<p:tagLst xmlns:p="http://schemas.openxmlformats.org/presentationml/2006/main">
  <p:tag name="RAINPROBLEMTYPE" val="ProblemTypeMarker"/>
</p:tagLst>
</file>

<file path=ppt/tags/tag262.xml><?xml version="1.0" encoding="utf-8"?>
<p:tagLst xmlns:p="http://schemas.openxmlformats.org/presentationml/2006/main">
  <p:tag name="RAINPROBLEMTYPE" val="ProblemTypeMarker"/>
</p:tagLst>
</file>

<file path=ppt/tags/tag263.xml><?xml version="1.0" encoding="utf-8"?>
<p:tagLst xmlns:p="http://schemas.openxmlformats.org/presentationml/2006/main">
  <p:tag name="RAINPROBLEM" val="ProblemBody"/>
</p:tagLst>
</file>

<file path=ppt/tags/tag264.xml><?xml version="1.0" encoding="utf-8"?>
<p:tagLst xmlns:p="http://schemas.openxmlformats.org/presentationml/2006/main">
  <p:tag name="RAINPROBLEM" val="ProblemItem"/>
</p:tagLst>
</file>

<file path=ppt/tags/tag2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66.xml><?xml version="1.0" encoding="utf-8"?>
<p:tagLst xmlns:p="http://schemas.openxmlformats.org/presentationml/2006/main">
  <p:tag name="RAINPROBLEM" val="ProblemItem"/>
</p:tagLst>
</file>

<file path=ppt/tags/tag2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68.xml><?xml version="1.0" encoding="utf-8"?>
<p:tagLst xmlns:p="http://schemas.openxmlformats.org/presentationml/2006/main">
  <p:tag name="RAINPROBLEM" val="ProblemItem"/>
</p:tagLst>
</file>

<file path=ppt/tags/tag2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0.xml><?xml version="1.0" encoding="utf-8"?>
<p:tagLst xmlns:p="http://schemas.openxmlformats.org/presentationml/2006/main">
  <p:tag name="RAINPROBLEM" val="ProblemItem"/>
</p:tagLst>
</file>

<file path=ppt/tags/tag2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72.xml><?xml version="1.0" encoding="utf-8"?>
<p:tagLst xmlns:p="http://schemas.openxmlformats.org/presentationml/2006/main">
  <p:tag name="PROBLEMREMARKTITLE" val="ProblemRemarkBoardTitle"/>
</p:tagLst>
</file>

<file path=ppt/tags/tag273.xml><?xml version="1.0" encoding="utf-8"?>
<p:tagLst xmlns:p="http://schemas.openxmlformats.org/presentationml/2006/main">
  <p:tag name="PROBLEMREMARKTITLE" val="ProblemRemarkBoardTitle"/>
</p:tagLst>
</file>

<file path=ppt/tags/tag274.xml><?xml version="1.0" encoding="utf-8"?>
<p:tagLst xmlns:p="http://schemas.openxmlformats.org/presentationml/2006/main">
  <p:tag name="PROBLEMREMARKTITLE" val="ProblemRemarkBoardTitle"/>
</p:tagLst>
</file>

<file path=ppt/tags/tag275.xml><?xml version="1.0" encoding="utf-8"?>
<p:tagLst xmlns:p="http://schemas.openxmlformats.org/presentationml/2006/main">
  <p:tag name="PROBLEMREMARKTITLE" val="ProblemRemarkBoardTitle"/>
</p:tagLst>
</file>

<file path=ppt/tags/tag276.xml><?xml version="1.0" encoding="utf-8"?>
<p:tagLst xmlns:p="http://schemas.openxmlformats.org/presentationml/2006/main">
  <p:tag name="RAINPROBLEM" val="ProblemSetting"/>
  <p:tag name="RAINPROBLEMTYPE" val="MultipleChoice"/>
</p:tagLst>
</file>

<file path=ppt/tags/tag277.xml><?xml version="1.0" encoding="utf-8"?>
<p:tagLst xmlns:p="http://schemas.openxmlformats.org/presentationml/2006/main">
  <p:tag name="PROBLEMREMARKTITLE" val="ProblemRemarkBoardTip"/>
</p:tagLst>
</file>

<file path=ppt/tags/tag278.xml><?xml version="1.0" encoding="utf-8"?>
<p:tagLst xmlns:p="http://schemas.openxmlformats.org/presentationml/2006/main">
  <p:tag name="RAINPROBLEM" val="ProblemRemark"/>
</p:tagLst>
</file>

<file path=ppt/tags/tag279.xml><?xml version="1.0" encoding="utf-8"?>
<p:tagLst xmlns:p="http://schemas.openxmlformats.org/presentationml/2006/main">
  <p:tag name="RAINPROBLEM" val="ProblemRemark"/>
</p:tagLst>
</file>

<file path=ppt/tags/tag280.xml><?xml version="1.0" encoding="utf-8"?>
<p:tagLst xmlns:p="http://schemas.openxmlformats.org/presentationml/2006/main">
  <p:tag name="RAINPROBLEM" val="ProblemSubmit"/>
  <p:tag name="RAINPROBLEMTYPE" val="MultipleChoice"/>
</p:tagLst>
</file>

<file path=ppt/tags/tag281.xml><?xml version="1.0" encoding="utf-8"?>
<p:tagLst xmlns:p="http://schemas.openxmlformats.org/presentationml/2006/main">
  <p:tag name="RAINPROBLEM" val="MultipleChoice"/>
  <p:tag name="PROBLEMHASREMARK" val="True"/>
</p:tagLst>
</file>

<file path=ppt/tags/tag282.xml><?xml version="1.0" encoding="utf-8"?>
<p:tagLst xmlns:p="http://schemas.openxmlformats.org/presentationml/2006/main">
  <p:tag name="RAINPROBLEM" val="ProblemRemarkBoard"/>
</p:tagLst>
</file>

<file path=ppt/tags/tag283.xml><?xml version="1.0" encoding="utf-8"?>
<p:tagLst xmlns:p="http://schemas.openxmlformats.org/presentationml/2006/main">
  <p:tag name="RAINPROBLEMTYPE" val="ProblemTypeMarker"/>
</p:tagLst>
</file>

<file path=ppt/tags/tag284.xml><?xml version="1.0" encoding="utf-8"?>
<p:tagLst xmlns:p="http://schemas.openxmlformats.org/presentationml/2006/main">
  <p:tag name="RAINPROBLEMTYPE" val="ProblemTypeMarker"/>
</p:tagLst>
</file>

<file path=ppt/tags/tag285.xml><?xml version="1.0" encoding="utf-8"?>
<p:tagLst xmlns:p="http://schemas.openxmlformats.org/presentationml/2006/main">
  <p:tag name="RAINPROBLEMTYPE" val="ProblemTypeMarker"/>
</p:tagLst>
</file>

<file path=ppt/tags/tag286.xml><?xml version="1.0" encoding="utf-8"?>
<p:tagLst xmlns:p="http://schemas.openxmlformats.org/presentationml/2006/main">
  <p:tag name="RAINPROBLEMTYPE" val="ProblemTypeMarker"/>
</p:tagLst>
</file>

<file path=ppt/tags/tag287.xml><?xml version="1.0" encoding="utf-8"?>
<p:tagLst xmlns:p="http://schemas.openxmlformats.org/presentationml/2006/main">
  <p:tag name="RAINPROBLEMTYPE" val="ProblemTypeMarker"/>
</p:tagLst>
</file>

<file path=ppt/tags/tag288.xml><?xml version="1.0" encoding="utf-8"?>
<p:tagLst xmlns:p="http://schemas.openxmlformats.org/presentationml/2006/main">
  <p:tag name="RAINPROBLEM" val="ProblemBody"/>
</p:tagLst>
</file>

<file path=ppt/tags/tag289.xml><?xml version="1.0" encoding="utf-8"?>
<p:tagLst xmlns:p="http://schemas.openxmlformats.org/presentationml/2006/main">
  <p:tag name="RAINPROBLEM" val="ProblemItem"/>
</p:tagLst>
</file>

<file path=ppt/tags/tag2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1.xml><?xml version="1.0" encoding="utf-8"?>
<p:tagLst xmlns:p="http://schemas.openxmlformats.org/presentationml/2006/main">
  <p:tag name="RAINPROBLEM" val="ProblemItem"/>
</p:tagLst>
</file>

<file path=ppt/tags/tag29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3.xml><?xml version="1.0" encoding="utf-8"?>
<p:tagLst xmlns:p="http://schemas.openxmlformats.org/presentationml/2006/main">
  <p:tag name="RAINPROBLEM" val="ProblemItem"/>
</p:tagLst>
</file>

<file path=ppt/tags/tag294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295.xml><?xml version="1.0" encoding="utf-8"?>
<p:tagLst xmlns:p="http://schemas.openxmlformats.org/presentationml/2006/main">
  <p:tag name="RAINPROBLEM" val="ProblemItem"/>
</p:tagLst>
</file>

<file path=ppt/tags/tag2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297.xml><?xml version="1.0" encoding="utf-8"?>
<p:tagLst xmlns:p="http://schemas.openxmlformats.org/presentationml/2006/main">
  <p:tag name="PROBLEMREMARKTITLE" val="ProblemRemarkBoardTitle"/>
</p:tagLst>
</file>

<file path=ppt/tags/tag298.xml><?xml version="1.0" encoding="utf-8"?>
<p:tagLst xmlns:p="http://schemas.openxmlformats.org/presentationml/2006/main">
  <p:tag name="PROBLEMREMARKTITLE" val="ProblemRemarkBoardTitle"/>
</p:tagLst>
</file>

<file path=ppt/tags/tag299.xml><?xml version="1.0" encoding="utf-8"?>
<p:tagLst xmlns:p="http://schemas.openxmlformats.org/presentationml/2006/main">
  <p:tag name="PROBLEMREMARKTITLE" val="ProblemRemarkBoardTitle"/>
</p:tagLst>
</file>

<file path=ppt/tags/tag300.xml><?xml version="1.0" encoding="utf-8"?>
<p:tagLst xmlns:p="http://schemas.openxmlformats.org/presentationml/2006/main">
  <p:tag name="PROBLEMREMARKTITLE" val="ProblemRemarkBoardTitle"/>
</p:tagLst>
</file>

<file path=ppt/tags/tag301.xml><?xml version="1.0" encoding="utf-8"?>
<p:tagLst xmlns:p="http://schemas.openxmlformats.org/presentationml/2006/main">
  <p:tag name="RAINPROBLEM" val="ProblemSetting"/>
  <p:tag name="RAINPROBLEMTYPE" val="MultipleChoice"/>
</p:tagLst>
</file>

<file path=ppt/tags/tag302.xml><?xml version="1.0" encoding="utf-8"?>
<p:tagLst xmlns:p="http://schemas.openxmlformats.org/presentationml/2006/main">
  <p:tag name="PROBLEMREMARKTITLE" val="ProblemRemarkBoardTip"/>
</p:tagLst>
</file>

<file path=ppt/tags/tag303.xml><?xml version="1.0" encoding="utf-8"?>
<p:tagLst xmlns:p="http://schemas.openxmlformats.org/presentationml/2006/main">
  <p:tag name="RAINPROBLEM" val="ProblemRemark"/>
</p:tagLst>
</file>

<file path=ppt/tags/tag304.xml><?xml version="1.0" encoding="utf-8"?>
<p:tagLst xmlns:p="http://schemas.openxmlformats.org/presentationml/2006/main">
  <p:tag name="RAINPROBLEM" val="ProblemRemark"/>
</p:tagLst>
</file>

<file path=ppt/tags/tag305.xml><?xml version="1.0" encoding="utf-8"?>
<p:tagLst xmlns:p="http://schemas.openxmlformats.org/presentationml/2006/main">
  <p:tag name="RAINPROBLEM" val="ProblemSubmit"/>
  <p:tag name="RAINPROBLEMTYPE" val="MultipleChoice"/>
</p:tagLst>
</file>

<file path=ppt/tags/tag306.xml><?xml version="1.0" encoding="utf-8"?>
<p:tagLst xmlns:p="http://schemas.openxmlformats.org/presentationml/2006/main">
  <p:tag name="RAINPROBLEM" val="MultipleChoice"/>
  <p:tag name="PROBLEMHASREMARK" val="True"/>
</p:tagLst>
</file>

<file path=ppt/tags/tag307.xml><?xml version="1.0" encoding="utf-8"?>
<p:tagLst xmlns:p="http://schemas.openxmlformats.org/presentationml/2006/main">
  <p:tag name="RAINPROBLEM" val="ProblemRemarkBoard"/>
</p:tagLst>
</file>

<file path=ppt/tags/tag308.xml><?xml version="1.0" encoding="utf-8"?>
<p:tagLst xmlns:p="http://schemas.openxmlformats.org/presentationml/2006/main">
  <p:tag name="RAINPROBLEMTYPE" val="ProblemTypeMarker"/>
</p:tagLst>
</file>

<file path=ppt/tags/tag309.xml><?xml version="1.0" encoding="utf-8"?>
<p:tagLst xmlns:p="http://schemas.openxmlformats.org/presentationml/2006/main">
  <p:tag name="RAINPROBLEMTYPE" val="ProblemTypeMarker"/>
</p:tagLst>
</file>

<file path=ppt/tags/tag310.xml><?xml version="1.0" encoding="utf-8"?>
<p:tagLst xmlns:p="http://schemas.openxmlformats.org/presentationml/2006/main">
  <p:tag name="RAINPROBLEMTYPE" val="ProblemTypeMarker"/>
</p:tagLst>
</file>

<file path=ppt/tags/tag311.xml><?xml version="1.0" encoding="utf-8"?>
<p:tagLst xmlns:p="http://schemas.openxmlformats.org/presentationml/2006/main">
  <p:tag name="RAINPROBLEMTYPE" val="ProblemTypeMarker"/>
</p:tagLst>
</file>

<file path=ppt/tags/tag312.xml><?xml version="1.0" encoding="utf-8"?>
<p:tagLst xmlns:p="http://schemas.openxmlformats.org/presentationml/2006/main">
  <p:tag name="RAINPROBLEMTYPE" val="ProblemTypeMarker"/>
</p:tagLst>
</file>

<file path=ppt/tags/tag313.xml><?xml version="1.0" encoding="utf-8"?>
<p:tagLst xmlns:p="http://schemas.openxmlformats.org/presentationml/2006/main">
  <p:tag name="RAINPROBLEM" val="ProblemBody"/>
</p:tagLst>
</file>

<file path=ppt/tags/tag314.xml><?xml version="1.0" encoding="utf-8"?>
<p:tagLst xmlns:p="http://schemas.openxmlformats.org/presentationml/2006/main">
  <p:tag name="RAINPROBLEM" val="ProblemItem"/>
</p:tagLst>
</file>

<file path=ppt/tags/tag315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6.xml><?xml version="1.0" encoding="utf-8"?>
<p:tagLst xmlns:p="http://schemas.openxmlformats.org/presentationml/2006/main">
  <p:tag name="RAINPROBLEM" val="ProblemItem"/>
</p:tagLst>
</file>

<file path=ppt/tags/tag317.xml><?xml version="1.0" encoding="utf-8"?>
<p:tagLst xmlns:p="http://schemas.openxmlformats.org/presentationml/2006/main">
  <p:tag name="RAINPROBLEM" val="ProblemBullet"/>
  <p:tag name="RAINPROBLEMTYPE" val="MultipleChoiceMA"/>
  <p:tag name="RAINBULLET" val="Wrong"/>
</p:tagLst>
</file>

<file path=ppt/tags/tag318.xml><?xml version="1.0" encoding="utf-8"?>
<p:tagLst xmlns:p="http://schemas.openxmlformats.org/presentationml/2006/main">
  <p:tag name="RAINPROBLEM" val="ProblemItem"/>
</p:tagLst>
</file>

<file path=ppt/tags/tag319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0.xml><?xml version="1.0" encoding="utf-8"?>
<p:tagLst xmlns:p="http://schemas.openxmlformats.org/presentationml/2006/main">
  <p:tag name="RAINPROBLEM" val="ProblemItem"/>
</p:tagLst>
</file>

<file path=ppt/tags/tag321.xml><?xml version="1.0" encoding="utf-8"?>
<p:tagLst xmlns:p="http://schemas.openxmlformats.org/presentationml/2006/main">
  <p:tag name="RAINPROBLEM" val="ProblemBullet"/>
  <p:tag name="RAINPROBLEMTYPE" val="MultipleChoiceMA"/>
  <p:tag name="RAINBULLET" val="Correct"/>
</p:tagLst>
</file>

<file path=ppt/tags/tag322.xml><?xml version="1.0" encoding="utf-8"?>
<p:tagLst xmlns:p="http://schemas.openxmlformats.org/presentationml/2006/main">
  <p:tag name="PROBLEMREMARKTITLE" val="ProblemRemarkBoardTitle"/>
</p:tagLst>
</file>

<file path=ppt/tags/tag323.xml><?xml version="1.0" encoding="utf-8"?>
<p:tagLst xmlns:p="http://schemas.openxmlformats.org/presentationml/2006/main">
  <p:tag name="PROBLEMREMARKTITLE" val="ProblemRemarkBoardTitle"/>
</p:tagLst>
</file>

<file path=ppt/tags/tag324.xml><?xml version="1.0" encoding="utf-8"?>
<p:tagLst xmlns:p="http://schemas.openxmlformats.org/presentationml/2006/main">
  <p:tag name="PROBLEMREMARKTITLE" val="ProblemRemarkBoardTitle"/>
</p:tagLst>
</file>

<file path=ppt/tags/tag325.xml><?xml version="1.0" encoding="utf-8"?>
<p:tagLst xmlns:p="http://schemas.openxmlformats.org/presentationml/2006/main">
  <p:tag name="PROBLEMREMARKTITLE" val="ProblemRemarkBoardTitle"/>
</p:tagLst>
</file>

<file path=ppt/tags/tag326.xml><?xml version="1.0" encoding="utf-8"?>
<p:tagLst xmlns:p="http://schemas.openxmlformats.org/presentationml/2006/main">
  <p:tag name="RAINPROBLEM" val="ProblemSetting"/>
  <p:tag name="RAINPROBLEMTYPE" val="MultipleChoiceMA"/>
</p:tagLst>
</file>

<file path=ppt/tags/tag327.xml><?xml version="1.0" encoding="utf-8"?>
<p:tagLst xmlns:p="http://schemas.openxmlformats.org/presentationml/2006/main">
  <p:tag name="PROBLEMREMARKTITLE" val="ProblemRemarkBoardTip"/>
</p:tagLst>
</file>

<file path=ppt/tags/tag328.xml><?xml version="1.0" encoding="utf-8"?>
<p:tagLst xmlns:p="http://schemas.openxmlformats.org/presentationml/2006/main">
  <p:tag name="RAINPROBLEM" val="ProblemRemark"/>
</p:tagLst>
</file>

<file path=ppt/tags/tag329.xml><?xml version="1.0" encoding="utf-8"?>
<p:tagLst xmlns:p="http://schemas.openxmlformats.org/presentationml/2006/main">
  <p:tag name="RAINPROBLEM" val="ProblemRemark"/>
</p:tagLst>
</file>

<file path=ppt/tags/tag330.xml><?xml version="1.0" encoding="utf-8"?>
<p:tagLst xmlns:p="http://schemas.openxmlformats.org/presentationml/2006/main">
  <p:tag name="RAINPROBLEM" val="ProblemSubmit"/>
  <p:tag name="RAINPROBLEMTYPE" val="MultipleChoiceMA"/>
</p:tagLst>
</file>

<file path=ppt/tags/tag331.xml><?xml version="1.0" encoding="utf-8"?>
<p:tagLst xmlns:p="http://schemas.openxmlformats.org/presentationml/2006/main">
  <p:tag name="RAINPROBLEM" val="MultipleChoiceMA"/>
  <p:tag name="PROBLEMHASREMARK" val="True"/>
</p:tagLst>
</file>

<file path=ppt/tags/tag332.xml><?xml version="1.0" encoding="utf-8"?>
<p:tagLst xmlns:p="http://schemas.openxmlformats.org/presentationml/2006/main">
  <p:tag name="RAINPROBLEM" val="ProblemRemarkBoard"/>
</p:tagLst>
</file>

<file path=ppt/tags/tag333.xml><?xml version="1.0" encoding="utf-8"?>
<p:tagLst xmlns:p="http://schemas.openxmlformats.org/presentationml/2006/main">
  <p:tag name="RAINPROBLEMTYPE" val="ProblemTypeMarker"/>
</p:tagLst>
</file>

<file path=ppt/tags/tag334.xml><?xml version="1.0" encoding="utf-8"?>
<p:tagLst xmlns:p="http://schemas.openxmlformats.org/presentationml/2006/main">
  <p:tag name="RAINPROBLEMTYPE" val="ProblemTypeMarker"/>
</p:tagLst>
</file>

<file path=ppt/tags/tag335.xml><?xml version="1.0" encoding="utf-8"?>
<p:tagLst xmlns:p="http://schemas.openxmlformats.org/presentationml/2006/main">
  <p:tag name="RAINPROBLEMTYPE" val="ProblemTypeMarker"/>
</p:tagLst>
</file>

<file path=ppt/tags/tag336.xml><?xml version="1.0" encoding="utf-8"?>
<p:tagLst xmlns:p="http://schemas.openxmlformats.org/presentationml/2006/main">
  <p:tag name="RAINPROBLEMTYPE" val="ProblemTypeMarker"/>
</p:tagLst>
</file>

<file path=ppt/tags/tag337.xml><?xml version="1.0" encoding="utf-8"?>
<p:tagLst xmlns:p="http://schemas.openxmlformats.org/presentationml/2006/main">
  <p:tag name="RAINPROBLEMTYPE" val="ProblemTypeMarker"/>
</p:tagLst>
</file>

<file path=ppt/tags/tag338.xml><?xml version="1.0" encoding="utf-8"?>
<p:tagLst xmlns:p="http://schemas.openxmlformats.org/presentationml/2006/main">
  <p:tag name="RAINPROBLEM" val="ProblemBody"/>
</p:tagLst>
</file>

<file path=ppt/tags/tag339.xml><?xml version="1.0" encoding="utf-8"?>
<p:tagLst xmlns:p="http://schemas.openxmlformats.org/presentationml/2006/main">
  <p:tag name="RAINPROBLEM" val="ProblemItem"/>
</p:tagLst>
</file>

<file path=ppt/tags/tag3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1.xml><?xml version="1.0" encoding="utf-8"?>
<p:tagLst xmlns:p="http://schemas.openxmlformats.org/presentationml/2006/main">
  <p:tag name="RAINPROBLEM" val="ProblemItem"/>
</p:tagLst>
</file>

<file path=ppt/tags/tag34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43.xml><?xml version="1.0" encoding="utf-8"?>
<p:tagLst xmlns:p="http://schemas.openxmlformats.org/presentationml/2006/main">
  <p:tag name="RAINPROBLEM" val="ProblemItem"/>
</p:tagLst>
</file>

<file path=ppt/tags/tag3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5.xml><?xml version="1.0" encoding="utf-8"?>
<p:tagLst xmlns:p="http://schemas.openxmlformats.org/presentationml/2006/main">
  <p:tag name="RAINPROBLEM" val="ProblemItem"/>
</p:tagLst>
</file>

<file path=ppt/tags/tag34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47.xml><?xml version="1.0" encoding="utf-8"?>
<p:tagLst xmlns:p="http://schemas.openxmlformats.org/presentationml/2006/main">
  <p:tag name="PROBLEMREMARKTITLE" val="ProblemRemarkBoardTitle"/>
</p:tagLst>
</file>

<file path=ppt/tags/tag348.xml><?xml version="1.0" encoding="utf-8"?>
<p:tagLst xmlns:p="http://schemas.openxmlformats.org/presentationml/2006/main">
  <p:tag name="PROBLEMREMARKTITLE" val="ProblemRemarkBoardTitle"/>
</p:tagLst>
</file>

<file path=ppt/tags/tag349.xml><?xml version="1.0" encoding="utf-8"?>
<p:tagLst xmlns:p="http://schemas.openxmlformats.org/presentationml/2006/main">
  <p:tag name="PROBLEMREMARKTITLE" val="ProblemRemarkBoardTitle"/>
</p:tagLst>
</file>

<file path=ppt/tags/tag350.xml><?xml version="1.0" encoding="utf-8"?>
<p:tagLst xmlns:p="http://schemas.openxmlformats.org/presentationml/2006/main">
  <p:tag name="PROBLEMREMARKTITLE" val="ProblemRemarkBoardTitle"/>
</p:tagLst>
</file>

<file path=ppt/tags/tag351.xml><?xml version="1.0" encoding="utf-8"?>
<p:tagLst xmlns:p="http://schemas.openxmlformats.org/presentationml/2006/main">
  <p:tag name="RAINPROBLEM" val="ProblemSetting"/>
  <p:tag name="RAINPROBLEMTYPE" val="MultipleChoice"/>
</p:tagLst>
</file>

<file path=ppt/tags/tag352.xml><?xml version="1.0" encoding="utf-8"?>
<p:tagLst xmlns:p="http://schemas.openxmlformats.org/presentationml/2006/main">
  <p:tag name="PROBLEMREMARKTITLE" val="ProblemRemarkBoardTip"/>
</p:tagLst>
</file>

<file path=ppt/tags/tag353.xml><?xml version="1.0" encoding="utf-8"?>
<p:tagLst xmlns:p="http://schemas.openxmlformats.org/presentationml/2006/main">
  <p:tag name="RAINPROBLEM" val="ProblemRemark"/>
</p:tagLst>
</file>

<file path=ppt/tags/tag354.xml><?xml version="1.0" encoding="utf-8"?>
<p:tagLst xmlns:p="http://schemas.openxmlformats.org/presentationml/2006/main">
  <p:tag name="RAINPROBLEM" val="ProblemRemark"/>
</p:tagLst>
</file>

<file path=ppt/tags/tag355.xml><?xml version="1.0" encoding="utf-8"?>
<p:tagLst xmlns:p="http://schemas.openxmlformats.org/presentationml/2006/main">
  <p:tag name="RAINPROBLEM" val="ProblemSubmit"/>
  <p:tag name="RAINPROBLEMTYPE" val="MultipleChoice"/>
</p:tagLst>
</file>

<file path=ppt/tags/tag356.xml><?xml version="1.0" encoding="utf-8"?>
<p:tagLst xmlns:p="http://schemas.openxmlformats.org/presentationml/2006/main">
  <p:tag name="RAINPROBLEM" val="MultipleChoice"/>
  <p:tag name="PROBLEMHASREMARK" val="True"/>
</p:tagLst>
</file>

<file path=ppt/tags/tag357.xml><?xml version="1.0" encoding="utf-8"?>
<p:tagLst xmlns:p="http://schemas.openxmlformats.org/presentationml/2006/main">
  <p:tag name="RAINPROBLEM" val="ProblemRemarkBoard"/>
</p:tagLst>
</file>

<file path=ppt/tags/tag358.xml><?xml version="1.0" encoding="utf-8"?>
<p:tagLst xmlns:p="http://schemas.openxmlformats.org/presentationml/2006/main">
  <p:tag name="RAINPROBLEMTYPE" val="ProblemTypeMarker"/>
</p:tagLst>
</file>

<file path=ppt/tags/tag359.xml><?xml version="1.0" encoding="utf-8"?>
<p:tagLst xmlns:p="http://schemas.openxmlformats.org/presentationml/2006/main">
  <p:tag name="RAINPROBLEMTYPE" val="ProblemTypeMarker"/>
</p:tagLst>
</file>

<file path=ppt/tags/tag360.xml><?xml version="1.0" encoding="utf-8"?>
<p:tagLst xmlns:p="http://schemas.openxmlformats.org/presentationml/2006/main">
  <p:tag name="RAINPROBLEMTYPE" val="ProblemTypeMarker"/>
</p:tagLst>
</file>

<file path=ppt/tags/tag361.xml><?xml version="1.0" encoding="utf-8"?>
<p:tagLst xmlns:p="http://schemas.openxmlformats.org/presentationml/2006/main">
  <p:tag name="RAINPROBLEMTYPE" val="ProblemTypeMarker"/>
</p:tagLst>
</file>

<file path=ppt/tags/tag362.xml><?xml version="1.0" encoding="utf-8"?>
<p:tagLst xmlns:p="http://schemas.openxmlformats.org/presentationml/2006/main">
  <p:tag name="RAINPROBLEMTYPE" val="ProblemTypeMarker"/>
</p:tagLst>
</file>

<file path=ppt/tags/tag363.xml><?xml version="1.0" encoding="utf-8"?>
<p:tagLst xmlns:p="http://schemas.openxmlformats.org/presentationml/2006/main">
  <p:tag name="RAINPROBLEM" val="ProblemBody"/>
</p:tagLst>
</file>

<file path=ppt/tags/tag364.xml><?xml version="1.0" encoding="utf-8"?>
<p:tagLst xmlns:p="http://schemas.openxmlformats.org/presentationml/2006/main">
  <p:tag name="RAINPROBLEM" val="ProblemItem"/>
</p:tagLst>
</file>

<file path=ppt/tags/tag3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6.xml><?xml version="1.0" encoding="utf-8"?>
<p:tagLst xmlns:p="http://schemas.openxmlformats.org/presentationml/2006/main">
  <p:tag name="RAINPROBLEM" val="ProblemItem"/>
</p:tagLst>
</file>

<file path=ppt/tags/tag36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68.xml><?xml version="1.0" encoding="utf-8"?>
<p:tagLst xmlns:p="http://schemas.openxmlformats.org/presentationml/2006/main">
  <p:tag name="RAINPROBLEM" val="ProblemItem"/>
</p:tagLst>
</file>

<file path=ppt/tags/tag369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70.xml><?xml version="1.0" encoding="utf-8"?>
<p:tagLst xmlns:p="http://schemas.openxmlformats.org/presentationml/2006/main">
  <p:tag name="RAINPROBLEM" val="ProblemItem"/>
</p:tagLst>
</file>

<file path=ppt/tags/tag3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72.xml><?xml version="1.0" encoding="utf-8"?>
<p:tagLst xmlns:p="http://schemas.openxmlformats.org/presentationml/2006/main">
  <p:tag name="PROBLEMREMARKTITLE" val="ProblemRemarkBoardTitle"/>
</p:tagLst>
</file>

<file path=ppt/tags/tag373.xml><?xml version="1.0" encoding="utf-8"?>
<p:tagLst xmlns:p="http://schemas.openxmlformats.org/presentationml/2006/main">
  <p:tag name="PROBLEMREMARKTITLE" val="ProblemRemarkBoardTitle"/>
</p:tagLst>
</file>

<file path=ppt/tags/tag374.xml><?xml version="1.0" encoding="utf-8"?>
<p:tagLst xmlns:p="http://schemas.openxmlformats.org/presentationml/2006/main">
  <p:tag name="PROBLEMREMARKTITLE" val="ProblemRemarkBoardTitle"/>
</p:tagLst>
</file>

<file path=ppt/tags/tag375.xml><?xml version="1.0" encoding="utf-8"?>
<p:tagLst xmlns:p="http://schemas.openxmlformats.org/presentationml/2006/main">
  <p:tag name="PROBLEMREMARKTITLE" val="ProblemRemarkBoardTitle"/>
</p:tagLst>
</file>

<file path=ppt/tags/tag376.xml><?xml version="1.0" encoding="utf-8"?>
<p:tagLst xmlns:p="http://schemas.openxmlformats.org/presentationml/2006/main">
  <p:tag name="RAINPROBLEM" val="ProblemSetting"/>
  <p:tag name="RAINPROBLEMTYPE" val="MultipleChoice"/>
</p:tagLst>
</file>

<file path=ppt/tags/tag377.xml><?xml version="1.0" encoding="utf-8"?>
<p:tagLst xmlns:p="http://schemas.openxmlformats.org/presentationml/2006/main">
  <p:tag name="PROBLEMREMARKTITLE" val="ProblemRemarkBoardTip"/>
</p:tagLst>
</file>

<file path=ppt/tags/tag378.xml><?xml version="1.0" encoding="utf-8"?>
<p:tagLst xmlns:p="http://schemas.openxmlformats.org/presentationml/2006/main">
  <p:tag name="RAINPROBLEM" val="ProblemRemark"/>
</p:tagLst>
</file>

<file path=ppt/tags/tag379.xml><?xml version="1.0" encoding="utf-8"?>
<p:tagLst xmlns:p="http://schemas.openxmlformats.org/presentationml/2006/main">
  <p:tag name="RAINPROBLEM" val="ProblemRemark"/>
</p:tagLst>
</file>

<file path=ppt/tags/tag380.xml><?xml version="1.0" encoding="utf-8"?>
<p:tagLst xmlns:p="http://schemas.openxmlformats.org/presentationml/2006/main">
  <p:tag name="RAINPROBLEM" val="ProblemSubmit"/>
  <p:tag name="RAINPROBLEMTYPE" val="MultipleChoice"/>
</p:tagLst>
</file>

<file path=ppt/tags/tag381.xml><?xml version="1.0" encoding="utf-8"?>
<p:tagLst xmlns:p="http://schemas.openxmlformats.org/presentationml/2006/main">
  <p:tag name="RAINPROBLEM" val="MultipleChoice"/>
  <p:tag name="PROBLEMHASREMARK" val="True"/>
</p:tagLst>
</file>

<file path=ppt/tags/tag382.xml><?xml version="1.0" encoding="utf-8"?>
<p:tagLst xmlns:p="http://schemas.openxmlformats.org/presentationml/2006/main">
  <p:tag name="RAINPROBLEM" val="ProblemRemarkBoard"/>
</p:tagLst>
</file>

<file path=ppt/tags/tag383.xml><?xml version="1.0" encoding="utf-8"?>
<p:tagLst xmlns:p="http://schemas.openxmlformats.org/presentationml/2006/main">
  <p:tag name="RAINPROBLEMTYPE" val="ProblemTypeMarker"/>
</p:tagLst>
</file>

<file path=ppt/tags/tag384.xml><?xml version="1.0" encoding="utf-8"?>
<p:tagLst xmlns:p="http://schemas.openxmlformats.org/presentationml/2006/main">
  <p:tag name="RAINPROBLEMTYPE" val="ProblemTypeMarker"/>
</p:tagLst>
</file>

<file path=ppt/tags/tag385.xml><?xml version="1.0" encoding="utf-8"?>
<p:tagLst xmlns:p="http://schemas.openxmlformats.org/presentationml/2006/main">
  <p:tag name="RAINPROBLEMTYPE" val="ProblemTypeMarker"/>
</p:tagLst>
</file>

<file path=ppt/tags/tag386.xml><?xml version="1.0" encoding="utf-8"?>
<p:tagLst xmlns:p="http://schemas.openxmlformats.org/presentationml/2006/main">
  <p:tag name="RAINPROBLEMTYPE" val="ProblemTypeMarker"/>
</p:tagLst>
</file>

<file path=ppt/tags/tag387.xml><?xml version="1.0" encoding="utf-8"?>
<p:tagLst xmlns:p="http://schemas.openxmlformats.org/presentationml/2006/main">
  <p:tag name="RAINPROBLEMTYPE" val="ProblemTypeMarker"/>
</p:tagLst>
</file>

<file path=ppt/tags/tag388.xml><?xml version="1.0" encoding="utf-8"?>
<p:tagLst xmlns:p="http://schemas.openxmlformats.org/presentationml/2006/main">
  <p:tag name="RAINPROBLEM" val="ProblemBody"/>
</p:tagLst>
</file>

<file path=ppt/tags/tag389.xml><?xml version="1.0" encoding="utf-8"?>
<p:tagLst xmlns:p="http://schemas.openxmlformats.org/presentationml/2006/main">
  <p:tag name="RAINPROBLEM" val="ProblemItem"/>
</p:tagLst>
</file>

<file path=ppt/tags/tag39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1.xml><?xml version="1.0" encoding="utf-8"?>
<p:tagLst xmlns:p="http://schemas.openxmlformats.org/presentationml/2006/main">
  <p:tag name="RAINPROBLEM" val="ProblemItem"/>
</p:tagLst>
</file>

<file path=ppt/tags/tag392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393.xml><?xml version="1.0" encoding="utf-8"?>
<p:tagLst xmlns:p="http://schemas.openxmlformats.org/presentationml/2006/main">
  <p:tag name="RAINPROBLEM" val="ProblemItem"/>
</p:tagLst>
</file>

<file path=ppt/tags/tag39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5.xml><?xml version="1.0" encoding="utf-8"?>
<p:tagLst xmlns:p="http://schemas.openxmlformats.org/presentationml/2006/main">
  <p:tag name="RAINPROBLEM" val="ProblemItem"/>
</p:tagLst>
</file>

<file path=ppt/tags/tag396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397.xml><?xml version="1.0" encoding="utf-8"?>
<p:tagLst xmlns:p="http://schemas.openxmlformats.org/presentationml/2006/main">
  <p:tag name="PROBLEMREMARKTITLE" val="ProblemRemarkBoardTitle"/>
</p:tagLst>
</file>

<file path=ppt/tags/tag398.xml><?xml version="1.0" encoding="utf-8"?>
<p:tagLst xmlns:p="http://schemas.openxmlformats.org/presentationml/2006/main">
  <p:tag name="PROBLEMREMARKTITLE" val="ProblemRemarkBoardTitle"/>
</p:tagLst>
</file>

<file path=ppt/tags/tag399.xml><?xml version="1.0" encoding="utf-8"?>
<p:tagLst xmlns:p="http://schemas.openxmlformats.org/presentationml/2006/main">
  <p:tag name="PROBLEMREMARKTITLE" val="ProblemRemarkBoardTitle"/>
</p:tagLst>
</file>

<file path=ppt/tags/tag400.xml><?xml version="1.0" encoding="utf-8"?>
<p:tagLst xmlns:p="http://schemas.openxmlformats.org/presentationml/2006/main">
  <p:tag name="PROBLEMREMARKTITLE" val="ProblemRemarkBoardTitle"/>
</p:tagLst>
</file>

<file path=ppt/tags/tag401.xml><?xml version="1.0" encoding="utf-8"?>
<p:tagLst xmlns:p="http://schemas.openxmlformats.org/presentationml/2006/main">
  <p:tag name="RAINPROBLEM" val="ProblemSetting"/>
  <p:tag name="RAINPROBLEMTYPE" val="MultipleChoice"/>
</p:tagLst>
</file>

<file path=ppt/tags/tag402.xml><?xml version="1.0" encoding="utf-8"?>
<p:tagLst xmlns:p="http://schemas.openxmlformats.org/presentationml/2006/main">
  <p:tag name="PROBLEMREMARKTITLE" val="ProblemRemarkBoardTip"/>
</p:tagLst>
</file>

<file path=ppt/tags/tag403.xml><?xml version="1.0" encoding="utf-8"?>
<p:tagLst xmlns:p="http://schemas.openxmlformats.org/presentationml/2006/main">
  <p:tag name="RAINPROBLEM" val="ProblemRemark"/>
</p:tagLst>
</file>

<file path=ppt/tags/tag404.xml><?xml version="1.0" encoding="utf-8"?>
<p:tagLst xmlns:p="http://schemas.openxmlformats.org/presentationml/2006/main">
  <p:tag name="RAINPROBLEM" val="ProblemRemark"/>
</p:tagLst>
</file>

<file path=ppt/tags/tag405.xml><?xml version="1.0" encoding="utf-8"?>
<p:tagLst xmlns:p="http://schemas.openxmlformats.org/presentationml/2006/main">
  <p:tag name="RAINPROBLEM" val="ProblemSubmit"/>
  <p:tag name="RAINPROBLEMTYPE" val="MultipleChoice"/>
</p:tagLst>
</file>

<file path=ppt/tags/tag406.xml><?xml version="1.0" encoding="utf-8"?>
<p:tagLst xmlns:p="http://schemas.openxmlformats.org/presentationml/2006/main">
  <p:tag name="RAINPROBLEM" val="MultipleChoice"/>
  <p:tag name="PROBLEMHASREMARK" val="True"/>
</p:tagLst>
</file>

<file path=ppt/tags/tag407.xml><?xml version="1.0" encoding="utf-8"?>
<p:tagLst xmlns:p="http://schemas.openxmlformats.org/presentationml/2006/main">
  <p:tag name="RAINPROBLEM" val="ProblemRemarkBoard"/>
</p:tagLst>
</file>

<file path=ppt/tags/tag408.xml><?xml version="1.0" encoding="utf-8"?>
<p:tagLst xmlns:p="http://schemas.openxmlformats.org/presentationml/2006/main">
  <p:tag name="RAINPROBLEMTYPE" val="ProblemTypeMarker"/>
</p:tagLst>
</file>

<file path=ppt/tags/tag409.xml><?xml version="1.0" encoding="utf-8"?>
<p:tagLst xmlns:p="http://schemas.openxmlformats.org/presentationml/2006/main">
  <p:tag name="RAINPROBLEMTYPE" val="ProblemTypeMarker"/>
</p:tagLst>
</file>

<file path=ppt/tags/tag410.xml><?xml version="1.0" encoding="utf-8"?>
<p:tagLst xmlns:p="http://schemas.openxmlformats.org/presentationml/2006/main">
  <p:tag name="RAINPROBLEMTYPE" val="ProblemTypeMarker"/>
</p:tagLst>
</file>

<file path=ppt/tags/tag411.xml><?xml version="1.0" encoding="utf-8"?>
<p:tagLst xmlns:p="http://schemas.openxmlformats.org/presentationml/2006/main">
  <p:tag name="RAINPROBLEMTYPE" val="ProblemTypeMarker"/>
</p:tagLst>
</file>

<file path=ppt/tags/tag412.xml><?xml version="1.0" encoding="utf-8"?>
<p:tagLst xmlns:p="http://schemas.openxmlformats.org/presentationml/2006/main">
  <p:tag name="RAINPROBLEMTYPE" val="ProblemTypeMarker"/>
</p:tagLst>
</file>

<file path=ppt/tags/tag413.xml><?xml version="1.0" encoding="utf-8"?>
<p:tagLst xmlns:p="http://schemas.openxmlformats.org/presentationml/2006/main">
  <p:tag name="RAINPROBLEM" val="ProblemBody"/>
</p:tagLst>
</file>

<file path=ppt/tags/tag414.xml><?xml version="1.0" encoding="utf-8"?>
<p:tagLst xmlns:p="http://schemas.openxmlformats.org/presentationml/2006/main">
  <p:tag name="RAINPROBLEM" val="ProblemItem"/>
</p:tagLst>
</file>

<file path=ppt/tags/tag415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16.xml><?xml version="1.0" encoding="utf-8"?>
<p:tagLst xmlns:p="http://schemas.openxmlformats.org/presentationml/2006/main">
  <p:tag name="RAINPROBLEM" val="ProblemItem"/>
</p:tagLst>
</file>

<file path=ppt/tags/tag417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18.xml><?xml version="1.0" encoding="utf-8"?>
<p:tagLst xmlns:p="http://schemas.openxmlformats.org/presentationml/2006/main">
  <p:tag name="RAINPROBLEM" val="ProblemItem"/>
</p:tagLst>
</file>

<file path=ppt/tags/tag41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0.xml><?xml version="1.0" encoding="utf-8"?>
<p:tagLst xmlns:p="http://schemas.openxmlformats.org/presentationml/2006/main">
  <p:tag name="RAINPROBLEM" val="ProblemItem"/>
</p:tagLst>
</file>

<file path=ppt/tags/tag42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22.xml><?xml version="1.0" encoding="utf-8"?>
<p:tagLst xmlns:p="http://schemas.openxmlformats.org/presentationml/2006/main">
  <p:tag name="PROBLEMREMARKTITLE" val="ProblemRemarkBoardTitle"/>
</p:tagLst>
</file>

<file path=ppt/tags/tag423.xml><?xml version="1.0" encoding="utf-8"?>
<p:tagLst xmlns:p="http://schemas.openxmlformats.org/presentationml/2006/main">
  <p:tag name="PROBLEMREMARKTITLE" val="ProblemRemarkBoardTitle"/>
</p:tagLst>
</file>

<file path=ppt/tags/tag424.xml><?xml version="1.0" encoding="utf-8"?>
<p:tagLst xmlns:p="http://schemas.openxmlformats.org/presentationml/2006/main">
  <p:tag name="PROBLEMREMARKTITLE" val="ProblemRemarkBoardTitle"/>
</p:tagLst>
</file>

<file path=ppt/tags/tag425.xml><?xml version="1.0" encoding="utf-8"?>
<p:tagLst xmlns:p="http://schemas.openxmlformats.org/presentationml/2006/main">
  <p:tag name="PROBLEMREMARKTITLE" val="ProblemRemarkBoardTitle"/>
</p:tagLst>
</file>

<file path=ppt/tags/tag426.xml><?xml version="1.0" encoding="utf-8"?>
<p:tagLst xmlns:p="http://schemas.openxmlformats.org/presentationml/2006/main">
  <p:tag name="RAINPROBLEM" val="ProblemSetting"/>
  <p:tag name="RAINPROBLEMTYPE" val="MultipleChoice"/>
</p:tagLst>
</file>

<file path=ppt/tags/tag427.xml><?xml version="1.0" encoding="utf-8"?>
<p:tagLst xmlns:p="http://schemas.openxmlformats.org/presentationml/2006/main">
  <p:tag name="PROBLEMREMARKTITLE" val="ProblemRemarkBoardTip"/>
</p:tagLst>
</file>

<file path=ppt/tags/tag428.xml><?xml version="1.0" encoding="utf-8"?>
<p:tagLst xmlns:p="http://schemas.openxmlformats.org/presentationml/2006/main">
  <p:tag name="RAINPROBLEM" val="ProblemRemark"/>
</p:tagLst>
</file>

<file path=ppt/tags/tag429.xml><?xml version="1.0" encoding="utf-8"?>
<p:tagLst xmlns:p="http://schemas.openxmlformats.org/presentationml/2006/main">
  <p:tag name="RAINPROBLEM" val="ProblemRemark"/>
</p:tagLst>
</file>

<file path=ppt/tags/tag430.xml><?xml version="1.0" encoding="utf-8"?>
<p:tagLst xmlns:p="http://schemas.openxmlformats.org/presentationml/2006/main">
  <p:tag name="RAINPROBLEM" val="ProblemSubmit"/>
  <p:tag name="RAINPROBLEMTYPE" val="MultipleChoice"/>
</p:tagLst>
</file>

<file path=ppt/tags/tag431.xml><?xml version="1.0" encoding="utf-8"?>
<p:tagLst xmlns:p="http://schemas.openxmlformats.org/presentationml/2006/main">
  <p:tag name="RAINPROBLEM" val="MultipleChoice"/>
  <p:tag name="PROBLEMHASREMARK" val="True"/>
</p:tagLst>
</file>

<file path=ppt/tags/tag432.xml><?xml version="1.0" encoding="utf-8"?>
<p:tagLst xmlns:p="http://schemas.openxmlformats.org/presentationml/2006/main">
  <p:tag name="RAINPROBLEM" val="ProblemRemarkBoard"/>
</p:tagLst>
</file>

<file path=ppt/tags/tag433.xml><?xml version="1.0" encoding="utf-8"?>
<p:tagLst xmlns:p="http://schemas.openxmlformats.org/presentationml/2006/main">
  <p:tag name="RAINPROBLEMTYPE" val="ProblemTypeMarker"/>
</p:tagLst>
</file>

<file path=ppt/tags/tag434.xml><?xml version="1.0" encoding="utf-8"?>
<p:tagLst xmlns:p="http://schemas.openxmlformats.org/presentationml/2006/main">
  <p:tag name="RAINPROBLEMTYPE" val="ProblemTypeMarker"/>
</p:tagLst>
</file>

<file path=ppt/tags/tag435.xml><?xml version="1.0" encoding="utf-8"?>
<p:tagLst xmlns:p="http://schemas.openxmlformats.org/presentationml/2006/main">
  <p:tag name="RAINPROBLEMTYPE" val="ProblemTypeMarker"/>
</p:tagLst>
</file>

<file path=ppt/tags/tag436.xml><?xml version="1.0" encoding="utf-8"?>
<p:tagLst xmlns:p="http://schemas.openxmlformats.org/presentationml/2006/main">
  <p:tag name="RAINPROBLEMTYPE" val="ProblemTypeMarker"/>
</p:tagLst>
</file>

<file path=ppt/tags/tag437.xml><?xml version="1.0" encoding="utf-8"?>
<p:tagLst xmlns:p="http://schemas.openxmlformats.org/presentationml/2006/main">
  <p:tag name="RAINPROBLEMTYPE" val="ProblemTypeMarker"/>
</p:tagLst>
</file>

<file path=ppt/tags/tag438.xml><?xml version="1.0" encoding="utf-8"?>
<p:tagLst xmlns:p="http://schemas.openxmlformats.org/presentationml/2006/main">
  <p:tag name="RAINPROBLEM" val="ProblemBody"/>
</p:tagLst>
</file>

<file path=ppt/tags/tag439.xml><?xml version="1.0" encoding="utf-8"?>
<p:tagLst xmlns:p="http://schemas.openxmlformats.org/presentationml/2006/main">
  <p:tag name="RAINPROBLEM" val="ProblemItem"/>
</p:tagLst>
</file>

<file path=ppt/tags/tag440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1.xml><?xml version="1.0" encoding="utf-8"?>
<p:tagLst xmlns:p="http://schemas.openxmlformats.org/presentationml/2006/main">
  <p:tag name="RAINPROBLEM" val="ProblemItem"/>
</p:tagLst>
</file>

<file path=ppt/tags/tag442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3.xml><?xml version="1.0" encoding="utf-8"?>
<p:tagLst xmlns:p="http://schemas.openxmlformats.org/presentationml/2006/main">
  <p:tag name="RAINPROBLEM" val="ProblemItem"/>
</p:tagLst>
</file>

<file path=ppt/tags/tag444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45.xml><?xml version="1.0" encoding="utf-8"?>
<p:tagLst xmlns:p="http://schemas.openxmlformats.org/presentationml/2006/main">
  <p:tag name="RAINPROBLEM" val="ProblemItem"/>
</p:tagLst>
</file>

<file path=ppt/tags/tag446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47.xml><?xml version="1.0" encoding="utf-8"?>
<p:tagLst xmlns:p="http://schemas.openxmlformats.org/presentationml/2006/main">
  <p:tag name="PROBLEMREMARKTITLE" val="ProblemRemarkBoardTitle"/>
</p:tagLst>
</file>

<file path=ppt/tags/tag448.xml><?xml version="1.0" encoding="utf-8"?>
<p:tagLst xmlns:p="http://schemas.openxmlformats.org/presentationml/2006/main">
  <p:tag name="PROBLEMREMARKTITLE" val="ProblemRemarkBoardTitle"/>
</p:tagLst>
</file>

<file path=ppt/tags/tag449.xml><?xml version="1.0" encoding="utf-8"?>
<p:tagLst xmlns:p="http://schemas.openxmlformats.org/presentationml/2006/main">
  <p:tag name="PROBLEMREMARKTITLE" val="ProblemRemarkBoardTitle"/>
</p:tagLst>
</file>

<file path=ppt/tags/tag450.xml><?xml version="1.0" encoding="utf-8"?>
<p:tagLst xmlns:p="http://schemas.openxmlformats.org/presentationml/2006/main">
  <p:tag name="PROBLEMREMARKTITLE" val="ProblemRemarkBoardTitle"/>
</p:tagLst>
</file>

<file path=ppt/tags/tag451.xml><?xml version="1.0" encoding="utf-8"?>
<p:tagLst xmlns:p="http://schemas.openxmlformats.org/presentationml/2006/main">
  <p:tag name="RAINPROBLEM" val="ProblemSetting"/>
  <p:tag name="RAINPROBLEMTYPE" val="MultipleChoice"/>
</p:tagLst>
</file>

<file path=ppt/tags/tag452.xml><?xml version="1.0" encoding="utf-8"?>
<p:tagLst xmlns:p="http://schemas.openxmlformats.org/presentationml/2006/main">
  <p:tag name="PROBLEMREMARKTITLE" val="ProblemRemarkBoardTip"/>
</p:tagLst>
</file>

<file path=ppt/tags/tag453.xml><?xml version="1.0" encoding="utf-8"?>
<p:tagLst xmlns:p="http://schemas.openxmlformats.org/presentationml/2006/main">
  <p:tag name="RAINPROBLEM" val="ProblemRemark"/>
</p:tagLst>
</file>

<file path=ppt/tags/tag454.xml><?xml version="1.0" encoding="utf-8"?>
<p:tagLst xmlns:p="http://schemas.openxmlformats.org/presentationml/2006/main">
  <p:tag name="RAINPROBLEM" val="ProblemRemark"/>
</p:tagLst>
</file>

<file path=ppt/tags/tag455.xml><?xml version="1.0" encoding="utf-8"?>
<p:tagLst xmlns:p="http://schemas.openxmlformats.org/presentationml/2006/main">
  <p:tag name="RAINPROBLEM" val="ProblemSubmit"/>
  <p:tag name="RAINPROBLEMTYPE" val="MultipleChoice"/>
</p:tagLst>
</file>

<file path=ppt/tags/tag456.xml><?xml version="1.0" encoding="utf-8"?>
<p:tagLst xmlns:p="http://schemas.openxmlformats.org/presentationml/2006/main">
  <p:tag name="RAINPROBLEM" val="MultipleChoice"/>
  <p:tag name="PROBLEMHASREMARK" val="True"/>
</p:tagLst>
</file>

<file path=ppt/tags/tag457.xml><?xml version="1.0" encoding="utf-8"?>
<p:tagLst xmlns:p="http://schemas.openxmlformats.org/presentationml/2006/main">
  <p:tag name="RAINPROBLEM" val="ProblemRemarkBoard"/>
</p:tagLst>
</file>

<file path=ppt/tags/tag458.xml><?xml version="1.0" encoding="utf-8"?>
<p:tagLst xmlns:p="http://schemas.openxmlformats.org/presentationml/2006/main">
  <p:tag name="RAINPROBLEMTYPE" val="ProblemTypeMarker"/>
</p:tagLst>
</file>

<file path=ppt/tags/tag459.xml><?xml version="1.0" encoding="utf-8"?>
<p:tagLst xmlns:p="http://schemas.openxmlformats.org/presentationml/2006/main">
  <p:tag name="RAINPROBLEMTYPE" val="ProblemTypeMarker"/>
</p:tagLst>
</file>

<file path=ppt/tags/tag460.xml><?xml version="1.0" encoding="utf-8"?>
<p:tagLst xmlns:p="http://schemas.openxmlformats.org/presentationml/2006/main">
  <p:tag name="RAINPROBLEMTYPE" val="ProblemTypeMarker"/>
</p:tagLst>
</file>

<file path=ppt/tags/tag461.xml><?xml version="1.0" encoding="utf-8"?>
<p:tagLst xmlns:p="http://schemas.openxmlformats.org/presentationml/2006/main">
  <p:tag name="RAINPROBLEMTYPE" val="ProblemTypeMarker"/>
</p:tagLst>
</file>

<file path=ppt/tags/tag462.xml><?xml version="1.0" encoding="utf-8"?>
<p:tagLst xmlns:p="http://schemas.openxmlformats.org/presentationml/2006/main">
  <p:tag name="RAINPROBLEMTYPE" val="ProblemTypeMarker"/>
</p:tagLst>
</file>

<file path=ppt/tags/tag463.xml><?xml version="1.0" encoding="utf-8"?>
<p:tagLst xmlns:p="http://schemas.openxmlformats.org/presentationml/2006/main">
  <p:tag name="RAINPROBLEM" val="ProblemBody"/>
</p:tagLst>
</file>

<file path=ppt/tags/tag464.xml><?xml version="1.0" encoding="utf-8"?>
<p:tagLst xmlns:p="http://schemas.openxmlformats.org/presentationml/2006/main">
  <p:tag name="RAINPROBLEM" val="ProblemItem"/>
</p:tagLst>
</file>

<file path=ppt/tags/tag465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66.xml><?xml version="1.0" encoding="utf-8"?>
<p:tagLst xmlns:p="http://schemas.openxmlformats.org/presentationml/2006/main">
  <p:tag name="RAINPROBLEM" val="ProblemItem"/>
</p:tagLst>
</file>

<file path=ppt/tags/tag467.xml><?xml version="1.0" encoding="utf-8"?>
<p:tagLst xmlns:p="http://schemas.openxmlformats.org/presentationml/2006/main">
  <p:tag name="RAINPROBLEM" val="ProblemBullet"/>
  <p:tag name="RAINPROBLEMTYPE" val="MultipleChoice"/>
  <p:tag name="RAINBULLET" val="Correct"/>
</p:tagLst>
</file>

<file path=ppt/tags/tag468.xml><?xml version="1.0" encoding="utf-8"?>
<p:tagLst xmlns:p="http://schemas.openxmlformats.org/presentationml/2006/main">
  <p:tag name="RAINPROBLEM" val="ProblemItem"/>
</p:tagLst>
</file>

<file path=ppt/tags/tag469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70.xml><?xml version="1.0" encoding="utf-8"?>
<p:tagLst xmlns:p="http://schemas.openxmlformats.org/presentationml/2006/main">
  <p:tag name="RAINPROBLEM" val="ProblemItem"/>
</p:tagLst>
</file>

<file path=ppt/tags/tag471.xml><?xml version="1.0" encoding="utf-8"?>
<p:tagLst xmlns:p="http://schemas.openxmlformats.org/presentationml/2006/main">
  <p:tag name="RAINPROBLEM" val="ProblemBullet"/>
  <p:tag name="RAINPROBLEMTYPE" val="MultipleChoice"/>
  <p:tag name="RAINBULLET" val="Wrong"/>
</p:tagLst>
</file>

<file path=ppt/tags/tag472.xml><?xml version="1.0" encoding="utf-8"?>
<p:tagLst xmlns:p="http://schemas.openxmlformats.org/presentationml/2006/main">
  <p:tag name="PROBLEMREMARKTITLE" val="ProblemRemarkBoardTitle"/>
</p:tagLst>
</file>

<file path=ppt/tags/tag473.xml><?xml version="1.0" encoding="utf-8"?>
<p:tagLst xmlns:p="http://schemas.openxmlformats.org/presentationml/2006/main">
  <p:tag name="PROBLEMREMARKTITLE" val="ProblemRemarkBoardTitle"/>
</p:tagLst>
</file>

<file path=ppt/tags/tag474.xml><?xml version="1.0" encoding="utf-8"?>
<p:tagLst xmlns:p="http://schemas.openxmlformats.org/presentationml/2006/main">
  <p:tag name="PROBLEMREMARKTITLE" val="ProblemRemarkBoardTitle"/>
</p:tagLst>
</file>

<file path=ppt/tags/tag475.xml><?xml version="1.0" encoding="utf-8"?>
<p:tagLst xmlns:p="http://schemas.openxmlformats.org/presentationml/2006/main">
  <p:tag name="PROBLEMREMARKTITLE" val="ProblemRemarkBoardTitle"/>
</p:tagLst>
</file>

<file path=ppt/tags/tag476.xml><?xml version="1.0" encoding="utf-8"?>
<p:tagLst xmlns:p="http://schemas.openxmlformats.org/presentationml/2006/main">
  <p:tag name="RAINPROBLEM" val="ProblemSetting"/>
  <p:tag name="RAINPROBLEMTYPE" val="MultipleChoice"/>
</p:tagLst>
</file>

<file path=ppt/tags/tag477.xml><?xml version="1.0" encoding="utf-8"?>
<p:tagLst xmlns:p="http://schemas.openxmlformats.org/presentationml/2006/main">
  <p:tag name="PROBLEMREMARKTITLE" val="ProblemRemarkBoardTip"/>
</p:tagLst>
</file>

<file path=ppt/tags/tag478.xml><?xml version="1.0" encoding="utf-8"?>
<p:tagLst xmlns:p="http://schemas.openxmlformats.org/presentationml/2006/main">
  <p:tag name="RAINPROBLEM" val="ProblemRemark"/>
</p:tagLst>
</file>

<file path=ppt/tags/tag479.xml><?xml version="1.0" encoding="utf-8"?>
<p:tagLst xmlns:p="http://schemas.openxmlformats.org/presentationml/2006/main">
  <p:tag name="RAINPROBLEM" val="ProblemRemark"/>
</p:tagLst>
</file>

<file path=ppt/tags/tag480.xml><?xml version="1.0" encoding="utf-8"?>
<p:tagLst xmlns:p="http://schemas.openxmlformats.org/presentationml/2006/main">
  <p:tag name="RAINPROBLEM" val="ProblemSubmit"/>
  <p:tag name="RAINPROBLEMTYPE" val="MultipleChoice"/>
</p:tagLst>
</file>

<file path=ppt/tags/tag481.xml><?xml version="1.0" encoding="utf-8"?>
<p:tagLst xmlns:p="http://schemas.openxmlformats.org/presentationml/2006/main">
  <p:tag name="RAINPROBLEM" val="MultipleChoice"/>
  <p:tag name="PROBLEMHASREMARK" val="True"/>
</p:tagLst>
</file>

<file path=ppt/tags/tag482.xml><?xml version="1.0" encoding="utf-8"?>
<p:tagLst xmlns:p="http://schemas.openxmlformats.org/presentationml/2006/main">
  <p:tag name="resource_record_key" val="{&quot;71&quot;:[76235680142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">
      <a:dk1>
        <a:srgbClr val="000000"/>
      </a:dk1>
      <a:lt1>
        <a:srgbClr val="FFFFFF"/>
      </a:lt1>
      <a:dk2>
        <a:srgbClr val="3C2908"/>
      </a:dk2>
      <a:lt2>
        <a:srgbClr val="FFF9F0"/>
      </a:lt2>
      <a:accent1>
        <a:srgbClr val="BF5449"/>
      </a:accent1>
      <a:accent2>
        <a:srgbClr val="DB8461"/>
      </a:accent2>
      <a:accent3>
        <a:srgbClr val="DFAA75"/>
      </a:accent3>
      <a:accent4>
        <a:srgbClr val="99966E"/>
      </a:accent4>
      <a:accent5>
        <a:srgbClr val="936C47"/>
      </a:accent5>
      <a:accent6>
        <a:srgbClr val="6B7B4F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2450</Words>
  <Application>WPS 演示</Application>
  <PresentationFormat>宽屏</PresentationFormat>
  <Paragraphs>455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1_WPS</vt:lpstr>
      <vt:lpstr>信息系统分析与设计</vt:lpstr>
      <vt:lpstr>课堂测试 · 第01章 信息系统与智能体概述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Milly</cp:lastModifiedBy>
  <cp:revision>160</cp:revision>
  <dcterms:created xsi:type="dcterms:W3CDTF">2019-06-19T02:08:00Z</dcterms:created>
  <dcterms:modified xsi:type="dcterms:W3CDTF">2026-09-11T08:06:15Z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AD62D347518B4DFFACA5881708FBEA1C_11</vt:lpwstr>
  </property>
</Properties>
</file>