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159.xml" ContentType="application/vnd.openxmlformats-officedocument.presentationml.tags+xml"/>
  <Override PartName="/ppt/tags/tag2160.xml" ContentType="application/vnd.openxmlformats-officedocument.presentationml.tags+xml"/>
  <Override PartName="/ppt/tags/tag2161.xml" ContentType="application/vnd.openxmlformats-officedocument.presentationml.tags+xml"/>
  <Override PartName="/ppt/tags/tag2162.xml" ContentType="application/vnd.openxmlformats-officedocument.presentationml.tags+xml"/>
  <Override PartName="/ppt/tags/tag2163.xml" ContentType="application/vnd.openxmlformats-officedocument.presentationml.tags+xml"/>
  <Override PartName="/ppt/tags/tag2164.xml" ContentType="application/vnd.openxmlformats-officedocument.presentationml.tags+xml"/>
  <Override PartName="/ppt/tags/tag2165.xml" ContentType="application/vnd.openxmlformats-officedocument.presentationml.tags+xml"/>
  <Override PartName="/ppt/tags/tag2166.xml" ContentType="application/vnd.openxmlformats-officedocument.presentationml.tags+xml"/>
  <Override PartName="/ppt/tags/tag2167.xml" ContentType="application/vnd.openxmlformats-officedocument.presentationml.tags+xml"/>
  <Override PartName="/ppt/tags/tag2168.xml" ContentType="application/vnd.openxmlformats-officedocument.presentationml.tags+xml"/>
  <Override PartName="/ppt/tags/tag2169.xml" ContentType="application/vnd.openxmlformats-officedocument.presentationml.tags+xml"/>
  <Override PartName="/ppt/tags/tag2170.xml" ContentType="application/vnd.openxmlformats-officedocument.presentationml.tags+xml"/>
  <Override PartName="/ppt/tags/tag2171.xml" ContentType="application/vnd.openxmlformats-officedocument.presentationml.tags+xml"/>
  <Override PartName="/ppt/tags/tag2172.xml" ContentType="application/vnd.openxmlformats-officedocument.presentationml.tags+xml"/>
  <Override PartName="/ppt/tags/tag2173.xml" ContentType="application/vnd.openxmlformats-officedocument.presentationml.tags+xml"/>
  <Override PartName="/ppt/tags/tag2174.xml" ContentType="application/vnd.openxmlformats-officedocument.presentationml.tags+xml"/>
  <Override PartName="/ppt/tags/tag2175.xml" ContentType="application/vnd.openxmlformats-officedocument.presentationml.tags+xml"/>
  <Override PartName="/ppt/tags/tag2176.xml" ContentType="application/vnd.openxmlformats-officedocument.presentationml.tags+xml"/>
  <Override PartName="/ppt/tags/tag2177.xml" ContentType="application/vnd.openxmlformats-officedocument.presentationml.tags+xml"/>
  <Override PartName="/ppt/tags/tag2178.xml" ContentType="application/vnd.openxmlformats-officedocument.presentationml.tags+xml"/>
  <Override PartName="/ppt/tags/tag2179.xml" ContentType="application/vnd.openxmlformats-officedocument.presentationml.tags+xml"/>
  <Override PartName="/ppt/tags/tag2180.xml" ContentType="application/vnd.openxmlformats-officedocument.presentationml.tags+xml"/>
  <Override PartName="/ppt/tags/tag2181.xml" ContentType="application/vnd.openxmlformats-officedocument.presentationml.tags+xml"/>
  <Override PartName="/ppt/tags/tag2182.xml" ContentType="application/vnd.openxmlformats-officedocument.presentationml.tags+xml"/>
  <Override PartName="/ppt/tags/tag2183.xml" ContentType="application/vnd.openxmlformats-officedocument.presentationml.tags+xml"/>
  <Override PartName="/ppt/tags/tag2184.xml" ContentType="application/vnd.openxmlformats-officedocument.presentationml.tags+xml"/>
  <Override PartName="/ppt/tags/tag2185.xml" ContentType="application/vnd.openxmlformats-officedocument.presentationml.tags+xml"/>
  <Override PartName="/ppt/tags/tag2186.xml" ContentType="application/vnd.openxmlformats-officedocument.presentationml.tags+xml"/>
  <Override PartName="/ppt/tags/tag2187.xml" ContentType="application/vnd.openxmlformats-officedocument.presentationml.tags+xml"/>
  <Override PartName="/ppt/tags/tag2188.xml" ContentType="application/vnd.openxmlformats-officedocument.presentationml.tags+xml"/>
  <Override PartName="/ppt/tags/tag2189.xml" ContentType="application/vnd.openxmlformats-officedocument.presentationml.tags+xml"/>
  <Override PartName="/ppt/tags/tag2190.xml" ContentType="application/vnd.openxmlformats-officedocument.presentationml.tags+xml"/>
  <Override PartName="/ppt/tags/tag2191.xml" ContentType="application/vnd.openxmlformats-officedocument.presentationml.tags+xml"/>
  <Override PartName="/ppt/tags/tag2192.xml" ContentType="application/vnd.openxmlformats-officedocument.presentationml.tags+xml"/>
  <Override PartName="/ppt/tags/tag2193.xml" ContentType="application/vnd.openxmlformats-officedocument.presentationml.tags+xml"/>
  <Override PartName="/ppt/tags/tag2194.xml" ContentType="application/vnd.openxmlformats-officedocument.presentationml.tags+xml"/>
  <Override PartName="/ppt/tags/tag2195.xml" ContentType="application/vnd.openxmlformats-officedocument.presentationml.tags+xml"/>
  <Override PartName="/ppt/tags/tag2196.xml" ContentType="application/vnd.openxmlformats-officedocument.presentationml.tags+xml"/>
  <Override PartName="/ppt/tags/tag2197.xml" ContentType="application/vnd.openxmlformats-officedocument.presentationml.tags+xml"/>
  <Override PartName="/ppt/tags/tag2198.xml" ContentType="application/vnd.openxmlformats-officedocument.presentationml.tags+xml"/>
  <Override PartName="/ppt/tags/tag2199.xml" ContentType="application/vnd.openxmlformats-officedocument.presentationml.tags+xml"/>
  <Override PartName="/ppt/tags/tag22.xml" ContentType="application/vnd.openxmlformats-officedocument.presentationml.tags+xml"/>
  <Override PartName="/ppt/tags/tag2200.xml" ContentType="application/vnd.openxmlformats-officedocument.presentationml.tags+xml"/>
  <Override PartName="/ppt/tags/tag2201.xml" ContentType="application/vnd.openxmlformats-officedocument.presentationml.tags+xml"/>
  <Override PartName="/ppt/tags/tag2202.xml" ContentType="application/vnd.openxmlformats-officedocument.presentationml.tags+xml"/>
  <Override PartName="/ppt/tags/tag2203.xml" ContentType="application/vnd.openxmlformats-officedocument.presentationml.tags+xml"/>
  <Override PartName="/ppt/tags/tag2204.xml" ContentType="application/vnd.openxmlformats-officedocument.presentationml.tags+xml"/>
  <Override PartName="/ppt/tags/tag2205.xml" ContentType="application/vnd.openxmlformats-officedocument.presentationml.tags+xml"/>
  <Override PartName="/ppt/tags/tag2206.xml" ContentType="application/vnd.openxmlformats-officedocument.presentationml.tags+xml"/>
  <Override PartName="/ppt/tags/tag2207.xml" ContentType="application/vnd.openxmlformats-officedocument.presentationml.tags+xml"/>
  <Override PartName="/ppt/tags/tag2208.xml" ContentType="application/vnd.openxmlformats-officedocument.presentationml.tags+xml"/>
  <Override PartName="/ppt/tags/tag2209.xml" ContentType="application/vnd.openxmlformats-officedocument.presentationml.tags+xml"/>
  <Override PartName="/ppt/tags/tag2210.xml" ContentType="application/vnd.openxmlformats-officedocument.presentationml.tags+xml"/>
  <Override PartName="/ppt/tags/tag2211.xml" ContentType="application/vnd.openxmlformats-officedocument.presentationml.tags+xml"/>
  <Override PartName="/ppt/tags/tag2212.xml" ContentType="application/vnd.openxmlformats-officedocument.presentationml.tags+xml"/>
  <Override PartName="/ppt/tags/tag2213.xml" ContentType="application/vnd.openxmlformats-officedocument.presentationml.tags+xml"/>
  <Override PartName="/ppt/tags/tag2214.xml" ContentType="application/vnd.openxmlformats-officedocument.presentationml.tags+xml"/>
  <Override PartName="/ppt/tags/tag2215.xml" ContentType="application/vnd.openxmlformats-officedocument.presentationml.tags+xml"/>
  <Override PartName="/ppt/tags/tag2216.xml" ContentType="application/vnd.openxmlformats-officedocument.presentationml.tags+xml"/>
  <Override PartName="/ppt/tags/tag2217.xml" ContentType="application/vnd.openxmlformats-officedocument.presentationml.tags+xml"/>
  <Override PartName="/ppt/tags/tag2218.xml" ContentType="application/vnd.openxmlformats-officedocument.presentationml.tags+xml"/>
  <Override PartName="/ppt/tags/tag2219.xml" ContentType="application/vnd.openxmlformats-officedocument.presentationml.tags+xml"/>
  <Override PartName="/ppt/tags/tag2220.xml" ContentType="application/vnd.openxmlformats-officedocument.presentationml.tags+xml"/>
  <Override PartName="/ppt/tags/tag2221.xml" ContentType="application/vnd.openxmlformats-officedocument.presentationml.tags+xml"/>
  <Override PartName="/ppt/tags/tag2222.xml" ContentType="application/vnd.openxmlformats-officedocument.presentationml.tags+xml"/>
  <Override PartName="/ppt/tags/tag2223.xml" ContentType="application/vnd.openxmlformats-officedocument.presentationml.tags+xml"/>
  <Override PartName="/ppt/tags/tag2224.xml" ContentType="application/vnd.openxmlformats-officedocument.presentationml.tags+xml"/>
  <Override PartName="/ppt/tags/tag2225.xml" ContentType="application/vnd.openxmlformats-officedocument.presentationml.tags+xml"/>
  <Override PartName="/ppt/tags/tag2226.xml" ContentType="application/vnd.openxmlformats-officedocument.presentationml.tags+xml"/>
  <Override PartName="/ppt/tags/tag2227.xml" ContentType="application/vnd.openxmlformats-officedocument.presentationml.tags+xml"/>
  <Override PartName="/ppt/tags/tag2228.xml" ContentType="application/vnd.openxmlformats-officedocument.presentationml.tags+xml"/>
  <Override PartName="/ppt/tags/tag2229.xml" ContentType="application/vnd.openxmlformats-officedocument.presentationml.tags+xml"/>
  <Override PartName="/ppt/tags/tag2230.xml" ContentType="application/vnd.openxmlformats-officedocument.presentationml.tags+xml"/>
  <Override PartName="/ppt/tags/tag2231.xml" ContentType="application/vnd.openxmlformats-officedocument.presentationml.tags+xml"/>
  <Override PartName="/ppt/tags/tag2232.xml" ContentType="application/vnd.openxmlformats-officedocument.presentationml.tags+xml"/>
  <Override PartName="/ppt/tags/tag2233.xml" ContentType="application/vnd.openxmlformats-officedocument.presentationml.tags+xml"/>
  <Override PartName="/ppt/tags/tag2234.xml" ContentType="application/vnd.openxmlformats-officedocument.presentationml.tags+xml"/>
  <Override PartName="/ppt/tags/tag2235.xml" ContentType="application/vnd.openxmlformats-officedocument.presentationml.tags+xml"/>
  <Override PartName="/ppt/tags/tag2236.xml" ContentType="application/vnd.openxmlformats-officedocument.presentationml.tags+xml"/>
  <Override PartName="/ppt/tags/tag2237.xml" ContentType="application/vnd.openxmlformats-officedocument.presentationml.tags+xml"/>
  <Override PartName="/ppt/tags/tag2238.xml" ContentType="application/vnd.openxmlformats-officedocument.presentationml.tags+xml"/>
  <Override PartName="/ppt/tags/tag2239.xml" ContentType="application/vnd.openxmlformats-officedocument.presentationml.tags+xml"/>
  <Override PartName="/ppt/tags/tag2240.xml" ContentType="application/vnd.openxmlformats-officedocument.presentationml.tags+xml"/>
  <Override PartName="/ppt/tags/tag2241.xml" ContentType="application/vnd.openxmlformats-officedocument.presentationml.tags+xml"/>
  <Override PartName="/ppt/tags/tag2242.xml" ContentType="application/vnd.openxmlformats-officedocument.presentationml.tags+xml"/>
  <Override PartName="/ppt/tags/tag2243.xml" ContentType="application/vnd.openxmlformats-officedocument.presentationml.tags+xml"/>
  <Override PartName="/ppt/tags/tag2244.xml" ContentType="application/vnd.openxmlformats-officedocument.presentationml.tags+xml"/>
  <Override PartName="/ppt/tags/tag2245.xml" ContentType="application/vnd.openxmlformats-officedocument.presentationml.tags+xml"/>
  <Override PartName="/ppt/tags/tag2246.xml" ContentType="application/vnd.openxmlformats-officedocument.presentationml.tags+xml"/>
  <Override PartName="/ppt/tags/tag2247.xml" ContentType="application/vnd.openxmlformats-officedocument.presentationml.tags+xml"/>
  <Override PartName="/ppt/tags/tag2248.xml" ContentType="application/vnd.openxmlformats-officedocument.presentationml.tags+xml"/>
  <Override PartName="/ppt/tags/tag2249.xml" ContentType="application/vnd.openxmlformats-officedocument.presentationml.tags+xml"/>
  <Override PartName="/ppt/tags/tag2250.xml" ContentType="application/vnd.openxmlformats-officedocument.presentationml.tags+xml"/>
  <Override PartName="/ppt/tags/tag2251.xml" ContentType="application/vnd.openxmlformats-officedocument.presentationml.tags+xml"/>
  <Override PartName="/ppt/tags/tag2252.xml" ContentType="application/vnd.openxmlformats-officedocument.presentationml.tags+xml"/>
  <Override PartName="/ppt/tags/tag2253.xml" ContentType="application/vnd.openxmlformats-officedocument.presentationml.tags+xml"/>
  <Override PartName="/ppt/tags/tag2254.xml" ContentType="application/vnd.openxmlformats-officedocument.presentationml.tags+xml"/>
  <Override PartName="/ppt/tags/tag2255.xml" ContentType="application/vnd.openxmlformats-officedocument.presentationml.tags+xml"/>
  <Override PartName="/ppt/tags/tag2256.xml" ContentType="application/vnd.openxmlformats-officedocument.presentationml.tags+xml"/>
  <Override PartName="/ppt/tags/tag2257.xml" ContentType="application/vnd.openxmlformats-officedocument.presentationml.tags+xml"/>
  <Override PartName="/ppt/tags/tag2258.xml" ContentType="application/vnd.openxmlformats-officedocument.presentationml.tags+xml"/>
  <Override PartName="/ppt/tags/tag2259.xml" ContentType="application/vnd.openxmlformats-officedocument.presentationml.tags+xml"/>
  <Override PartName="/ppt/tags/tag2260.xml" ContentType="application/vnd.openxmlformats-officedocument.presentationml.tags+xml"/>
  <Override PartName="/ppt/tags/tag2261.xml" ContentType="application/vnd.openxmlformats-officedocument.presentationml.tags+xml"/>
  <Override PartName="/ppt/tags/tag2262.xml" ContentType="application/vnd.openxmlformats-officedocument.presentationml.tags+xml"/>
  <Override PartName="/ppt/tags/tag2263.xml" ContentType="application/vnd.openxmlformats-officedocument.presentationml.tags+xml"/>
  <Override PartName="/ppt/tags/tag2264.xml" ContentType="application/vnd.openxmlformats-officedocument.presentationml.tags+xml"/>
  <Override PartName="/ppt/tags/tag2265.xml" ContentType="application/vnd.openxmlformats-officedocument.presentationml.tags+xml"/>
  <Override PartName="/ppt/tags/tag2266.xml" ContentType="application/vnd.openxmlformats-officedocument.presentationml.tags+xml"/>
  <Override PartName="/ppt/tags/tag2267.xml" ContentType="application/vnd.openxmlformats-officedocument.presentationml.tags+xml"/>
  <Override PartName="/ppt/tags/tag2268.xml" ContentType="application/vnd.openxmlformats-officedocument.presentationml.tags+xml"/>
  <Override PartName="/ppt/tags/tag2269.xml" ContentType="application/vnd.openxmlformats-officedocument.presentationml.tags+xml"/>
  <Override PartName="/ppt/tags/tag2270.xml" ContentType="application/vnd.openxmlformats-officedocument.presentationml.tags+xml"/>
  <Override PartName="/ppt/tags/tag2271.xml" ContentType="application/vnd.openxmlformats-officedocument.presentationml.tags+xml"/>
  <Override PartName="/ppt/tags/tag2272.xml" ContentType="application/vnd.openxmlformats-officedocument.presentationml.tags+xml"/>
  <Override PartName="/ppt/tags/tag2273.xml" ContentType="application/vnd.openxmlformats-officedocument.presentationml.tags+xml"/>
  <Override PartName="/ppt/tags/tag2274.xml" ContentType="application/vnd.openxmlformats-officedocument.presentationml.tags+xml"/>
  <Override PartName="/ppt/tags/tag2275.xml" ContentType="application/vnd.openxmlformats-officedocument.presentationml.tags+xml"/>
  <Override PartName="/ppt/tags/tag2276.xml" ContentType="application/vnd.openxmlformats-officedocument.presentationml.tags+xml"/>
  <Override PartName="/ppt/tags/tag2277.xml" ContentType="application/vnd.openxmlformats-officedocument.presentationml.tags+xml"/>
  <Override PartName="/ppt/tags/tag2278.xml" ContentType="application/vnd.openxmlformats-officedocument.presentationml.tags+xml"/>
  <Override PartName="/ppt/tags/tag2279.xml" ContentType="application/vnd.openxmlformats-officedocument.presentationml.tags+xml"/>
  <Override PartName="/ppt/tags/tag2280.xml" ContentType="application/vnd.openxmlformats-officedocument.presentationml.tags+xml"/>
  <Override PartName="/ppt/tags/tag2281.xml" ContentType="application/vnd.openxmlformats-officedocument.presentationml.tags+xml"/>
  <Override PartName="/ppt/tags/tag2282.xml" ContentType="application/vnd.openxmlformats-officedocument.presentationml.tags+xml"/>
  <Override PartName="/ppt/tags/tag2283.xml" ContentType="application/vnd.openxmlformats-officedocument.presentationml.tags+xml"/>
  <Override PartName="/ppt/tags/tag2284.xml" ContentType="application/vnd.openxmlformats-officedocument.presentationml.tags+xml"/>
  <Override PartName="/ppt/tags/tag2285.xml" ContentType="application/vnd.openxmlformats-officedocument.presentationml.tags+xml"/>
  <Override PartName="/ppt/tags/tag2286.xml" ContentType="application/vnd.openxmlformats-officedocument.presentationml.tags+xml"/>
  <Override PartName="/ppt/tags/tag2287.xml" ContentType="application/vnd.openxmlformats-officedocument.presentationml.tags+xml"/>
  <Override PartName="/ppt/tags/tag2288.xml" ContentType="application/vnd.openxmlformats-officedocument.presentationml.tags+xml"/>
  <Override PartName="/ppt/tags/tag2289.xml" ContentType="application/vnd.openxmlformats-officedocument.presentationml.tags+xml"/>
  <Override PartName="/ppt/tags/tag2290.xml" ContentType="application/vnd.openxmlformats-officedocument.presentationml.tags+xml"/>
  <Override PartName="/ppt/tags/tag2291.xml" ContentType="application/vnd.openxmlformats-officedocument.presentationml.tags+xml"/>
  <Override PartName="/ppt/tags/tag2292.xml" ContentType="application/vnd.openxmlformats-officedocument.presentationml.tags+xml"/>
  <Override PartName="/ppt/tags/tag2293.xml" ContentType="application/vnd.openxmlformats-officedocument.presentationml.tags+xml"/>
  <Override PartName="/ppt/tags/tag2294.xml" ContentType="application/vnd.openxmlformats-officedocument.presentationml.tags+xml"/>
  <Override PartName="/ppt/tags/tag2295.xml" ContentType="application/vnd.openxmlformats-officedocument.presentationml.tags+xml"/>
  <Override PartName="/ppt/tags/tag2296.xml" ContentType="application/vnd.openxmlformats-officedocument.presentationml.tags+xml"/>
  <Override PartName="/ppt/tags/tag2297.xml" ContentType="application/vnd.openxmlformats-officedocument.presentationml.tags+xml"/>
  <Override PartName="/ppt/tags/tag2298.xml" ContentType="application/vnd.openxmlformats-officedocument.presentationml.tags+xml"/>
  <Override PartName="/ppt/tags/tag2299.xml" ContentType="application/vnd.openxmlformats-officedocument.presentationml.tags+xml"/>
  <Override PartName="/ppt/tags/tag23.xml" ContentType="application/vnd.openxmlformats-officedocument.presentationml.tags+xml"/>
  <Override PartName="/ppt/tags/tag2300.xml" ContentType="application/vnd.openxmlformats-officedocument.presentationml.tags+xml"/>
  <Override PartName="/ppt/tags/tag2301.xml" ContentType="application/vnd.openxmlformats-officedocument.presentationml.tags+xml"/>
  <Override PartName="/ppt/tags/tag2302.xml" ContentType="application/vnd.openxmlformats-officedocument.presentationml.tags+xml"/>
  <Override PartName="/ppt/tags/tag2303.xml" ContentType="application/vnd.openxmlformats-officedocument.presentationml.tags+xml"/>
  <Override PartName="/ppt/tags/tag2304.xml" ContentType="application/vnd.openxmlformats-officedocument.presentationml.tags+xml"/>
  <Override PartName="/ppt/tags/tag2305.xml" ContentType="application/vnd.openxmlformats-officedocument.presentationml.tags+xml"/>
  <Override PartName="/ppt/tags/tag2306.xml" ContentType="application/vnd.openxmlformats-officedocument.presentationml.tags+xml"/>
  <Override PartName="/ppt/tags/tag2307.xml" ContentType="application/vnd.openxmlformats-officedocument.presentationml.tags+xml"/>
  <Override PartName="/ppt/tags/tag2308.xml" ContentType="application/vnd.openxmlformats-officedocument.presentationml.tags+xml"/>
  <Override PartName="/ppt/tags/tag2309.xml" ContentType="application/vnd.openxmlformats-officedocument.presentationml.tags+xml"/>
  <Override PartName="/ppt/tags/tag2310.xml" ContentType="application/vnd.openxmlformats-officedocument.presentationml.tags+xml"/>
  <Override PartName="/ppt/tags/tag2311.xml" ContentType="application/vnd.openxmlformats-officedocument.presentationml.tags+xml"/>
  <Override PartName="/ppt/tags/tag2312.xml" ContentType="application/vnd.openxmlformats-officedocument.presentationml.tags+xml"/>
  <Override PartName="/ppt/tags/tag2313.xml" ContentType="application/vnd.openxmlformats-officedocument.presentationml.tags+xml"/>
  <Override PartName="/ppt/tags/tag2314.xml" ContentType="application/vnd.openxmlformats-officedocument.presentationml.tags+xml"/>
  <Override PartName="/ppt/tags/tag2315.xml" ContentType="application/vnd.openxmlformats-officedocument.presentationml.tags+xml"/>
  <Override PartName="/ppt/tags/tag2316.xml" ContentType="application/vnd.openxmlformats-officedocument.presentationml.tags+xml"/>
  <Override PartName="/ppt/tags/tag2317.xml" ContentType="application/vnd.openxmlformats-officedocument.presentationml.tags+xml"/>
  <Override PartName="/ppt/tags/tag2318.xml" ContentType="application/vnd.openxmlformats-officedocument.presentationml.tags+xml"/>
  <Override PartName="/ppt/tags/tag2319.xml" ContentType="application/vnd.openxmlformats-officedocument.presentationml.tags+xml"/>
  <Override PartName="/ppt/tags/tag2320.xml" ContentType="application/vnd.openxmlformats-officedocument.presentationml.tags+xml"/>
  <Override PartName="/ppt/tags/tag2321.xml" ContentType="application/vnd.openxmlformats-officedocument.presentationml.tags+xml"/>
  <Override PartName="/ppt/tags/tag2322.xml" ContentType="application/vnd.openxmlformats-officedocument.presentationml.tags+xml"/>
  <Override PartName="/ppt/tags/tag2323.xml" ContentType="application/vnd.openxmlformats-officedocument.presentationml.tags+xml"/>
  <Override PartName="/ppt/tags/tag2324.xml" ContentType="application/vnd.openxmlformats-officedocument.presentationml.tags+xml"/>
  <Override PartName="/ppt/tags/tag2325.xml" ContentType="application/vnd.openxmlformats-officedocument.presentationml.tags+xml"/>
  <Override PartName="/ppt/tags/tag2326.xml" ContentType="application/vnd.openxmlformats-officedocument.presentationml.tags+xml"/>
  <Override PartName="/ppt/tags/tag2327.xml" ContentType="application/vnd.openxmlformats-officedocument.presentationml.tags+xml"/>
  <Override PartName="/ppt/tags/tag2328.xml" ContentType="application/vnd.openxmlformats-officedocument.presentationml.tags+xml"/>
  <Override PartName="/ppt/tags/tag2329.xml" ContentType="application/vnd.openxmlformats-officedocument.presentationml.tags+xml"/>
  <Override PartName="/ppt/tags/tag2330.xml" ContentType="application/vnd.openxmlformats-officedocument.presentationml.tags+xml"/>
  <Override PartName="/ppt/tags/tag2331.xml" ContentType="application/vnd.openxmlformats-officedocument.presentationml.tags+xml"/>
  <Override PartName="/ppt/tags/tag2332.xml" ContentType="application/vnd.openxmlformats-officedocument.presentationml.tags+xml"/>
  <Override PartName="/ppt/tags/tag2333.xml" ContentType="application/vnd.openxmlformats-officedocument.presentationml.tags+xml"/>
  <Override PartName="/ppt/tags/tag2334.xml" ContentType="application/vnd.openxmlformats-officedocument.presentationml.tags+xml"/>
  <Override PartName="/ppt/tags/tag2335.xml" ContentType="application/vnd.openxmlformats-officedocument.presentationml.tags+xml"/>
  <Override PartName="/ppt/tags/tag2336.xml" ContentType="application/vnd.openxmlformats-officedocument.presentationml.tags+xml"/>
  <Override PartName="/ppt/tags/tag2337.xml" ContentType="application/vnd.openxmlformats-officedocument.presentationml.tags+xml"/>
  <Override PartName="/ppt/tags/tag2338.xml" ContentType="application/vnd.openxmlformats-officedocument.presentationml.tags+xml"/>
  <Override PartName="/ppt/tags/tag2339.xml" ContentType="application/vnd.openxmlformats-officedocument.presentationml.tags+xml"/>
  <Override PartName="/ppt/tags/tag2340.xml" ContentType="application/vnd.openxmlformats-officedocument.presentationml.tags+xml"/>
  <Override PartName="/ppt/tags/tag2341.xml" ContentType="application/vnd.openxmlformats-officedocument.presentationml.tags+xml"/>
  <Override PartName="/ppt/tags/tag2342.xml" ContentType="application/vnd.openxmlformats-officedocument.presentationml.tags+xml"/>
  <Override PartName="/ppt/tags/tag2343.xml" ContentType="application/vnd.openxmlformats-officedocument.presentationml.tags+xml"/>
  <Override PartName="/ppt/tags/tag2344.xml" ContentType="application/vnd.openxmlformats-officedocument.presentationml.tags+xml"/>
  <Override PartName="/ppt/tags/tag2345.xml" ContentType="application/vnd.openxmlformats-officedocument.presentationml.tags+xml"/>
  <Override PartName="/ppt/tags/tag2346.xml" ContentType="application/vnd.openxmlformats-officedocument.presentationml.tags+xml"/>
  <Override PartName="/ppt/tags/tag2347.xml" ContentType="application/vnd.openxmlformats-officedocument.presentationml.tags+xml"/>
  <Override PartName="/ppt/tags/tag2348.xml" ContentType="application/vnd.openxmlformats-officedocument.presentationml.tags+xml"/>
  <Override PartName="/ppt/tags/tag2349.xml" ContentType="application/vnd.openxmlformats-officedocument.presentationml.tags+xml"/>
  <Override PartName="/ppt/tags/tag2350.xml" ContentType="application/vnd.openxmlformats-officedocument.presentationml.tags+xml"/>
  <Override PartName="/ppt/tags/tag2351.xml" ContentType="application/vnd.openxmlformats-officedocument.presentationml.tags+xml"/>
  <Override PartName="/ppt/tags/tag2352.xml" ContentType="application/vnd.openxmlformats-officedocument.presentationml.tags+xml"/>
  <Override PartName="/ppt/tags/tag2353.xml" ContentType="application/vnd.openxmlformats-officedocument.presentationml.tags+xml"/>
  <Override PartName="/ppt/tags/tag2354.xml" ContentType="application/vnd.openxmlformats-officedocument.presentationml.tags+xml"/>
  <Override PartName="/ppt/tags/tag2355.xml" ContentType="application/vnd.openxmlformats-officedocument.presentationml.tags+xml"/>
  <Override PartName="/ppt/tags/tag2356.xml" ContentType="application/vnd.openxmlformats-officedocument.presentationml.tags+xml"/>
  <Override PartName="/ppt/tags/tag2357.xml" ContentType="application/vnd.openxmlformats-officedocument.presentationml.tags+xml"/>
  <Override PartName="/ppt/tags/tag2358.xml" ContentType="application/vnd.openxmlformats-officedocument.presentationml.tags+xml"/>
  <Override PartName="/ppt/tags/tag2359.xml" ContentType="application/vnd.openxmlformats-officedocument.presentationml.tags+xml"/>
  <Override PartName="/ppt/tags/tag2360.xml" ContentType="application/vnd.openxmlformats-officedocument.presentationml.tags+xml"/>
  <Override PartName="/ppt/tags/tag2361.xml" ContentType="application/vnd.openxmlformats-officedocument.presentationml.tags+xml"/>
  <Override PartName="/ppt/tags/tag2362.xml" ContentType="application/vnd.openxmlformats-officedocument.presentationml.tags+xml"/>
  <Override PartName="/ppt/tags/tag2363.xml" ContentType="application/vnd.openxmlformats-officedocument.presentationml.tags+xml"/>
  <Override PartName="/ppt/tags/tag2364.xml" ContentType="application/vnd.openxmlformats-officedocument.presentationml.tags+xml"/>
  <Override PartName="/ppt/tags/tag2365.xml" ContentType="application/vnd.openxmlformats-officedocument.presentationml.tags+xml"/>
  <Override PartName="/ppt/tags/tag2366.xml" ContentType="application/vnd.openxmlformats-officedocument.presentationml.tags+xml"/>
  <Override PartName="/ppt/tags/tag2367.xml" ContentType="application/vnd.openxmlformats-officedocument.presentationml.tags+xml"/>
  <Override PartName="/ppt/tags/tag2368.xml" ContentType="application/vnd.openxmlformats-officedocument.presentationml.tags+xml"/>
  <Override PartName="/ppt/tags/tag2369.xml" ContentType="application/vnd.openxmlformats-officedocument.presentationml.tags+xml"/>
  <Override PartName="/ppt/tags/tag2370.xml" ContentType="application/vnd.openxmlformats-officedocument.presentationml.tags+xml"/>
  <Override PartName="/ppt/tags/tag2371.xml" ContentType="application/vnd.openxmlformats-officedocument.presentationml.tags+xml"/>
  <Override PartName="/ppt/tags/tag2372.xml" ContentType="application/vnd.openxmlformats-officedocument.presentationml.tags+xml"/>
  <Override PartName="/ppt/tags/tag2373.xml" ContentType="application/vnd.openxmlformats-officedocument.presentationml.tags+xml"/>
  <Override PartName="/ppt/tags/tag2374.xml" ContentType="application/vnd.openxmlformats-officedocument.presentationml.tags+xml"/>
  <Override PartName="/ppt/tags/tag2375.xml" ContentType="application/vnd.openxmlformats-officedocument.presentationml.tags+xml"/>
  <Override PartName="/ppt/tags/tag2376.xml" ContentType="application/vnd.openxmlformats-officedocument.presentationml.tags+xml"/>
  <Override PartName="/ppt/tags/tag2377.xml" ContentType="application/vnd.openxmlformats-officedocument.presentationml.tags+xml"/>
  <Override PartName="/ppt/tags/tag2378.xml" ContentType="application/vnd.openxmlformats-officedocument.presentationml.tags+xml"/>
  <Override PartName="/ppt/tags/tag2379.xml" ContentType="application/vnd.openxmlformats-officedocument.presentationml.tags+xml"/>
  <Override PartName="/ppt/tags/tag2380.xml" ContentType="application/vnd.openxmlformats-officedocument.presentationml.tags+xml"/>
  <Override PartName="/ppt/tags/tag2381.xml" ContentType="application/vnd.openxmlformats-officedocument.presentationml.tags+xml"/>
  <Override PartName="/ppt/tags/tag2382.xml" ContentType="application/vnd.openxmlformats-officedocument.presentationml.tags+xml"/>
  <Override PartName="/ppt/tags/tag2383.xml" ContentType="application/vnd.openxmlformats-officedocument.presentationml.tags+xml"/>
  <Override PartName="/ppt/tags/tag2384.xml" ContentType="application/vnd.openxmlformats-officedocument.presentationml.tags+xml"/>
  <Override PartName="/ppt/tags/tag2385.xml" ContentType="application/vnd.openxmlformats-officedocument.presentationml.tags+xml"/>
  <Override PartName="/ppt/tags/tag2386.xml" ContentType="application/vnd.openxmlformats-officedocument.presentationml.tags+xml"/>
  <Override PartName="/ppt/tags/tag2387.xml" ContentType="application/vnd.openxmlformats-officedocument.presentationml.tags+xml"/>
  <Override PartName="/ppt/tags/tag2388.xml" ContentType="application/vnd.openxmlformats-officedocument.presentationml.tags+xml"/>
  <Override PartName="/ppt/tags/tag2389.xml" ContentType="application/vnd.openxmlformats-officedocument.presentationml.tags+xml"/>
  <Override PartName="/ppt/tags/tag2390.xml" ContentType="application/vnd.openxmlformats-officedocument.presentationml.tags+xml"/>
  <Override PartName="/ppt/tags/tag2391.xml" ContentType="application/vnd.openxmlformats-officedocument.presentationml.tags+xml"/>
  <Override PartName="/ppt/tags/tag2392.xml" ContentType="application/vnd.openxmlformats-officedocument.presentationml.tags+xml"/>
  <Override PartName="/ppt/tags/tag2393.xml" ContentType="application/vnd.openxmlformats-officedocument.presentationml.tags+xml"/>
  <Override PartName="/ppt/tags/tag2394.xml" ContentType="application/vnd.openxmlformats-officedocument.presentationml.tags+xml"/>
  <Override PartName="/ppt/tags/tag2395.xml" ContentType="application/vnd.openxmlformats-officedocument.presentationml.tags+xml"/>
  <Override PartName="/ppt/tags/tag2396.xml" ContentType="application/vnd.openxmlformats-officedocument.presentationml.tags+xml"/>
  <Override PartName="/ppt/tags/tag2397.xml" ContentType="application/vnd.openxmlformats-officedocument.presentationml.tags+xml"/>
  <Override PartName="/ppt/tags/tag2398.xml" ContentType="application/vnd.openxmlformats-officedocument.presentationml.tags+xml"/>
  <Override PartName="/ppt/tags/tag2399.xml" ContentType="application/vnd.openxmlformats-officedocument.presentationml.tags+xml"/>
  <Override PartName="/ppt/tags/tag24.xml" ContentType="application/vnd.openxmlformats-officedocument.presentationml.tags+xml"/>
  <Override PartName="/ppt/tags/tag2400.xml" ContentType="application/vnd.openxmlformats-officedocument.presentationml.tags+xml"/>
  <Override PartName="/ppt/tags/tag2401.xml" ContentType="application/vnd.openxmlformats-officedocument.presentationml.tags+xml"/>
  <Override PartName="/ppt/tags/tag2402.xml" ContentType="application/vnd.openxmlformats-officedocument.presentationml.tags+xml"/>
  <Override PartName="/ppt/tags/tag2403.xml" ContentType="application/vnd.openxmlformats-officedocument.presentationml.tags+xml"/>
  <Override PartName="/ppt/tags/tag2404.xml" ContentType="application/vnd.openxmlformats-officedocument.presentationml.tags+xml"/>
  <Override PartName="/ppt/tags/tag2405.xml" ContentType="application/vnd.openxmlformats-officedocument.presentationml.tags+xml"/>
  <Override PartName="/ppt/tags/tag2406.xml" ContentType="application/vnd.openxmlformats-officedocument.presentationml.tags+xml"/>
  <Override PartName="/ppt/tags/tag2407.xml" ContentType="application/vnd.openxmlformats-officedocument.presentationml.tags+xml"/>
  <Override PartName="/ppt/tags/tag2408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56" r:id="rId3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3a284598-0e29-4bcc-8f10-7776425ba88f}">
          <p14:sldIdLst>
            <p14:sldId id="256"/>
          </p14:sldIdLst>
        </p14:section>
        <p14:section name="ch1" id="{d2e06d3c-54bd-4908-a893-a31f3724ba11}">
          <p14:sldIdLst>
            <p14:sldId id="257"/>
            <p14:sldId id="258"/>
            <p14:sldId id="259"/>
          </p14:sldIdLst>
        </p14:section>
        <p14:section name="ch2" id="{9243656e-8cdb-4d44-8729-ce06bddfad62}">
          <p14:sldIdLst>
            <p14:sldId id="262"/>
            <p14:sldId id="261"/>
            <p14:sldId id="260"/>
          </p14:sldIdLst>
        </p14:section>
        <p14:section name="ch3" id="{9e0cd0b5-8198-4093-84cf-3778d52f21f7}">
          <p14:sldIdLst>
            <p14:sldId id="263"/>
            <p14:sldId id="264"/>
            <p14:sldId id="265"/>
            <p14:sldId id="266"/>
          </p14:sldIdLst>
        </p14:section>
        <p14:section name="ch4" id="{01be23f7-c997-475c-941e-87bae54b8c92}">
          <p14:sldIdLst>
            <p14:sldId id="267"/>
            <p14:sldId id="268"/>
            <p14:sldId id="269"/>
          </p14:sldIdLst>
        </p14:section>
        <p14:section name="ch5" id="{95cf910f-a3a5-4190-937e-2ed4d3df3c1d}">
          <p14:sldIdLst>
            <p14:sldId id="270"/>
            <p14:sldId id="271"/>
          </p14:sldIdLst>
        </p14:section>
        <p14:section name="ch6" id="{a035fd72-1483-44f0-8ac7-1f13960946c8}">
          <p14:sldIdLst>
            <p14:sldId id="272"/>
            <p14:sldId id="273"/>
            <p14:sldId id="274"/>
            <p14:sldId id="275"/>
          </p14:sldIdLst>
        </p14:section>
        <p14:section name="ch7" id="{24f589d4-665d-4fc7-99d2-ace5cc0c911a}">
          <p14:sldIdLst>
            <p14:sldId id="276"/>
            <p14:sldId id="277"/>
            <p14:sldId id="278"/>
          </p14:sldIdLst>
        </p14:section>
        <p14:section name="ch8" id="{50c99227-c692-438b-851c-cada430d3961}">
          <p14:sldIdLst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ch9" id="{aefd41b4-88f0-46ee-9365-5e24b20a5c04}">
          <p14:sldIdLst>
            <p14:sldId id="285"/>
            <p14:sldId id="286"/>
            <p14:sldId id="287"/>
          </p14:sldIdLst>
        </p14:section>
        <p14:section name="ch10" id="{626a3dca-c6de-405d-b881-25667b31d23b}">
          <p14:sldIdLst>
            <p14:sldId id="288"/>
            <p14:sldId id="289"/>
            <p14:sldId id="290"/>
          </p14:sldIdLst>
        </p14:section>
        <p14:section name="ch11" id="{5a97981a-f0ee-4582-a685-14237da14fc1}">
          <p14:sldIdLst>
            <p14:sldId id="292"/>
            <p14:sldId id="291"/>
          </p14:sldIdLst>
        </p14:section>
        <p14:section name="ch12" id="{7aa1e7fb-9862-43d9-b1eb-1df284e1c576}">
          <p14:sldIdLst>
            <p14:sldId id="293"/>
            <p14:sldId id="294"/>
            <p14:sldId id="295"/>
            <p14:sldId id="296"/>
          </p14:sldIdLst>
        </p14:section>
        <p14:section name="ch13" id="{b3cb5a09-d424-45c7-bbe2-c5f4ce19bd79}">
          <p14:sldIdLst>
            <p14:sldId id="297"/>
            <p14:sldId id="298"/>
          </p14:sldIdLst>
        </p14:section>
        <p14:section name="ch14" id="{3efc7207-38d8-46a5-8d41-916b73c6bb8f}">
          <p14:sldIdLst>
            <p14:sldId id="299"/>
            <p14:sldId id="300"/>
          </p14:sldIdLst>
        </p14:section>
        <p14:section name="ch15" id="{b5595902-4a67-41e6-b525-3b6e768ea1d5}">
          <p14:sldIdLst>
            <p14:sldId id="301"/>
            <p14:sldId id="302"/>
            <p14:sldId id="303"/>
          </p14:sldIdLst>
        </p14:section>
        <p14:section name="ch16" id="{03dbc854-96bc-4388-b35f-c1897d3f08c2}">
          <p14:sldIdLst>
            <p14:sldId id="304"/>
            <p14:sldId id="305"/>
          </p14:sldIdLst>
        </p14:section>
        <p14:section name="ch17" id="{7c73581b-a559-410e-b9d6-28d27dff6914}">
          <p14:sldIdLst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9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</p14:sldIdLst>
        </p14:section>
        <p14:section name="无标题节" id="{d6b238d0-bfe7-4415-9dd3-a61e432f39e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晓敏" initials="王晓敏" lastIdx="0" clrIdx="0"/>
  <p:cmAuthor id="2" name="cc gg" initials="cg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55" Type="http://schemas.openxmlformats.org/officeDocument/2006/relationships/presProps" Target="presProps.xml"/><Relationship Id="rId156" Type="http://schemas.openxmlformats.org/officeDocument/2006/relationships/viewProps" Target="viewProps.xml"/><Relationship Id="rId157" Type="http://schemas.openxmlformats.org/officeDocument/2006/relationships/tableStyles" Target="tableStyles.xml"/><Relationship Id="rId158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tags" Target="../tags/tag2159.xml"/><Relationship Id="rId2" Type="http://schemas.openxmlformats.org/officeDocument/2006/relationships/tags" Target="../tags/tag2160.xml"/><Relationship Id="rId3" Type="http://schemas.openxmlformats.org/officeDocument/2006/relationships/tags" Target="../tags/tag2161.xml"/><Relationship Id="rId4" Type="http://schemas.openxmlformats.org/officeDocument/2006/relationships/tags" Target="../tags/tag2162.xml"/><Relationship Id="rId5" Type="http://schemas.openxmlformats.org/officeDocument/2006/relationships/tags" Target="../tags/tag2163.xml"/><Relationship Id="rId6" Type="http://schemas.openxmlformats.org/officeDocument/2006/relationships/tags" Target="../tags/tag2164.xml"/><Relationship Id="rId7" Type="http://schemas.openxmlformats.org/officeDocument/2006/relationships/tags" Target="../tags/tag2165.xml"/><Relationship Id="rId8" Type="http://schemas.openxmlformats.org/officeDocument/2006/relationships/tags" Target="../tags/tag2166.xml"/><Relationship Id="rId9" Type="http://schemas.openxmlformats.org/officeDocument/2006/relationships/tags" Target="../tags/tag2167.xml"/><Relationship Id="rId10" Type="http://schemas.openxmlformats.org/officeDocument/2006/relationships/tags" Target="../tags/tag2168.xml"/><Relationship Id="rId11" Type="http://schemas.openxmlformats.org/officeDocument/2006/relationships/tags" Target="../tags/tag2169.xml"/><Relationship Id="rId12" Type="http://schemas.openxmlformats.org/officeDocument/2006/relationships/tags" Target="../tags/tag2170.xml"/><Relationship Id="rId13" Type="http://schemas.openxmlformats.org/officeDocument/2006/relationships/tags" Target="../tags/tag2171.xml"/><Relationship Id="rId14" Type="http://schemas.openxmlformats.org/officeDocument/2006/relationships/tags" Target="../tags/tag2172.xml"/><Relationship Id="rId15" Type="http://schemas.openxmlformats.org/officeDocument/2006/relationships/tags" Target="../tags/tag2173.xml"/><Relationship Id="rId16" Type="http://schemas.openxmlformats.org/officeDocument/2006/relationships/tags" Target="../tags/tag2174.xml"/><Relationship Id="rId17" Type="http://schemas.openxmlformats.org/officeDocument/2006/relationships/tags" Target="../tags/tag2175.xml"/><Relationship Id="rId18" Type="http://schemas.openxmlformats.org/officeDocument/2006/relationships/tags" Target="../tags/tag2176.xml"/><Relationship Id="rId19" Type="http://schemas.openxmlformats.org/officeDocument/2006/relationships/tags" Target="../tags/tag2177.xml"/><Relationship Id="rId20" Type="http://schemas.openxmlformats.org/officeDocument/2006/relationships/tags" Target="../tags/tag2178.xml"/><Relationship Id="rId21" Type="http://schemas.openxmlformats.org/officeDocument/2006/relationships/image" Target="../media/image1.png"/><Relationship Id="rId22" Type="http://schemas.openxmlformats.org/officeDocument/2006/relationships/tags" Target="../tags/tag2179.xml"/><Relationship Id="rId23" Type="http://schemas.openxmlformats.org/officeDocument/2006/relationships/tags" Target="../tags/tag2180.xml"/><Relationship Id="rId24" Type="http://schemas.openxmlformats.org/officeDocument/2006/relationships/tags" Target="../tags/tag2181.xml"/><Relationship Id="rId25" Type="http://schemas.openxmlformats.org/officeDocument/2006/relationships/tags" Target="../tags/tag2182.xml"/><Relationship Id="rId26" Type="http://schemas.openxmlformats.org/officeDocument/2006/relationships/tags" Target="../tags/tag2183.xml"/><Relationship Id="rId27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tags" Target="../tags/tag2184.xml"/><Relationship Id="rId2" Type="http://schemas.openxmlformats.org/officeDocument/2006/relationships/tags" Target="../tags/tag2185.xml"/><Relationship Id="rId3" Type="http://schemas.openxmlformats.org/officeDocument/2006/relationships/tags" Target="../tags/tag2186.xml"/><Relationship Id="rId4" Type="http://schemas.openxmlformats.org/officeDocument/2006/relationships/tags" Target="../tags/tag2187.xml"/><Relationship Id="rId5" Type="http://schemas.openxmlformats.org/officeDocument/2006/relationships/tags" Target="../tags/tag2188.xml"/><Relationship Id="rId6" Type="http://schemas.openxmlformats.org/officeDocument/2006/relationships/tags" Target="../tags/tag2189.xml"/><Relationship Id="rId7" Type="http://schemas.openxmlformats.org/officeDocument/2006/relationships/tags" Target="../tags/tag2190.xml"/><Relationship Id="rId8" Type="http://schemas.openxmlformats.org/officeDocument/2006/relationships/tags" Target="../tags/tag2191.xml"/><Relationship Id="rId9" Type="http://schemas.openxmlformats.org/officeDocument/2006/relationships/tags" Target="../tags/tag2192.xml"/><Relationship Id="rId10" Type="http://schemas.openxmlformats.org/officeDocument/2006/relationships/tags" Target="../tags/tag2193.xml"/><Relationship Id="rId11" Type="http://schemas.openxmlformats.org/officeDocument/2006/relationships/tags" Target="../tags/tag2194.xml"/><Relationship Id="rId12" Type="http://schemas.openxmlformats.org/officeDocument/2006/relationships/tags" Target="../tags/tag2195.xml"/><Relationship Id="rId13" Type="http://schemas.openxmlformats.org/officeDocument/2006/relationships/tags" Target="../tags/tag2196.xml"/><Relationship Id="rId14" Type="http://schemas.openxmlformats.org/officeDocument/2006/relationships/tags" Target="../tags/tag2197.xml"/><Relationship Id="rId15" Type="http://schemas.openxmlformats.org/officeDocument/2006/relationships/tags" Target="../tags/tag2198.xml"/><Relationship Id="rId16" Type="http://schemas.openxmlformats.org/officeDocument/2006/relationships/tags" Target="../tags/tag2199.xml"/><Relationship Id="rId17" Type="http://schemas.openxmlformats.org/officeDocument/2006/relationships/tags" Target="../tags/tag2200.xml"/><Relationship Id="rId18" Type="http://schemas.openxmlformats.org/officeDocument/2006/relationships/tags" Target="../tags/tag2201.xml"/><Relationship Id="rId19" Type="http://schemas.openxmlformats.org/officeDocument/2006/relationships/tags" Target="../tags/tag2202.xml"/><Relationship Id="rId20" Type="http://schemas.openxmlformats.org/officeDocument/2006/relationships/tags" Target="../tags/tag2203.xml"/><Relationship Id="rId21" Type="http://schemas.openxmlformats.org/officeDocument/2006/relationships/image" Target="../media/image1.png"/><Relationship Id="rId22" Type="http://schemas.openxmlformats.org/officeDocument/2006/relationships/tags" Target="../tags/tag2204.xml"/><Relationship Id="rId23" Type="http://schemas.openxmlformats.org/officeDocument/2006/relationships/tags" Target="../tags/tag2205.xml"/><Relationship Id="rId24" Type="http://schemas.openxmlformats.org/officeDocument/2006/relationships/tags" Target="../tags/tag2206.xml"/><Relationship Id="rId25" Type="http://schemas.openxmlformats.org/officeDocument/2006/relationships/tags" Target="../tags/tag2207.xml"/><Relationship Id="rId26" Type="http://schemas.openxmlformats.org/officeDocument/2006/relationships/tags" Target="../tags/tag2208.xml"/><Relationship Id="rId27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tags" Target="../tags/tag2209.xml"/><Relationship Id="rId2" Type="http://schemas.openxmlformats.org/officeDocument/2006/relationships/tags" Target="../tags/tag2210.xml"/><Relationship Id="rId3" Type="http://schemas.openxmlformats.org/officeDocument/2006/relationships/tags" Target="../tags/tag2211.xml"/><Relationship Id="rId4" Type="http://schemas.openxmlformats.org/officeDocument/2006/relationships/tags" Target="../tags/tag2212.xml"/><Relationship Id="rId5" Type="http://schemas.openxmlformats.org/officeDocument/2006/relationships/tags" Target="../tags/tag2213.xml"/><Relationship Id="rId6" Type="http://schemas.openxmlformats.org/officeDocument/2006/relationships/tags" Target="../tags/tag2214.xml"/><Relationship Id="rId7" Type="http://schemas.openxmlformats.org/officeDocument/2006/relationships/tags" Target="../tags/tag2215.xml"/><Relationship Id="rId8" Type="http://schemas.openxmlformats.org/officeDocument/2006/relationships/tags" Target="../tags/tag2216.xml"/><Relationship Id="rId9" Type="http://schemas.openxmlformats.org/officeDocument/2006/relationships/tags" Target="../tags/tag2217.xml"/><Relationship Id="rId10" Type="http://schemas.openxmlformats.org/officeDocument/2006/relationships/tags" Target="../tags/tag2218.xml"/><Relationship Id="rId11" Type="http://schemas.openxmlformats.org/officeDocument/2006/relationships/tags" Target="../tags/tag2219.xml"/><Relationship Id="rId12" Type="http://schemas.openxmlformats.org/officeDocument/2006/relationships/tags" Target="../tags/tag2220.xml"/><Relationship Id="rId13" Type="http://schemas.openxmlformats.org/officeDocument/2006/relationships/tags" Target="../tags/tag2221.xml"/><Relationship Id="rId14" Type="http://schemas.openxmlformats.org/officeDocument/2006/relationships/tags" Target="../tags/tag2222.xml"/><Relationship Id="rId15" Type="http://schemas.openxmlformats.org/officeDocument/2006/relationships/tags" Target="../tags/tag2223.xml"/><Relationship Id="rId16" Type="http://schemas.openxmlformats.org/officeDocument/2006/relationships/tags" Target="../tags/tag2224.xml"/><Relationship Id="rId17" Type="http://schemas.openxmlformats.org/officeDocument/2006/relationships/tags" Target="../tags/tag2225.xml"/><Relationship Id="rId18" Type="http://schemas.openxmlformats.org/officeDocument/2006/relationships/tags" Target="../tags/tag2226.xml"/><Relationship Id="rId19" Type="http://schemas.openxmlformats.org/officeDocument/2006/relationships/tags" Target="../tags/tag2227.xml"/><Relationship Id="rId20" Type="http://schemas.openxmlformats.org/officeDocument/2006/relationships/tags" Target="../tags/tag2228.xml"/><Relationship Id="rId21" Type="http://schemas.openxmlformats.org/officeDocument/2006/relationships/image" Target="../media/image1.png"/><Relationship Id="rId22" Type="http://schemas.openxmlformats.org/officeDocument/2006/relationships/tags" Target="../tags/tag2229.xml"/><Relationship Id="rId23" Type="http://schemas.openxmlformats.org/officeDocument/2006/relationships/tags" Target="../tags/tag2230.xml"/><Relationship Id="rId24" Type="http://schemas.openxmlformats.org/officeDocument/2006/relationships/tags" Target="../tags/tag2231.xml"/><Relationship Id="rId25" Type="http://schemas.openxmlformats.org/officeDocument/2006/relationships/tags" Target="../tags/tag2232.xml"/><Relationship Id="rId26" Type="http://schemas.openxmlformats.org/officeDocument/2006/relationships/tags" Target="../tags/tag2233.xml"/><Relationship Id="rId27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tags" Target="../tags/tag2234.xml"/><Relationship Id="rId2" Type="http://schemas.openxmlformats.org/officeDocument/2006/relationships/tags" Target="../tags/tag2235.xml"/><Relationship Id="rId3" Type="http://schemas.openxmlformats.org/officeDocument/2006/relationships/tags" Target="../tags/tag2236.xml"/><Relationship Id="rId4" Type="http://schemas.openxmlformats.org/officeDocument/2006/relationships/tags" Target="../tags/tag2237.xml"/><Relationship Id="rId5" Type="http://schemas.openxmlformats.org/officeDocument/2006/relationships/tags" Target="../tags/tag2238.xml"/><Relationship Id="rId6" Type="http://schemas.openxmlformats.org/officeDocument/2006/relationships/tags" Target="../tags/tag2239.xml"/><Relationship Id="rId7" Type="http://schemas.openxmlformats.org/officeDocument/2006/relationships/tags" Target="../tags/tag2240.xml"/><Relationship Id="rId8" Type="http://schemas.openxmlformats.org/officeDocument/2006/relationships/tags" Target="../tags/tag2241.xml"/><Relationship Id="rId9" Type="http://schemas.openxmlformats.org/officeDocument/2006/relationships/tags" Target="../tags/tag2242.xml"/><Relationship Id="rId10" Type="http://schemas.openxmlformats.org/officeDocument/2006/relationships/tags" Target="../tags/tag2243.xml"/><Relationship Id="rId11" Type="http://schemas.openxmlformats.org/officeDocument/2006/relationships/tags" Target="../tags/tag2244.xml"/><Relationship Id="rId12" Type="http://schemas.openxmlformats.org/officeDocument/2006/relationships/tags" Target="../tags/tag2245.xml"/><Relationship Id="rId13" Type="http://schemas.openxmlformats.org/officeDocument/2006/relationships/tags" Target="../tags/tag2246.xml"/><Relationship Id="rId14" Type="http://schemas.openxmlformats.org/officeDocument/2006/relationships/tags" Target="../tags/tag2247.xml"/><Relationship Id="rId15" Type="http://schemas.openxmlformats.org/officeDocument/2006/relationships/tags" Target="../tags/tag2248.xml"/><Relationship Id="rId16" Type="http://schemas.openxmlformats.org/officeDocument/2006/relationships/tags" Target="../tags/tag2249.xml"/><Relationship Id="rId17" Type="http://schemas.openxmlformats.org/officeDocument/2006/relationships/tags" Target="../tags/tag2250.xml"/><Relationship Id="rId18" Type="http://schemas.openxmlformats.org/officeDocument/2006/relationships/tags" Target="../tags/tag2251.xml"/><Relationship Id="rId19" Type="http://schemas.openxmlformats.org/officeDocument/2006/relationships/tags" Target="../tags/tag2252.xml"/><Relationship Id="rId20" Type="http://schemas.openxmlformats.org/officeDocument/2006/relationships/tags" Target="../tags/tag2253.xml"/><Relationship Id="rId21" Type="http://schemas.openxmlformats.org/officeDocument/2006/relationships/image" Target="../media/image1.png"/><Relationship Id="rId22" Type="http://schemas.openxmlformats.org/officeDocument/2006/relationships/tags" Target="../tags/tag2254.xml"/><Relationship Id="rId23" Type="http://schemas.openxmlformats.org/officeDocument/2006/relationships/tags" Target="../tags/tag2255.xml"/><Relationship Id="rId24" Type="http://schemas.openxmlformats.org/officeDocument/2006/relationships/tags" Target="../tags/tag2256.xml"/><Relationship Id="rId25" Type="http://schemas.openxmlformats.org/officeDocument/2006/relationships/tags" Target="../tags/tag2257.xml"/><Relationship Id="rId26" Type="http://schemas.openxmlformats.org/officeDocument/2006/relationships/tags" Target="../tags/tag2258.xml"/><Relationship Id="rId27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tags" Target="../tags/tag2259.xml"/><Relationship Id="rId2" Type="http://schemas.openxmlformats.org/officeDocument/2006/relationships/tags" Target="../tags/tag2260.xml"/><Relationship Id="rId3" Type="http://schemas.openxmlformats.org/officeDocument/2006/relationships/tags" Target="../tags/tag2261.xml"/><Relationship Id="rId4" Type="http://schemas.openxmlformats.org/officeDocument/2006/relationships/tags" Target="../tags/tag2262.xml"/><Relationship Id="rId5" Type="http://schemas.openxmlformats.org/officeDocument/2006/relationships/tags" Target="../tags/tag2263.xml"/><Relationship Id="rId6" Type="http://schemas.openxmlformats.org/officeDocument/2006/relationships/tags" Target="../tags/tag2264.xml"/><Relationship Id="rId7" Type="http://schemas.openxmlformats.org/officeDocument/2006/relationships/tags" Target="../tags/tag2265.xml"/><Relationship Id="rId8" Type="http://schemas.openxmlformats.org/officeDocument/2006/relationships/tags" Target="../tags/tag2266.xml"/><Relationship Id="rId9" Type="http://schemas.openxmlformats.org/officeDocument/2006/relationships/tags" Target="../tags/tag2267.xml"/><Relationship Id="rId10" Type="http://schemas.openxmlformats.org/officeDocument/2006/relationships/tags" Target="../tags/tag2268.xml"/><Relationship Id="rId11" Type="http://schemas.openxmlformats.org/officeDocument/2006/relationships/tags" Target="../tags/tag2269.xml"/><Relationship Id="rId12" Type="http://schemas.openxmlformats.org/officeDocument/2006/relationships/tags" Target="../tags/tag2270.xml"/><Relationship Id="rId13" Type="http://schemas.openxmlformats.org/officeDocument/2006/relationships/tags" Target="../tags/tag2271.xml"/><Relationship Id="rId14" Type="http://schemas.openxmlformats.org/officeDocument/2006/relationships/tags" Target="../tags/tag2272.xml"/><Relationship Id="rId15" Type="http://schemas.openxmlformats.org/officeDocument/2006/relationships/tags" Target="../tags/tag2273.xml"/><Relationship Id="rId16" Type="http://schemas.openxmlformats.org/officeDocument/2006/relationships/tags" Target="../tags/tag2274.xml"/><Relationship Id="rId17" Type="http://schemas.openxmlformats.org/officeDocument/2006/relationships/tags" Target="../tags/tag2275.xml"/><Relationship Id="rId18" Type="http://schemas.openxmlformats.org/officeDocument/2006/relationships/tags" Target="../tags/tag2276.xml"/><Relationship Id="rId19" Type="http://schemas.openxmlformats.org/officeDocument/2006/relationships/tags" Target="../tags/tag2277.xml"/><Relationship Id="rId20" Type="http://schemas.openxmlformats.org/officeDocument/2006/relationships/tags" Target="../tags/tag2278.xml"/><Relationship Id="rId21" Type="http://schemas.openxmlformats.org/officeDocument/2006/relationships/image" Target="../media/image1.png"/><Relationship Id="rId22" Type="http://schemas.openxmlformats.org/officeDocument/2006/relationships/tags" Target="../tags/tag2279.xml"/><Relationship Id="rId23" Type="http://schemas.openxmlformats.org/officeDocument/2006/relationships/tags" Target="../tags/tag2280.xml"/><Relationship Id="rId24" Type="http://schemas.openxmlformats.org/officeDocument/2006/relationships/tags" Target="../tags/tag2281.xml"/><Relationship Id="rId25" Type="http://schemas.openxmlformats.org/officeDocument/2006/relationships/tags" Target="../tags/tag2282.xml"/><Relationship Id="rId26" Type="http://schemas.openxmlformats.org/officeDocument/2006/relationships/tags" Target="../tags/tag2283.xml"/><Relationship Id="rId27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tags" Target="../tags/tag2284.xml"/><Relationship Id="rId2" Type="http://schemas.openxmlformats.org/officeDocument/2006/relationships/tags" Target="../tags/tag2285.xml"/><Relationship Id="rId3" Type="http://schemas.openxmlformats.org/officeDocument/2006/relationships/tags" Target="../tags/tag2286.xml"/><Relationship Id="rId4" Type="http://schemas.openxmlformats.org/officeDocument/2006/relationships/tags" Target="../tags/tag2287.xml"/><Relationship Id="rId5" Type="http://schemas.openxmlformats.org/officeDocument/2006/relationships/tags" Target="../tags/tag2288.xml"/><Relationship Id="rId6" Type="http://schemas.openxmlformats.org/officeDocument/2006/relationships/tags" Target="../tags/tag2289.xml"/><Relationship Id="rId7" Type="http://schemas.openxmlformats.org/officeDocument/2006/relationships/tags" Target="../tags/tag2290.xml"/><Relationship Id="rId8" Type="http://schemas.openxmlformats.org/officeDocument/2006/relationships/tags" Target="../tags/tag2291.xml"/><Relationship Id="rId9" Type="http://schemas.openxmlformats.org/officeDocument/2006/relationships/tags" Target="../tags/tag2292.xml"/><Relationship Id="rId10" Type="http://schemas.openxmlformats.org/officeDocument/2006/relationships/tags" Target="../tags/tag2293.xml"/><Relationship Id="rId11" Type="http://schemas.openxmlformats.org/officeDocument/2006/relationships/tags" Target="../tags/tag2294.xml"/><Relationship Id="rId12" Type="http://schemas.openxmlformats.org/officeDocument/2006/relationships/tags" Target="../tags/tag2295.xml"/><Relationship Id="rId13" Type="http://schemas.openxmlformats.org/officeDocument/2006/relationships/tags" Target="../tags/tag2296.xml"/><Relationship Id="rId14" Type="http://schemas.openxmlformats.org/officeDocument/2006/relationships/tags" Target="../tags/tag2297.xml"/><Relationship Id="rId15" Type="http://schemas.openxmlformats.org/officeDocument/2006/relationships/tags" Target="../tags/tag2298.xml"/><Relationship Id="rId16" Type="http://schemas.openxmlformats.org/officeDocument/2006/relationships/tags" Target="../tags/tag2299.xml"/><Relationship Id="rId17" Type="http://schemas.openxmlformats.org/officeDocument/2006/relationships/tags" Target="../tags/tag2300.xml"/><Relationship Id="rId18" Type="http://schemas.openxmlformats.org/officeDocument/2006/relationships/tags" Target="../tags/tag2301.xml"/><Relationship Id="rId19" Type="http://schemas.openxmlformats.org/officeDocument/2006/relationships/tags" Target="../tags/tag2302.xml"/><Relationship Id="rId20" Type="http://schemas.openxmlformats.org/officeDocument/2006/relationships/tags" Target="../tags/tag2303.xml"/><Relationship Id="rId21" Type="http://schemas.openxmlformats.org/officeDocument/2006/relationships/image" Target="../media/image1.png"/><Relationship Id="rId22" Type="http://schemas.openxmlformats.org/officeDocument/2006/relationships/tags" Target="../tags/tag2304.xml"/><Relationship Id="rId23" Type="http://schemas.openxmlformats.org/officeDocument/2006/relationships/tags" Target="../tags/tag2305.xml"/><Relationship Id="rId24" Type="http://schemas.openxmlformats.org/officeDocument/2006/relationships/tags" Target="../tags/tag2306.xml"/><Relationship Id="rId25" Type="http://schemas.openxmlformats.org/officeDocument/2006/relationships/tags" Target="../tags/tag2307.xml"/><Relationship Id="rId26" Type="http://schemas.openxmlformats.org/officeDocument/2006/relationships/tags" Target="../tags/tag2308.xml"/><Relationship Id="rId27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tags" Target="../tags/tag2309.xml"/><Relationship Id="rId2" Type="http://schemas.openxmlformats.org/officeDocument/2006/relationships/tags" Target="../tags/tag2310.xml"/><Relationship Id="rId3" Type="http://schemas.openxmlformats.org/officeDocument/2006/relationships/tags" Target="../tags/tag2311.xml"/><Relationship Id="rId4" Type="http://schemas.openxmlformats.org/officeDocument/2006/relationships/tags" Target="../tags/tag2312.xml"/><Relationship Id="rId5" Type="http://schemas.openxmlformats.org/officeDocument/2006/relationships/tags" Target="../tags/tag2313.xml"/><Relationship Id="rId6" Type="http://schemas.openxmlformats.org/officeDocument/2006/relationships/tags" Target="../tags/tag2314.xml"/><Relationship Id="rId7" Type="http://schemas.openxmlformats.org/officeDocument/2006/relationships/tags" Target="../tags/tag2315.xml"/><Relationship Id="rId8" Type="http://schemas.openxmlformats.org/officeDocument/2006/relationships/tags" Target="../tags/tag2316.xml"/><Relationship Id="rId9" Type="http://schemas.openxmlformats.org/officeDocument/2006/relationships/tags" Target="../tags/tag2317.xml"/><Relationship Id="rId10" Type="http://schemas.openxmlformats.org/officeDocument/2006/relationships/tags" Target="../tags/tag2318.xml"/><Relationship Id="rId11" Type="http://schemas.openxmlformats.org/officeDocument/2006/relationships/tags" Target="../tags/tag2319.xml"/><Relationship Id="rId12" Type="http://schemas.openxmlformats.org/officeDocument/2006/relationships/tags" Target="../tags/tag2320.xml"/><Relationship Id="rId13" Type="http://schemas.openxmlformats.org/officeDocument/2006/relationships/tags" Target="../tags/tag2321.xml"/><Relationship Id="rId14" Type="http://schemas.openxmlformats.org/officeDocument/2006/relationships/tags" Target="../tags/tag2322.xml"/><Relationship Id="rId15" Type="http://schemas.openxmlformats.org/officeDocument/2006/relationships/tags" Target="../tags/tag2323.xml"/><Relationship Id="rId16" Type="http://schemas.openxmlformats.org/officeDocument/2006/relationships/tags" Target="../tags/tag2324.xml"/><Relationship Id="rId17" Type="http://schemas.openxmlformats.org/officeDocument/2006/relationships/tags" Target="../tags/tag2325.xml"/><Relationship Id="rId18" Type="http://schemas.openxmlformats.org/officeDocument/2006/relationships/tags" Target="../tags/tag2326.xml"/><Relationship Id="rId19" Type="http://schemas.openxmlformats.org/officeDocument/2006/relationships/tags" Target="../tags/tag2327.xml"/><Relationship Id="rId20" Type="http://schemas.openxmlformats.org/officeDocument/2006/relationships/tags" Target="../tags/tag2328.xml"/><Relationship Id="rId21" Type="http://schemas.openxmlformats.org/officeDocument/2006/relationships/image" Target="../media/image1.png"/><Relationship Id="rId22" Type="http://schemas.openxmlformats.org/officeDocument/2006/relationships/tags" Target="../tags/tag2329.xml"/><Relationship Id="rId23" Type="http://schemas.openxmlformats.org/officeDocument/2006/relationships/tags" Target="../tags/tag2330.xml"/><Relationship Id="rId24" Type="http://schemas.openxmlformats.org/officeDocument/2006/relationships/tags" Target="../tags/tag2331.xml"/><Relationship Id="rId25" Type="http://schemas.openxmlformats.org/officeDocument/2006/relationships/tags" Target="../tags/tag2332.xml"/><Relationship Id="rId26" Type="http://schemas.openxmlformats.org/officeDocument/2006/relationships/tags" Target="../tags/tag2333.xml"/><Relationship Id="rId27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tags" Target="../tags/tag2334.xml"/><Relationship Id="rId2" Type="http://schemas.openxmlformats.org/officeDocument/2006/relationships/tags" Target="../tags/tag2335.xml"/><Relationship Id="rId3" Type="http://schemas.openxmlformats.org/officeDocument/2006/relationships/tags" Target="../tags/tag2336.xml"/><Relationship Id="rId4" Type="http://schemas.openxmlformats.org/officeDocument/2006/relationships/tags" Target="../tags/tag2337.xml"/><Relationship Id="rId5" Type="http://schemas.openxmlformats.org/officeDocument/2006/relationships/tags" Target="../tags/tag2338.xml"/><Relationship Id="rId6" Type="http://schemas.openxmlformats.org/officeDocument/2006/relationships/tags" Target="../tags/tag2339.xml"/><Relationship Id="rId7" Type="http://schemas.openxmlformats.org/officeDocument/2006/relationships/tags" Target="../tags/tag2340.xml"/><Relationship Id="rId8" Type="http://schemas.openxmlformats.org/officeDocument/2006/relationships/tags" Target="../tags/tag2341.xml"/><Relationship Id="rId9" Type="http://schemas.openxmlformats.org/officeDocument/2006/relationships/tags" Target="../tags/tag2342.xml"/><Relationship Id="rId10" Type="http://schemas.openxmlformats.org/officeDocument/2006/relationships/tags" Target="../tags/tag2343.xml"/><Relationship Id="rId11" Type="http://schemas.openxmlformats.org/officeDocument/2006/relationships/tags" Target="../tags/tag2344.xml"/><Relationship Id="rId12" Type="http://schemas.openxmlformats.org/officeDocument/2006/relationships/tags" Target="../tags/tag2345.xml"/><Relationship Id="rId13" Type="http://schemas.openxmlformats.org/officeDocument/2006/relationships/tags" Target="../tags/tag2346.xml"/><Relationship Id="rId14" Type="http://schemas.openxmlformats.org/officeDocument/2006/relationships/tags" Target="../tags/tag2347.xml"/><Relationship Id="rId15" Type="http://schemas.openxmlformats.org/officeDocument/2006/relationships/tags" Target="../tags/tag2348.xml"/><Relationship Id="rId16" Type="http://schemas.openxmlformats.org/officeDocument/2006/relationships/tags" Target="../tags/tag2349.xml"/><Relationship Id="rId17" Type="http://schemas.openxmlformats.org/officeDocument/2006/relationships/tags" Target="../tags/tag2350.xml"/><Relationship Id="rId18" Type="http://schemas.openxmlformats.org/officeDocument/2006/relationships/tags" Target="../tags/tag2351.xml"/><Relationship Id="rId19" Type="http://schemas.openxmlformats.org/officeDocument/2006/relationships/tags" Target="../tags/tag2352.xml"/><Relationship Id="rId20" Type="http://schemas.openxmlformats.org/officeDocument/2006/relationships/tags" Target="../tags/tag2353.xml"/><Relationship Id="rId21" Type="http://schemas.openxmlformats.org/officeDocument/2006/relationships/image" Target="../media/image1.png"/><Relationship Id="rId22" Type="http://schemas.openxmlformats.org/officeDocument/2006/relationships/tags" Target="../tags/tag2354.xml"/><Relationship Id="rId23" Type="http://schemas.openxmlformats.org/officeDocument/2006/relationships/tags" Target="../tags/tag2355.xml"/><Relationship Id="rId24" Type="http://schemas.openxmlformats.org/officeDocument/2006/relationships/tags" Target="../tags/tag2356.xml"/><Relationship Id="rId25" Type="http://schemas.openxmlformats.org/officeDocument/2006/relationships/tags" Target="../tags/tag2357.xml"/><Relationship Id="rId26" Type="http://schemas.openxmlformats.org/officeDocument/2006/relationships/tags" Target="../tags/tag2358.xml"/><Relationship Id="rId27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tags" Target="../tags/tag2359.xml"/><Relationship Id="rId2" Type="http://schemas.openxmlformats.org/officeDocument/2006/relationships/tags" Target="../tags/tag2360.xml"/><Relationship Id="rId3" Type="http://schemas.openxmlformats.org/officeDocument/2006/relationships/tags" Target="../tags/tag2361.xml"/><Relationship Id="rId4" Type="http://schemas.openxmlformats.org/officeDocument/2006/relationships/tags" Target="../tags/tag2362.xml"/><Relationship Id="rId5" Type="http://schemas.openxmlformats.org/officeDocument/2006/relationships/tags" Target="../tags/tag2363.xml"/><Relationship Id="rId6" Type="http://schemas.openxmlformats.org/officeDocument/2006/relationships/tags" Target="../tags/tag2364.xml"/><Relationship Id="rId7" Type="http://schemas.openxmlformats.org/officeDocument/2006/relationships/tags" Target="../tags/tag2365.xml"/><Relationship Id="rId8" Type="http://schemas.openxmlformats.org/officeDocument/2006/relationships/tags" Target="../tags/tag2366.xml"/><Relationship Id="rId9" Type="http://schemas.openxmlformats.org/officeDocument/2006/relationships/tags" Target="../tags/tag2367.xml"/><Relationship Id="rId10" Type="http://schemas.openxmlformats.org/officeDocument/2006/relationships/tags" Target="../tags/tag2368.xml"/><Relationship Id="rId11" Type="http://schemas.openxmlformats.org/officeDocument/2006/relationships/tags" Target="../tags/tag2369.xml"/><Relationship Id="rId12" Type="http://schemas.openxmlformats.org/officeDocument/2006/relationships/tags" Target="../tags/tag2370.xml"/><Relationship Id="rId13" Type="http://schemas.openxmlformats.org/officeDocument/2006/relationships/tags" Target="../tags/tag2371.xml"/><Relationship Id="rId14" Type="http://schemas.openxmlformats.org/officeDocument/2006/relationships/tags" Target="../tags/tag2372.xml"/><Relationship Id="rId15" Type="http://schemas.openxmlformats.org/officeDocument/2006/relationships/tags" Target="../tags/tag2373.xml"/><Relationship Id="rId16" Type="http://schemas.openxmlformats.org/officeDocument/2006/relationships/tags" Target="../tags/tag2374.xml"/><Relationship Id="rId17" Type="http://schemas.openxmlformats.org/officeDocument/2006/relationships/tags" Target="../tags/tag2375.xml"/><Relationship Id="rId18" Type="http://schemas.openxmlformats.org/officeDocument/2006/relationships/tags" Target="../tags/tag2376.xml"/><Relationship Id="rId19" Type="http://schemas.openxmlformats.org/officeDocument/2006/relationships/tags" Target="../tags/tag2377.xml"/><Relationship Id="rId20" Type="http://schemas.openxmlformats.org/officeDocument/2006/relationships/tags" Target="../tags/tag2378.xml"/><Relationship Id="rId21" Type="http://schemas.openxmlformats.org/officeDocument/2006/relationships/image" Target="../media/image1.png"/><Relationship Id="rId22" Type="http://schemas.openxmlformats.org/officeDocument/2006/relationships/tags" Target="../tags/tag2379.xml"/><Relationship Id="rId23" Type="http://schemas.openxmlformats.org/officeDocument/2006/relationships/tags" Target="../tags/tag2380.xml"/><Relationship Id="rId24" Type="http://schemas.openxmlformats.org/officeDocument/2006/relationships/tags" Target="../tags/tag2381.xml"/><Relationship Id="rId25" Type="http://schemas.openxmlformats.org/officeDocument/2006/relationships/tags" Target="../tags/tag2382.xml"/><Relationship Id="rId26" Type="http://schemas.openxmlformats.org/officeDocument/2006/relationships/tags" Target="../tags/tag2383.xml"/><Relationship Id="rId27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tags" Target="../tags/tag2384.xml"/><Relationship Id="rId2" Type="http://schemas.openxmlformats.org/officeDocument/2006/relationships/tags" Target="../tags/tag2385.xml"/><Relationship Id="rId3" Type="http://schemas.openxmlformats.org/officeDocument/2006/relationships/tags" Target="../tags/tag2386.xml"/><Relationship Id="rId4" Type="http://schemas.openxmlformats.org/officeDocument/2006/relationships/tags" Target="../tags/tag2387.xml"/><Relationship Id="rId5" Type="http://schemas.openxmlformats.org/officeDocument/2006/relationships/tags" Target="../tags/tag2388.xml"/><Relationship Id="rId6" Type="http://schemas.openxmlformats.org/officeDocument/2006/relationships/tags" Target="../tags/tag2389.xml"/><Relationship Id="rId7" Type="http://schemas.openxmlformats.org/officeDocument/2006/relationships/tags" Target="../tags/tag2390.xml"/><Relationship Id="rId8" Type="http://schemas.openxmlformats.org/officeDocument/2006/relationships/tags" Target="../tags/tag2391.xml"/><Relationship Id="rId9" Type="http://schemas.openxmlformats.org/officeDocument/2006/relationships/tags" Target="../tags/tag2392.xml"/><Relationship Id="rId10" Type="http://schemas.openxmlformats.org/officeDocument/2006/relationships/tags" Target="../tags/tag2393.xml"/><Relationship Id="rId11" Type="http://schemas.openxmlformats.org/officeDocument/2006/relationships/tags" Target="../tags/tag2394.xml"/><Relationship Id="rId12" Type="http://schemas.openxmlformats.org/officeDocument/2006/relationships/tags" Target="../tags/tag2395.xml"/><Relationship Id="rId13" Type="http://schemas.openxmlformats.org/officeDocument/2006/relationships/tags" Target="../tags/tag2396.xml"/><Relationship Id="rId14" Type="http://schemas.openxmlformats.org/officeDocument/2006/relationships/tags" Target="../tags/tag2397.xml"/><Relationship Id="rId15" Type="http://schemas.openxmlformats.org/officeDocument/2006/relationships/tags" Target="../tags/tag2398.xml"/><Relationship Id="rId16" Type="http://schemas.openxmlformats.org/officeDocument/2006/relationships/tags" Target="../tags/tag2399.xml"/><Relationship Id="rId17" Type="http://schemas.openxmlformats.org/officeDocument/2006/relationships/tags" Target="../tags/tag2400.xml"/><Relationship Id="rId18" Type="http://schemas.openxmlformats.org/officeDocument/2006/relationships/tags" Target="../tags/tag2401.xml"/><Relationship Id="rId19" Type="http://schemas.openxmlformats.org/officeDocument/2006/relationships/tags" Target="../tags/tag2402.xml"/><Relationship Id="rId20" Type="http://schemas.openxmlformats.org/officeDocument/2006/relationships/tags" Target="../tags/tag2403.xml"/><Relationship Id="rId21" Type="http://schemas.openxmlformats.org/officeDocument/2006/relationships/image" Target="../media/image1.png"/><Relationship Id="rId22" Type="http://schemas.openxmlformats.org/officeDocument/2006/relationships/tags" Target="../tags/tag2404.xml"/><Relationship Id="rId23" Type="http://schemas.openxmlformats.org/officeDocument/2006/relationships/tags" Target="../tags/tag2405.xml"/><Relationship Id="rId24" Type="http://schemas.openxmlformats.org/officeDocument/2006/relationships/tags" Target="../tags/tag2406.xml"/><Relationship Id="rId25" Type="http://schemas.openxmlformats.org/officeDocument/2006/relationships/tags" Target="../tags/tag2407.xml"/><Relationship Id="rId26" Type="http://schemas.openxmlformats.org/officeDocument/2006/relationships/tags" Target="../tags/tag2408.xml"/><Relationship Id="rId27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t>课堂测试 · 第06章 智能体记忆与多模态设计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2026</a:t>
            </a:r>
            <a:r>
              <a:rPr lang="zh-CN" altLang="en-US"/>
              <a:t>秋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9421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1.【第06章·智能体记忆与多模态设计】认知视角下,人的"长时记忆"最接近智能体的?____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上下文窗口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短期记忆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370586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长期记忆(跨会话持久化)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屏幕分辨率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6517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长时记忆(语义/情节/程序)对应智能体跨会话长期记忆,常借向量库持久化。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35186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2.【第06章·智能体记忆与多模态设计】知识组织方法中,含"用/代/属/分/参"规范关系的是?____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分类法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872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叙词表 Thesaurus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知识图谱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向量索引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82420"/>
            <a:ext cx="3331845" cy="128016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叙词表以规范词及用/代/属/分/参关系控制词汇,提升检索一致性。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92311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3.【第06章·智能体记忆与多模态设计】本体()常见的形式化语言是?____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9575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OWL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817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CSV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90106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MP3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94297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JPEG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33184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OWL(Web Ontology Language)用于形式化表达概念、关系与公理。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5360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4.【第06章·智能体记忆与多模态设计】元数据标准 Dublin Core 主要用于?____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5135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资源的描述、标注与可发现性治理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压缩图片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编写提示词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训练模型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Dublin Core 是通用元数据标准,支撑资源的描述、标注与可发现性。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462723"/>
            <a:ext cx="946213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5.【第06章·智能体记忆与多模态设计】知识图谱本质上是?____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491172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实体—关系网络,支持推理与链接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一张照片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代码仓库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用户密码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82420"/>
            <a:ext cx="3331845" cy="128016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知识图谱以实体—关系网络组织知识,支持多跳推理与链接发现。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1484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6.【第06章·智能体记忆与多模态设计】希望智能体"记住每位用户的昵称与学习进度",应优先用?____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843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变量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官方插件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图片知识库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大模型节点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6580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变量适合持久化个性化键值(如昵称/进度),可经 {{name}} 在提示词中引用。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015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7.【第06章·智能体记忆与多模态设计】关于变量、数据库、记忆库,正确的是?____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931319"/>
            <a:ext cx="7287895" cy="35242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17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变量存临时/个性化键值;数据库存结构化业务数据;记忆库自动沉淀用户画像</a:t>
            </a:r>
            <a:endParaRPr lang="en-US" altLang="en-US" sz="17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三者作用完全相同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数据库只能存图片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记忆库存静态手册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33184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三者分工明确:变量(个性化键值)、数据库(结构化业务)、记忆库(长期用户画像)。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462723"/>
            <a:ext cx="913193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8.【第06章·智能体记忆与多模态设计】多模态智能体指?____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7777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能同时处理文本、图像、音频、视频中至少两种模态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只能处理文字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96532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必须用 GPU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只能语音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116580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多模态指系统能处理两种及以上模态(文本/图像/音频/视频),由插件+多模态模型支撑。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3713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9.【第06章·智能体记忆与多模态设计】记忆与知识的核心区别是?____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8077836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记忆数据由用户动态产生,知识由开发者预置(静态共享)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二者完全一样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知识不能共享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记忆都是图片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116580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记忆是用户使用中产生的动态个性化数据;知识是开发者预置、所有用户共享的静态领域数据。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015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10.【第06章·智能体记忆与多模态设计】用户长期偏好画像最适合存于?____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记忆库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图片知识库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临时变量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代码节点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313430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记忆库开启后自动从对话提取并沉淀用户长期画像,跨轮调用,最契合偏好沉淀。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159.xml><?xml version="1.0" encoding="utf-8"?>
<p:tagLst xmlns:p="http://schemas.openxmlformats.org/presentationml/2006/main">
  <p:tag name="RAINPROBLEM" val="ProblemRemarkBoard"/>
</p:tagLst>
</file>

<file path=ppt/tags/tag2160.xml><?xml version="1.0" encoding="utf-8"?>
<p:tagLst xmlns:p="http://schemas.openxmlformats.org/presentationml/2006/main">
  <p:tag name="RAINPROBLEMTYPE" val="ProblemTypeMarker"/>
</p:tagLst>
</file>

<file path=ppt/tags/tag2161.xml><?xml version="1.0" encoding="utf-8"?>
<p:tagLst xmlns:p="http://schemas.openxmlformats.org/presentationml/2006/main">
  <p:tag name="RAINPROBLEMTYPE" val="ProblemTypeMarker"/>
</p:tagLst>
</file>

<file path=ppt/tags/tag2162.xml><?xml version="1.0" encoding="utf-8"?>
<p:tagLst xmlns:p="http://schemas.openxmlformats.org/presentationml/2006/main">
  <p:tag name="RAINPROBLEMTYPE" val="ProblemTypeMarker"/>
</p:tagLst>
</file>

<file path=ppt/tags/tag2163.xml><?xml version="1.0" encoding="utf-8"?>
<p:tagLst xmlns:p="http://schemas.openxmlformats.org/presentationml/2006/main">
  <p:tag name="RAINPROBLEMTYPE" val="ProblemTypeMarker"/>
</p:tagLst>
</file>

<file path=ppt/tags/tag2164.xml><?xml version="1.0" encoding="utf-8"?>
<p:tagLst xmlns:p="http://schemas.openxmlformats.org/presentationml/2006/main">
  <p:tag name="RAINPROBLEMTYPE" val="ProblemTypeMarker"/>
</p:tagLst>
</file>

<file path=ppt/tags/tag2165.xml><?xml version="1.0" encoding="utf-8"?>
<p:tagLst xmlns:p="http://schemas.openxmlformats.org/presentationml/2006/main">
  <p:tag name="RAINPROBLEM" val="ProblemBody"/>
</p:tagLst>
</file>

<file path=ppt/tags/tag2166.xml><?xml version="1.0" encoding="utf-8"?>
<p:tagLst xmlns:p="http://schemas.openxmlformats.org/presentationml/2006/main">
  <p:tag name="RAINPROBLEM" val="ProblemItem"/>
</p:tagLst>
</file>

<file path=ppt/tags/tag216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68.xml><?xml version="1.0" encoding="utf-8"?>
<p:tagLst xmlns:p="http://schemas.openxmlformats.org/presentationml/2006/main">
  <p:tag name="RAINPROBLEM" val="ProblemItem"/>
</p:tagLst>
</file>

<file path=ppt/tags/tag21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70.xml><?xml version="1.0" encoding="utf-8"?>
<p:tagLst xmlns:p="http://schemas.openxmlformats.org/presentationml/2006/main">
  <p:tag name="RAINPROBLEM" val="ProblemItem"/>
</p:tagLst>
</file>

<file path=ppt/tags/tag217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172.xml><?xml version="1.0" encoding="utf-8"?>
<p:tagLst xmlns:p="http://schemas.openxmlformats.org/presentationml/2006/main">
  <p:tag name="RAINPROBLEM" val="ProblemItem"/>
</p:tagLst>
</file>

<file path=ppt/tags/tag21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74.xml><?xml version="1.0" encoding="utf-8"?>
<p:tagLst xmlns:p="http://schemas.openxmlformats.org/presentationml/2006/main">
  <p:tag name="PROBLEMREMARKTITLE" val="ProblemRemarkBoardTitle"/>
</p:tagLst>
</file>

<file path=ppt/tags/tag2175.xml><?xml version="1.0" encoding="utf-8"?>
<p:tagLst xmlns:p="http://schemas.openxmlformats.org/presentationml/2006/main">
  <p:tag name="PROBLEMREMARKTITLE" val="ProblemRemarkBoardTitle"/>
</p:tagLst>
</file>

<file path=ppt/tags/tag2176.xml><?xml version="1.0" encoding="utf-8"?>
<p:tagLst xmlns:p="http://schemas.openxmlformats.org/presentationml/2006/main">
  <p:tag name="PROBLEMREMARKTITLE" val="ProblemRemarkBoardTitle"/>
</p:tagLst>
</file>

<file path=ppt/tags/tag2177.xml><?xml version="1.0" encoding="utf-8"?>
<p:tagLst xmlns:p="http://schemas.openxmlformats.org/presentationml/2006/main">
  <p:tag name="PROBLEMREMARKTITLE" val="ProblemRemarkBoardTitle"/>
</p:tagLst>
</file>

<file path=ppt/tags/tag2178.xml><?xml version="1.0" encoding="utf-8"?>
<p:tagLst xmlns:p="http://schemas.openxmlformats.org/presentationml/2006/main">
  <p:tag name="RAINPROBLEM" val="ProblemSetting"/>
  <p:tag name="RAINPROBLEMTYPE" val="MultipleChoice"/>
</p:tagLst>
</file>

<file path=ppt/tags/tag2179.xml><?xml version="1.0" encoding="utf-8"?>
<p:tagLst xmlns:p="http://schemas.openxmlformats.org/presentationml/2006/main">
  <p:tag name="PROBLEMREMARKTITLE" val="ProblemRemarkBoardTip"/>
</p:tagLst>
</file>

<file path=ppt/tags/tag2180.xml><?xml version="1.0" encoding="utf-8"?>
<p:tagLst xmlns:p="http://schemas.openxmlformats.org/presentationml/2006/main">
  <p:tag name="RAINPROBLEM" val="ProblemRemark"/>
</p:tagLst>
</file>

<file path=ppt/tags/tag2181.xml><?xml version="1.0" encoding="utf-8"?>
<p:tagLst xmlns:p="http://schemas.openxmlformats.org/presentationml/2006/main">
  <p:tag name="RAINPROBLEM" val="ProblemRemark"/>
</p:tagLst>
</file>

<file path=ppt/tags/tag2182.xml><?xml version="1.0" encoding="utf-8"?>
<p:tagLst xmlns:p="http://schemas.openxmlformats.org/presentationml/2006/main">
  <p:tag name="RAINPROBLEM" val="ProblemSubmit"/>
  <p:tag name="RAINPROBLEMTYPE" val="MultipleChoice"/>
</p:tagLst>
</file>

<file path=ppt/tags/tag2183.xml><?xml version="1.0" encoding="utf-8"?>
<p:tagLst xmlns:p="http://schemas.openxmlformats.org/presentationml/2006/main">
  <p:tag name="RAINPROBLEM" val="MultipleChoice"/>
  <p:tag name="PROBLEMHASREMARK" val="True"/>
</p:tagLst>
</file>

<file path=ppt/tags/tag2184.xml><?xml version="1.0" encoding="utf-8"?>
<p:tagLst xmlns:p="http://schemas.openxmlformats.org/presentationml/2006/main">
  <p:tag name="RAINPROBLEM" val="ProblemRemarkBoard"/>
</p:tagLst>
</file>

<file path=ppt/tags/tag2185.xml><?xml version="1.0" encoding="utf-8"?>
<p:tagLst xmlns:p="http://schemas.openxmlformats.org/presentationml/2006/main">
  <p:tag name="RAINPROBLEMTYPE" val="ProblemTypeMarker"/>
</p:tagLst>
</file>

<file path=ppt/tags/tag2186.xml><?xml version="1.0" encoding="utf-8"?>
<p:tagLst xmlns:p="http://schemas.openxmlformats.org/presentationml/2006/main">
  <p:tag name="RAINPROBLEMTYPE" val="ProblemTypeMarker"/>
</p:tagLst>
</file>

<file path=ppt/tags/tag2187.xml><?xml version="1.0" encoding="utf-8"?>
<p:tagLst xmlns:p="http://schemas.openxmlformats.org/presentationml/2006/main">
  <p:tag name="RAINPROBLEMTYPE" val="ProblemTypeMarker"/>
</p:tagLst>
</file>

<file path=ppt/tags/tag2188.xml><?xml version="1.0" encoding="utf-8"?>
<p:tagLst xmlns:p="http://schemas.openxmlformats.org/presentationml/2006/main">
  <p:tag name="RAINPROBLEMTYPE" val="ProblemTypeMarker"/>
</p:tagLst>
</file>

<file path=ppt/tags/tag2189.xml><?xml version="1.0" encoding="utf-8"?>
<p:tagLst xmlns:p="http://schemas.openxmlformats.org/presentationml/2006/main">
  <p:tag name="RAINPROBLEMTYPE" val="ProblemTypeMarker"/>
</p:tagLst>
</file>

<file path=ppt/tags/tag2190.xml><?xml version="1.0" encoding="utf-8"?>
<p:tagLst xmlns:p="http://schemas.openxmlformats.org/presentationml/2006/main">
  <p:tag name="RAINPROBLEM" val="ProblemBody"/>
</p:tagLst>
</file>

<file path=ppt/tags/tag2191.xml><?xml version="1.0" encoding="utf-8"?>
<p:tagLst xmlns:p="http://schemas.openxmlformats.org/presentationml/2006/main">
  <p:tag name="RAINPROBLEM" val="ProblemItem"/>
</p:tagLst>
</file>

<file path=ppt/tags/tag219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93.xml><?xml version="1.0" encoding="utf-8"?>
<p:tagLst xmlns:p="http://schemas.openxmlformats.org/presentationml/2006/main">
  <p:tag name="RAINPROBLEM" val="ProblemItem"/>
</p:tagLst>
</file>

<file path=ppt/tags/tag219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195.xml><?xml version="1.0" encoding="utf-8"?>
<p:tagLst xmlns:p="http://schemas.openxmlformats.org/presentationml/2006/main">
  <p:tag name="RAINPROBLEM" val="ProblemItem"/>
</p:tagLst>
</file>

<file path=ppt/tags/tag21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97.xml><?xml version="1.0" encoding="utf-8"?>
<p:tagLst xmlns:p="http://schemas.openxmlformats.org/presentationml/2006/main">
  <p:tag name="RAINPROBLEM" val="ProblemItem"/>
</p:tagLst>
</file>

<file path=ppt/tags/tag21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99.xml><?xml version="1.0" encoding="utf-8"?>
<p:tagLst xmlns:p="http://schemas.openxmlformats.org/presentationml/2006/main">
  <p:tag name="PROBLEMREMARKTITLE" val="ProblemRemarkBoardTitle"/>
</p:tagLst>
</file>

<file path=ppt/tags/tag2200.xml><?xml version="1.0" encoding="utf-8"?>
<p:tagLst xmlns:p="http://schemas.openxmlformats.org/presentationml/2006/main">
  <p:tag name="PROBLEMREMARKTITLE" val="ProblemRemarkBoardTitle"/>
</p:tagLst>
</file>

<file path=ppt/tags/tag2201.xml><?xml version="1.0" encoding="utf-8"?>
<p:tagLst xmlns:p="http://schemas.openxmlformats.org/presentationml/2006/main">
  <p:tag name="PROBLEMREMARKTITLE" val="ProblemRemarkBoardTitle"/>
</p:tagLst>
</file>

<file path=ppt/tags/tag2202.xml><?xml version="1.0" encoding="utf-8"?>
<p:tagLst xmlns:p="http://schemas.openxmlformats.org/presentationml/2006/main">
  <p:tag name="PROBLEMREMARKTITLE" val="ProblemRemarkBoardTitle"/>
</p:tagLst>
</file>

<file path=ppt/tags/tag2203.xml><?xml version="1.0" encoding="utf-8"?>
<p:tagLst xmlns:p="http://schemas.openxmlformats.org/presentationml/2006/main">
  <p:tag name="RAINPROBLEM" val="ProblemSetting"/>
  <p:tag name="RAINPROBLEMTYPE" val="MultipleChoice"/>
</p:tagLst>
</file>

<file path=ppt/tags/tag2204.xml><?xml version="1.0" encoding="utf-8"?>
<p:tagLst xmlns:p="http://schemas.openxmlformats.org/presentationml/2006/main">
  <p:tag name="PROBLEMREMARKTITLE" val="ProblemRemarkBoardTip"/>
</p:tagLst>
</file>

<file path=ppt/tags/tag2205.xml><?xml version="1.0" encoding="utf-8"?>
<p:tagLst xmlns:p="http://schemas.openxmlformats.org/presentationml/2006/main">
  <p:tag name="RAINPROBLEM" val="ProblemRemark"/>
</p:tagLst>
</file>

<file path=ppt/tags/tag2206.xml><?xml version="1.0" encoding="utf-8"?>
<p:tagLst xmlns:p="http://schemas.openxmlformats.org/presentationml/2006/main">
  <p:tag name="RAINPROBLEM" val="ProblemRemark"/>
</p:tagLst>
</file>

<file path=ppt/tags/tag2207.xml><?xml version="1.0" encoding="utf-8"?>
<p:tagLst xmlns:p="http://schemas.openxmlformats.org/presentationml/2006/main">
  <p:tag name="RAINPROBLEM" val="ProblemSubmit"/>
  <p:tag name="RAINPROBLEMTYPE" val="MultipleChoice"/>
</p:tagLst>
</file>

<file path=ppt/tags/tag2208.xml><?xml version="1.0" encoding="utf-8"?>
<p:tagLst xmlns:p="http://schemas.openxmlformats.org/presentationml/2006/main">
  <p:tag name="RAINPROBLEM" val="MultipleChoice"/>
  <p:tag name="PROBLEMHASREMARK" val="True"/>
</p:tagLst>
</file>

<file path=ppt/tags/tag2209.xml><?xml version="1.0" encoding="utf-8"?>
<p:tagLst xmlns:p="http://schemas.openxmlformats.org/presentationml/2006/main">
  <p:tag name="RAINPROBLEM" val="ProblemRemarkBoard"/>
</p:tagLst>
</file>

<file path=ppt/tags/tag2210.xml><?xml version="1.0" encoding="utf-8"?>
<p:tagLst xmlns:p="http://schemas.openxmlformats.org/presentationml/2006/main">
  <p:tag name="RAINPROBLEMTYPE" val="ProblemTypeMarker"/>
</p:tagLst>
</file>

<file path=ppt/tags/tag2211.xml><?xml version="1.0" encoding="utf-8"?>
<p:tagLst xmlns:p="http://schemas.openxmlformats.org/presentationml/2006/main">
  <p:tag name="RAINPROBLEMTYPE" val="ProblemTypeMarker"/>
</p:tagLst>
</file>

<file path=ppt/tags/tag2212.xml><?xml version="1.0" encoding="utf-8"?>
<p:tagLst xmlns:p="http://schemas.openxmlformats.org/presentationml/2006/main">
  <p:tag name="RAINPROBLEMTYPE" val="ProblemTypeMarker"/>
</p:tagLst>
</file>

<file path=ppt/tags/tag2213.xml><?xml version="1.0" encoding="utf-8"?>
<p:tagLst xmlns:p="http://schemas.openxmlformats.org/presentationml/2006/main">
  <p:tag name="RAINPROBLEMTYPE" val="ProblemTypeMarker"/>
</p:tagLst>
</file>

<file path=ppt/tags/tag2214.xml><?xml version="1.0" encoding="utf-8"?>
<p:tagLst xmlns:p="http://schemas.openxmlformats.org/presentationml/2006/main">
  <p:tag name="RAINPROBLEMTYPE" val="ProblemTypeMarker"/>
</p:tagLst>
</file>

<file path=ppt/tags/tag2215.xml><?xml version="1.0" encoding="utf-8"?>
<p:tagLst xmlns:p="http://schemas.openxmlformats.org/presentationml/2006/main">
  <p:tag name="RAINPROBLEM" val="ProblemBody"/>
</p:tagLst>
</file>

<file path=ppt/tags/tag2216.xml><?xml version="1.0" encoding="utf-8"?>
<p:tagLst xmlns:p="http://schemas.openxmlformats.org/presentationml/2006/main">
  <p:tag name="RAINPROBLEM" val="ProblemItem"/>
</p:tagLst>
</file>

<file path=ppt/tags/tag221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218.xml><?xml version="1.0" encoding="utf-8"?>
<p:tagLst xmlns:p="http://schemas.openxmlformats.org/presentationml/2006/main">
  <p:tag name="RAINPROBLEM" val="ProblemItem"/>
</p:tagLst>
</file>

<file path=ppt/tags/tag22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20.xml><?xml version="1.0" encoding="utf-8"?>
<p:tagLst xmlns:p="http://schemas.openxmlformats.org/presentationml/2006/main">
  <p:tag name="RAINPROBLEM" val="ProblemItem"/>
</p:tagLst>
</file>

<file path=ppt/tags/tag22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22.xml><?xml version="1.0" encoding="utf-8"?>
<p:tagLst xmlns:p="http://schemas.openxmlformats.org/presentationml/2006/main">
  <p:tag name="RAINPROBLEM" val="ProblemItem"/>
</p:tagLst>
</file>

<file path=ppt/tags/tag22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24.xml><?xml version="1.0" encoding="utf-8"?>
<p:tagLst xmlns:p="http://schemas.openxmlformats.org/presentationml/2006/main">
  <p:tag name="PROBLEMREMARKTITLE" val="ProblemRemarkBoardTitle"/>
</p:tagLst>
</file>

<file path=ppt/tags/tag2225.xml><?xml version="1.0" encoding="utf-8"?>
<p:tagLst xmlns:p="http://schemas.openxmlformats.org/presentationml/2006/main">
  <p:tag name="PROBLEMREMARKTITLE" val="ProblemRemarkBoardTitle"/>
</p:tagLst>
</file>

<file path=ppt/tags/tag2226.xml><?xml version="1.0" encoding="utf-8"?>
<p:tagLst xmlns:p="http://schemas.openxmlformats.org/presentationml/2006/main">
  <p:tag name="PROBLEMREMARKTITLE" val="ProblemRemarkBoardTitle"/>
</p:tagLst>
</file>

<file path=ppt/tags/tag2227.xml><?xml version="1.0" encoding="utf-8"?>
<p:tagLst xmlns:p="http://schemas.openxmlformats.org/presentationml/2006/main">
  <p:tag name="PROBLEMREMARKTITLE" val="ProblemRemarkBoardTitle"/>
</p:tagLst>
</file>

<file path=ppt/tags/tag2228.xml><?xml version="1.0" encoding="utf-8"?>
<p:tagLst xmlns:p="http://schemas.openxmlformats.org/presentationml/2006/main">
  <p:tag name="RAINPROBLEM" val="ProblemSetting"/>
  <p:tag name="RAINPROBLEMTYPE" val="MultipleChoice"/>
</p:tagLst>
</file>

<file path=ppt/tags/tag2229.xml><?xml version="1.0" encoding="utf-8"?>
<p:tagLst xmlns:p="http://schemas.openxmlformats.org/presentationml/2006/main">
  <p:tag name="PROBLEMREMARKTITLE" val="ProblemRemarkBoardTip"/>
</p:tagLst>
</file>

<file path=ppt/tags/tag2230.xml><?xml version="1.0" encoding="utf-8"?>
<p:tagLst xmlns:p="http://schemas.openxmlformats.org/presentationml/2006/main">
  <p:tag name="RAINPROBLEM" val="ProblemRemark"/>
</p:tagLst>
</file>

<file path=ppt/tags/tag2231.xml><?xml version="1.0" encoding="utf-8"?>
<p:tagLst xmlns:p="http://schemas.openxmlformats.org/presentationml/2006/main">
  <p:tag name="RAINPROBLEM" val="ProblemRemark"/>
</p:tagLst>
</file>

<file path=ppt/tags/tag2232.xml><?xml version="1.0" encoding="utf-8"?>
<p:tagLst xmlns:p="http://schemas.openxmlformats.org/presentationml/2006/main">
  <p:tag name="RAINPROBLEM" val="ProblemSubmit"/>
  <p:tag name="RAINPROBLEMTYPE" val="MultipleChoice"/>
</p:tagLst>
</file>

<file path=ppt/tags/tag2233.xml><?xml version="1.0" encoding="utf-8"?>
<p:tagLst xmlns:p="http://schemas.openxmlformats.org/presentationml/2006/main">
  <p:tag name="RAINPROBLEM" val="MultipleChoice"/>
  <p:tag name="PROBLEMHASREMARK" val="True"/>
</p:tagLst>
</file>

<file path=ppt/tags/tag2234.xml><?xml version="1.0" encoding="utf-8"?>
<p:tagLst xmlns:p="http://schemas.openxmlformats.org/presentationml/2006/main">
  <p:tag name="RAINPROBLEM" val="ProblemRemarkBoard"/>
</p:tagLst>
</file>

<file path=ppt/tags/tag2235.xml><?xml version="1.0" encoding="utf-8"?>
<p:tagLst xmlns:p="http://schemas.openxmlformats.org/presentationml/2006/main">
  <p:tag name="RAINPROBLEMTYPE" val="ProblemTypeMarker"/>
</p:tagLst>
</file>

<file path=ppt/tags/tag2236.xml><?xml version="1.0" encoding="utf-8"?>
<p:tagLst xmlns:p="http://schemas.openxmlformats.org/presentationml/2006/main">
  <p:tag name="RAINPROBLEMTYPE" val="ProblemTypeMarker"/>
</p:tagLst>
</file>

<file path=ppt/tags/tag2237.xml><?xml version="1.0" encoding="utf-8"?>
<p:tagLst xmlns:p="http://schemas.openxmlformats.org/presentationml/2006/main">
  <p:tag name="RAINPROBLEMTYPE" val="ProblemTypeMarker"/>
</p:tagLst>
</file>

<file path=ppt/tags/tag2238.xml><?xml version="1.0" encoding="utf-8"?>
<p:tagLst xmlns:p="http://schemas.openxmlformats.org/presentationml/2006/main">
  <p:tag name="RAINPROBLEMTYPE" val="ProblemTypeMarker"/>
</p:tagLst>
</file>

<file path=ppt/tags/tag2239.xml><?xml version="1.0" encoding="utf-8"?>
<p:tagLst xmlns:p="http://schemas.openxmlformats.org/presentationml/2006/main">
  <p:tag name="RAINPROBLEMTYPE" val="ProblemTypeMarker"/>
</p:tagLst>
</file>

<file path=ppt/tags/tag2240.xml><?xml version="1.0" encoding="utf-8"?>
<p:tagLst xmlns:p="http://schemas.openxmlformats.org/presentationml/2006/main">
  <p:tag name="RAINPROBLEM" val="ProblemBody"/>
</p:tagLst>
</file>

<file path=ppt/tags/tag2241.xml><?xml version="1.0" encoding="utf-8"?>
<p:tagLst xmlns:p="http://schemas.openxmlformats.org/presentationml/2006/main">
  <p:tag name="RAINPROBLEM" val="ProblemItem"/>
</p:tagLst>
</file>

<file path=ppt/tags/tag22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243.xml><?xml version="1.0" encoding="utf-8"?>
<p:tagLst xmlns:p="http://schemas.openxmlformats.org/presentationml/2006/main">
  <p:tag name="RAINPROBLEM" val="ProblemItem"/>
</p:tagLst>
</file>

<file path=ppt/tags/tag22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45.xml><?xml version="1.0" encoding="utf-8"?>
<p:tagLst xmlns:p="http://schemas.openxmlformats.org/presentationml/2006/main">
  <p:tag name="RAINPROBLEM" val="ProblemItem"/>
</p:tagLst>
</file>

<file path=ppt/tags/tag22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47.xml><?xml version="1.0" encoding="utf-8"?>
<p:tagLst xmlns:p="http://schemas.openxmlformats.org/presentationml/2006/main">
  <p:tag name="RAINPROBLEM" val="ProblemItem"/>
</p:tagLst>
</file>

<file path=ppt/tags/tag22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49.xml><?xml version="1.0" encoding="utf-8"?>
<p:tagLst xmlns:p="http://schemas.openxmlformats.org/presentationml/2006/main">
  <p:tag name="PROBLEMREMARKTITLE" val="ProblemRemarkBoardTitle"/>
</p:tagLst>
</file>

<file path=ppt/tags/tag2250.xml><?xml version="1.0" encoding="utf-8"?>
<p:tagLst xmlns:p="http://schemas.openxmlformats.org/presentationml/2006/main">
  <p:tag name="PROBLEMREMARKTITLE" val="ProblemRemarkBoardTitle"/>
</p:tagLst>
</file>

<file path=ppt/tags/tag2251.xml><?xml version="1.0" encoding="utf-8"?>
<p:tagLst xmlns:p="http://schemas.openxmlformats.org/presentationml/2006/main">
  <p:tag name="PROBLEMREMARKTITLE" val="ProblemRemarkBoardTitle"/>
</p:tagLst>
</file>

<file path=ppt/tags/tag2252.xml><?xml version="1.0" encoding="utf-8"?>
<p:tagLst xmlns:p="http://schemas.openxmlformats.org/presentationml/2006/main">
  <p:tag name="PROBLEMREMARKTITLE" val="ProblemRemarkBoardTitle"/>
</p:tagLst>
</file>

<file path=ppt/tags/tag2253.xml><?xml version="1.0" encoding="utf-8"?>
<p:tagLst xmlns:p="http://schemas.openxmlformats.org/presentationml/2006/main">
  <p:tag name="RAINPROBLEM" val="ProblemSetting"/>
  <p:tag name="RAINPROBLEMTYPE" val="MultipleChoice"/>
</p:tagLst>
</file>

<file path=ppt/tags/tag2254.xml><?xml version="1.0" encoding="utf-8"?>
<p:tagLst xmlns:p="http://schemas.openxmlformats.org/presentationml/2006/main">
  <p:tag name="PROBLEMREMARKTITLE" val="ProblemRemarkBoardTip"/>
</p:tagLst>
</file>

<file path=ppt/tags/tag2255.xml><?xml version="1.0" encoding="utf-8"?>
<p:tagLst xmlns:p="http://schemas.openxmlformats.org/presentationml/2006/main">
  <p:tag name="RAINPROBLEM" val="ProblemRemark"/>
</p:tagLst>
</file>

<file path=ppt/tags/tag2256.xml><?xml version="1.0" encoding="utf-8"?>
<p:tagLst xmlns:p="http://schemas.openxmlformats.org/presentationml/2006/main">
  <p:tag name="RAINPROBLEM" val="ProblemRemark"/>
</p:tagLst>
</file>

<file path=ppt/tags/tag2257.xml><?xml version="1.0" encoding="utf-8"?>
<p:tagLst xmlns:p="http://schemas.openxmlformats.org/presentationml/2006/main">
  <p:tag name="RAINPROBLEM" val="ProblemSubmit"/>
  <p:tag name="RAINPROBLEMTYPE" val="MultipleChoice"/>
</p:tagLst>
</file>

<file path=ppt/tags/tag2258.xml><?xml version="1.0" encoding="utf-8"?>
<p:tagLst xmlns:p="http://schemas.openxmlformats.org/presentationml/2006/main">
  <p:tag name="RAINPROBLEM" val="MultipleChoice"/>
  <p:tag name="PROBLEMHASREMARK" val="True"/>
</p:tagLst>
</file>

<file path=ppt/tags/tag2259.xml><?xml version="1.0" encoding="utf-8"?>
<p:tagLst xmlns:p="http://schemas.openxmlformats.org/presentationml/2006/main">
  <p:tag name="RAINPROBLEM" val="ProblemRemarkBoard"/>
</p:tagLst>
</file>

<file path=ppt/tags/tag2260.xml><?xml version="1.0" encoding="utf-8"?>
<p:tagLst xmlns:p="http://schemas.openxmlformats.org/presentationml/2006/main">
  <p:tag name="RAINPROBLEMTYPE" val="ProblemTypeMarker"/>
</p:tagLst>
</file>

<file path=ppt/tags/tag2261.xml><?xml version="1.0" encoding="utf-8"?>
<p:tagLst xmlns:p="http://schemas.openxmlformats.org/presentationml/2006/main">
  <p:tag name="RAINPROBLEMTYPE" val="ProblemTypeMarker"/>
</p:tagLst>
</file>

<file path=ppt/tags/tag2262.xml><?xml version="1.0" encoding="utf-8"?>
<p:tagLst xmlns:p="http://schemas.openxmlformats.org/presentationml/2006/main">
  <p:tag name="RAINPROBLEMTYPE" val="ProblemTypeMarker"/>
</p:tagLst>
</file>

<file path=ppt/tags/tag2263.xml><?xml version="1.0" encoding="utf-8"?>
<p:tagLst xmlns:p="http://schemas.openxmlformats.org/presentationml/2006/main">
  <p:tag name="RAINPROBLEMTYPE" val="ProblemTypeMarker"/>
</p:tagLst>
</file>

<file path=ppt/tags/tag2264.xml><?xml version="1.0" encoding="utf-8"?>
<p:tagLst xmlns:p="http://schemas.openxmlformats.org/presentationml/2006/main">
  <p:tag name="RAINPROBLEMTYPE" val="ProblemTypeMarker"/>
</p:tagLst>
</file>

<file path=ppt/tags/tag2265.xml><?xml version="1.0" encoding="utf-8"?>
<p:tagLst xmlns:p="http://schemas.openxmlformats.org/presentationml/2006/main">
  <p:tag name="RAINPROBLEM" val="ProblemBody"/>
</p:tagLst>
</file>

<file path=ppt/tags/tag2266.xml><?xml version="1.0" encoding="utf-8"?>
<p:tagLst xmlns:p="http://schemas.openxmlformats.org/presentationml/2006/main">
  <p:tag name="RAINPROBLEM" val="ProblemItem"/>
</p:tagLst>
</file>

<file path=ppt/tags/tag226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268.xml><?xml version="1.0" encoding="utf-8"?>
<p:tagLst xmlns:p="http://schemas.openxmlformats.org/presentationml/2006/main">
  <p:tag name="RAINPROBLEM" val="ProblemItem"/>
</p:tagLst>
</file>

<file path=ppt/tags/tag22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70.xml><?xml version="1.0" encoding="utf-8"?>
<p:tagLst xmlns:p="http://schemas.openxmlformats.org/presentationml/2006/main">
  <p:tag name="RAINPROBLEM" val="ProblemItem"/>
</p:tagLst>
</file>

<file path=ppt/tags/tag22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72.xml><?xml version="1.0" encoding="utf-8"?>
<p:tagLst xmlns:p="http://schemas.openxmlformats.org/presentationml/2006/main">
  <p:tag name="RAINPROBLEM" val="ProblemItem"/>
</p:tagLst>
</file>

<file path=ppt/tags/tag22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74.xml><?xml version="1.0" encoding="utf-8"?>
<p:tagLst xmlns:p="http://schemas.openxmlformats.org/presentationml/2006/main">
  <p:tag name="PROBLEMREMARKTITLE" val="ProblemRemarkBoardTitle"/>
</p:tagLst>
</file>

<file path=ppt/tags/tag2275.xml><?xml version="1.0" encoding="utf-8"?>
<p:tagLst xmlns:p="http://schemas.openxmlformats.org/presentationml/2006/main">
  <p:tag name="PROBLEMREMARKTITLE" val="ProblemRemarkBoardTitle"/>
</p:tagLst>
</file>

<file path=ppt/tags/tag2276.xml><?xml version="1.0" encoding="utf-8"?>
<p:tagLst xmlns:p="http://schemas.openxmlformats.org/presentationml/2006/main">
  <p:tag name="PROBLEMREMARKTITLE" val="ProblemRemarkBoardTitle"/>
</p:tagLst>
</file>

<file path=ppt/tags/tag2277.xml><?xml version="1.0" encoding="utf-8"?>
<p:tagLst xmlns:p="http://schemas.openxmlformats.org/presentationml/2006/main">
  <p:tag name="PROBLEMREMARKTITLE" val="ProblemRemarkBoardTitle"/>
</p:tagLst>
</file>

<file path=ppt/tags/tag2278.xml><?xml version="1.0" encoding="utf-8"?>
<p:tagLst xmlns:p="http://schemas.openxmlformats.org/presentationml/2006/main">
  <p:tag name="RAINPROBLEM" val="ProblemSetting"/>
  <p:tag name="RAINPROBLEMTYPE" val="MultipleChoice"/>
</p:tagLst>
</file>

<file path=ppt/tags/tag2279.xml><?xml version="1.0" encoding="utf-8"?>
<p:tagLst xmlns:p="http://schemas.openxmlformats.org/presentationml/2006/main">
  <p:tag name="PROBLEMREMARKTITLE" val="ProblemRemarkBoardTip"/>
</p:tagLst>
</file>

<file path=ppt/tags/tag2280.xml><?xml version="1.0" encoding="utf-8"?>
<p:tagLst xmlns:p="http://schemas.openxmlformats.org/presentationml/2006/main">
  <p:tag name="RAINPROBLEM" val="ProblemRemark"/>
</p:tagLst>
</file>

<file path=ppt/tags/tag2281.xml><?xml version="1.0" encoding="utf-8"?>
<p:tagLst xmlns:p="http://schemas.openxmlformats.org/presentationml/2006/main">
  <p:tag name="RAINPROBLEM" val="ProblemRemark"/>
</p:tagLst>
</file>

<file path=ppt/tags/tag2282.xml><?xml version="1.0" encoding="utf-8"?>
<p:tagLst xmlns:p="http://schemas.openxmlformats.org/presentationml/2006/main">
  <p:tag name="RAINPROBLEM" val="ProblemSubmit"/>
  <p:tag name="RAINPROBLEMTYPE" val="MultipleChoice"/>
</p:tagLst>
</file>

<file path=ppt/tags/tag2283.xml><?xml version="1.0" encoding="utf-8"?>
<p:tagLst xmlns:p="http://schemas.openxmlformats.org/presentationml/2006/main">
  <p:tag name="RAINPROBLEM" val="MultipleChoice"/>
  <p:tag name="PROBLEMHASREMARK" val="True"/>
</p:tagLst>
</file>

<file path=ppt/tags/tag2284.xml><?xml version="1.0" encoding="utf-8"?>
<p:tagLst xmlns:p="http://schemas.openxmlformats.org/presentationml/2006/main">
  <p:tag name="RAINPROBLEM" val="ProblemRemarkBoard"/>
</p:tagLst>
</file>

<file path=ppt/tags/tag2285.xml><?xml version="1.0" encoding="utf-8"?>
<p:tagLst xmlns:p="http://schemas.openxmlformats.org/presentationml/2006/main">
  <p:tag name="RAINPROBLEMTYPE" val="ProblemTypeMarker"/>
</p:tagLst>
</file>

<file path=ppt/tags/tag2286.xml><?xml version="1.0" encoding="utf-8"?>
<p:tagLst xmlns:p="http://schemas.openxmlformats.org/presentationml/2006/main">
  <p:tag name="RAINPROBLEMTYPE" val="ProblemTypeMarker"/>
</p:tagLst>
</file>

<file path=ppt/tags/tag2287.xml><?xml version="1.0" encoding="utf-8"?>
<p:tagLst xmlns:p="http://schemas.openxmlformats.org/presentationml/2006/main">
  <p:tag name="RAINPROBLEMTYPE" val="ProblemTypeMarker"/>
</p:tagLst>
</file>

<file path=ppt/tags/tag2288.xml><?xml version="1.0" encoding="utf-8"?>
<p:tagLst xmlns:p="http://schemas.openxmlformats.org/presentationml/2006/main">
  <p:tag name="RAINPROBLEMTYPE" val="ProblemTypeMarker"/>
</p:tagLst>
</file>

<file path=ppt/tags/tag2289.xml><?xml version="1.0" encoding="utf-8"?>
<p:tagLst xmlns:p="http://schemas.openxmlformats.org/presentationml/2006/main">
  <p:tag name="RAINPROBLEMTYPE" val="ProblemTypeMarker"/>
</p:tagLst>
</file>

<file path=ppt/tags/tag2290.xml><?xml version="1.0" encoding="utf-8"?>
<p:tagLst xmlns:p="http://schemas.openxmlformats.org/presentationml/2006/main">
  <p:tag name="RAINPROBLEM" val="ProblemBody"/>
</p:tagLst>
</file>

<file path=ppt/tags/tag2291.xml><?xml version="1.0" encoding="utf-8"?>
<p:tagLst xmlns:p="http://schemas.openxmlformats.org/presentationml/2006/main">
  <p:tag name="RAINPROBLEM" val="ProblemItem"/>
</p:tagLst>
</file>

<file path=ppt/tags/tag229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293.xml><?xml version="1.0" encoding="utf-8"?>
<p:tagLst xmlns:p="http://schemas.openxmlformats.org/presentationml/2006/main">
  <p:tag name="RAINPROBLEM" val="ProblemItem"/>
</p:tagLst>
</file>

<file path=ppt/tags/tag22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95.xml><?xml version="1.0" encoding="utf-8"?>
<p:tagLst xmlns:p="http://schemas.openxmlformats.org/presentationml/2006/main">
  <p:tag name="RAINPROBLEM" val="ProblemItem"/>
</p:tagLst>
</file>

<file path=ppt/tags/tag22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97.xml><?xml version="1.0" encoding="utf-8"?>
<p:tagLst xmlns:p="http://schemas.openxmlformats.org/presentationml/2006/main">
  <p:tag name="RAINPROBLEM" val="ProblemItem"/>
</p:tagLst>
</file>

<file path=ppt/tags/tag22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99.xml><?xml version="1.0" encoding="utf-8"?>
<p:tagLst xmlns:p="http://schemas.openxmlformats.org/presentationml/2006/main">
  <p:tag name="PROBLEMREMARKTITLE" val="ProblemRemarkBoardTitle"/>
</p:tagLst>
</file>

<file path=ppt/tags/tag2300.xml><?xml version="1.0" encoding="utf-8"?>
<p:tagLst xmlns:p="http://schemas.openxmlformats.org/presentationml/2006/main">
  <p:tag name="PROBLEMREMARKTITLE" val="ProblemRemarkBoardTitle"/>
</p:tagLst>
</file>

<file path=ppt/tags/tag2301.xml><?xml version="1.0" encoding="utf-8"?>
<p:tagLst xmlns:p="http://schemas.openxmlformats.org/presentationml/2006/main">
  <p:tag name="PROBLEMREMARKTITLE" val="ProblemRemarkBoardTitle"/>
</p:tagLst>
</file>

<file path=ppt/tags/tag2302.xml><?xml version="1.0" encoding="utf-8"?>
<p:tagLst xmlns:p="http://schemas.openxmlformats.org/presentationml/2006/main">
  <p:tag name="PROBLEMREMARKTITLE" val="ProblemRemarkBoardTitle"/>
</p:tagLst>
</file>

<file path=ppt/tags/tag2303.xml><?xml version="1.0" encoding="utf-8"?>
<p:tagLst xmlns:p="http://schemas.openxmlformats.org/presentationml/2006/main">
  <p:tag name="RAINPROBLEM" val="ProblemSetting"/>
  <p:tag name="RAINPROBLEMTYPE" val="MultipleChoice"/>
</p:tagLst>
</file>

<file path=ppt/tags/tag2304.xml><?xml version="1.0" encoding="utf-8"?>
<p:tagLst xmlns:p="http://schemas.openxmlformats.org/presentationml/2006/main">
  <p:tag name="PROBLEMREMARKTITLE" val="ProblemRemarkBoardTip"/>
</p:tagLst>
</file>

<file path=ppt/tags/tag2305.xml><?xml version="1.0" encoding="utf-8"?>
<p:tagLst xmlns:p="http://schemas.openxmlformats.org/presentationml/2006/main">
  <p:tag name="RAINPROBLEM" val="ProblemRemark"/>
</p:tagLst>
</file>

<file path=ppt/tags/tag2306.xml><?xml version="1.0" encoding="utf-8"?>
<p:tagLst xmlns:p="http://schemas.openxmlformats.org/presentationml/2006/main">
  <p:tag name="RAINPROBLEM" val="ProblemRemark"/>
</p:tagLst>
</file>

<file path=ppt/tags/tag2307.xml><?xml version="1.0" encoding="utf-8"?>
<p:tagLst xmlns:p="http://schemas.openxmlformats.org/presentationml/2006/main">
  <p:tag name="RAINPROBLEM" val="ProblemSubmit"/>
  <p:tag name="RAINPROBLEMTYPE" val="MultipleChoice"/>
</p:tagLst>
</file>

<file path=ppt/tags/tag2308.xml><?xml version="1.0" encoding="utf-8"?>
<p:tagLst xmlns:p="http://schemas.openxmlformats.org/presentationml/2006/main">
  <p:tag name="RAINPROBLEM" val="MultipleChoice"/>
  <p:tag name="PROBLEMHASREMARK" val="True"/>
</p:tagLst>
</file>

<file path=ppt/tags/tag2309.xml><?xml version="1.0" encoding="utf-8"?>
<p:tagLst xmlns:p="http://schemas.openxmlformats.org/presentationml/2006/main">
  <p:tag name="RAINPROBLEM" val="ProblemRemarkBoard"/>
</p:tagLst>
</file>

<file path=ppt/tags/tag2310.xml><?xml version="1.0" encoding="utf-8"?>
<p:tagLst xmlns:p="http://schemas.openxmlformats.org/presentationml/2006/main">
  <p:tag name="RAINPROBLEMTYPE" val="ProblemTypeMarker"/>
</p:tagLst>
</file>

<file path=ppt/tags/tag2311.xml><?xml version="1.0" encoding="utf-8"?>
<p:tagLst xmlns:p="http://schemas.openxmlformats.org/presentationml/2006/main">
  <p:tag name="RAINPROBLEMTYPE" val="ProblemTypeMarker"/>
</p:tagLst>
</file>

<file path=ppt/tags/tag2312.xml><?xml version="1.0" encoding="utf-8"?>
<p:tagLst xmlns:p="http://schemas.openxmlformats.org/presentationml/2006/main">
  <p:tag name="RAINPROBLEMTYPE" val="ProblemTypeMarker"/>
</p:tagLst>
</file>

<file path=ppt/tags/tag2313.xml><?xml version="1.0" encoding="utf-8"?>
<p:tagLst xmlns:p="http://schemas.openxmlformats.org/presentationml/2006/main">
  <p:tag name="RAINPROBLEMTYPE" val="ProblemTypeMarker"/>
</p:tagLst>
</file>

<file path=ppt/tags/tag2314.xml><?xml version="1.0" encoding="utf-8"?>
<p:tagLst xmlns:p="http://schemas.openxmlformats.org/presentationml/2006/main">
  <p:tag name="RAINPROBLEMTYPE" val="ProblemTypeMarker"/>
</p:tagLst>
</file>

<file path=ppt/tags/tag2315.xml><?xml version="1.0" encoding="utf-8"?>
<p:tagLst xmlns:p="http://schemas.openxmlformats.org/presentationml/2006/main">
  <p:tag name="RAINPROBLEM" val="ProblemBody"/>
</p:tagLst>
</file>

<file path=ppt/tags/tag2316.xml><?xml version="1.0" encoding="utf-8"?>
<p:tagLst xmlns:p="http://schemas.openxmlformats.org/presentationml/2006/main">
  <p:tag name="RAINPROBLEM" val="ProblemItem"/>
</p:tagLst>
</file>

<file path=ppt/tags/tag231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318.xml><?xml version="1.0" encoding="utf-8"?>
<p:tagLst xmlns:p="http://schemas.openxmlformats.org/presentationml/2006/main">
  <p:tag name="RAINPROBLEM" val="ProblemItem"/>
</p:tagLst>
</file>

<file path=ppt/tags/tag23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20.xml><?xml version="1.0" encoding="utf-8"?>
<p:tagLst xmlns:p="http://schemas.openxmlformats.org/presentationml/2006/main">
  <p:tag name="RAINPROBLEM" val="ProblemItem"/>
</p:tagLst>
</file>

<file path=ppt/tags/tag23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22.xml><?xml version="1.0" encoding="utf-8"?>
<p:tagLst xmlns:p="http://schemas.openxmlformats.org/presentationml/2006/main">
  <p:tag name="RAINPROBLEM" val="ProblemItem"/>
</p:tagLst>
</file>

<file path=ppt/tags/tag23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24.xml><?xml version="1.0" encoding="utf-8"?>
<p:tagLst xmlns:p="http://schemas.openxmlformats.org/presentationml/2006/main">
  <p:tag name="PROBLEMREMARKTITLE" val="ProblemRemarkBoardTitle"/>
</p:tagLst>
</file>

<file path=ppt/tags/tag2325.xml><?xml version="1.0" encoding="utf-8"?>
<p:tagLst xmlns:p="http://schemas.openxmlformats.org/presentationml/2006/main">
  <p:tag name="PROBLEMREMARKTITLE" val="ProblemRemarkBoardTitle"/>
</p:tagLst>
</file>

<file path=ppt/tags/tag2326.xml><?xml version="1.0" encoding="utf-8"?>
<p:tagLst xmlns:p="http://schemas.openxmlformats.org/presentationml/2006/main">
  <p:tag name="PROBLEMREMARKTITLE" val="ProblemRemarkBoardTitle"/>
</p:tagLst>
</file>

<file path=ppt/tags/tag2327.xml><?xml version="1.0" encoding="utf-8"?>
<p:tagLst xmlns:p="http://schemas.openxmlformats.org/presentationml/2006/main">
  <p:tag name="PROBLEMREMARKTITLE" val="ProblemRemarkBoardTitle"/>
</p:tagLst>
</file>

<file path=ppt/tags/tag2328.xml><?xml version="1.0" encoding="utf-8"?>
<p:tagLst xmlns:p="http://schemas.openxmlformats.org/presentationml/2006/main">
  <p:tag name="RAINPROBLEM" val="ProblemSetting"/>
  <p:tag name="RAINPROBLEMTYPE" val="MultipleChoice"/>
</p:tagLst>
</file>

<file path=ppt/tags/tag2329.xml><?xml version="1.0" encoding="utf-8"?>
<p:tagLst xmlns:p="http://schemas.openxmlformats.org/presentationml/2006/main">
  <p:tag name="PROBLEMREMARKTITLE" val="ProblemRemarkBoardTip"/>
</p:tagLst>
</file>

<file path=ppt/tags/tag2330.xml><?xml version="1.0" encoding="utf-8"?>
<p:tagLst xmlns:p="http://schemas.openxmlformats.org/presentationml/2006/main">
  <p:tag name="RAINPROBLEM" val="ProblemRemark"/>
</p:tagLst>
</file>

<file path=ppt/tags/tag2331.xml><?xml version="1.0" encoding="utf-8"?>
<p:tagLst xmlns:p="http://schemas.openxmlformats.org/presentationml/2006/main">
  <p:tag name="RAINPROBLEM" val="ProblemRemark"/>
</p:tagLst>
</file>

<file path=ppt/tags/tag2332.xml><?xml version="1.0" encoding="utf-8"?>
<p:tagLst xmlns:p="http://schemas.openxmlformats.org/presentationml/2006/main">
  <p:tag name="RAINPROBLEM" val="ProblemSubmit"/>
  <p:tag name="RAINPROBLEMTYPE" val="MultipleChoice"/>
</p:tagLst>
</file>

<file path=ppt/tags/tag2333.xml><?xml version="1.0" encoding="utf-8"?>
<p:tagLst xmlns:p="http://schemas.openxmlformats.org/presentationml/2006/main">
  <p:tag name="RAINPROBLEM" val="MultipleChoice"/>
  <p:tag name="PROBLEMHASREMARK" val="True"/>
</p:tagLst>
</file>

<file path=ppt/tags/tag2334.xml><?xml version="1.0" encoding="utf-8"?>
<p:tagLst xmlns:p="http://schemas.openxmlformats.org/presentationml/2006/main">
  <p:tag name="RAINPROBLEM" val="ProblemRemarkBoard"/>
</p:tagLst>
</file>

<file path=ppt/tags/tag2335.xml><?xml version="1.0" encoding="utf-8"?>
<p:tagLst xmlns:p="http://schemas.openxmlformats.org/presentationml/2006/main">
  <p:tag name="RAINPROBLEMTYPE" val="ProblemTypeMarker"/>
</p:tagLst>
</file>

<file path=ppt/tags/tag2336.xml><?xml version="1.0" encoding="utf-8"?>
<p:tagLst xmlns:p="http://schemas.openxmlformats.org/presentationml/2006/main">
  <p:tag name="RAINPROBLEMTYPE" val="ProblemTypeMarker"/>
</p:tagLst>
</file>

<file path=ppt/tags/tag2337.xml><?xml version="1.0" encoding="utf-8"?>
<p:tagLst xmlns:p="http://schemas.openxmlformats.org/presentationml/2006/main">
  <p:tag name="RAINPROBLEMTYPE" val="ProblemTypeMarker"/>
</p:tagLst>
</file>

<file path=ppt/tags/tag2338.xml><?xml version="1.0" encoding="utf-8"?>
<p:tagLst xmlns:p="http://schemas.openxmlformats.org/presentationml/2006/main">
  <p:tag name="RAINPROBLEMTYPE" val="ProblemTypeMarker"/>
</p:tagLst>
</file>

<file path=ppt/tags/tag2339.xml><?xml version="1.0" encoding="utf-8"?>
<p:tagLst xmlns:p="http://schemas.openxmlformats.org/presentationml/2006/main">
  <p:tag name="RAINPROBLEMTYPE" val="ProblemTypeMarker"/>
</p:tagLst>
</file>

<file path=ppt/tags/tag2340.xml><?xml version="1.0" encoding="utf-8"?>
<p:tagLst xmlns:p="http://schemas.openxmlformats.org/presentationml/2006/main">
  <p:tag name="RAINPROBLEM" val="ProblemBody"/>
</p:tagLst>
</file>

<file path=ppt/tags/tag2341.xml><?xml version="1.0" encoding="utf-8"?>
<p:tagLst xmlns:p="http://schemas.openxmlformats.org/presentationml/2006/main">
  <p:tag name="RAINPROBLEM" val="ProblemItem"/>
</p:tagLst>
</file>

<file path=ppt/tags/tag23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343.xml><?xml version="1.0" encoding="utf-8"?>
<p:tagLst xmlns:p="http://schemas.openxmlformats.org/presentationml/2006/main">
  <p:tag name="RAINPROBLEM" val="ProblemItem"/>
</p:tagLst>
</file>

<file path=ppt/tags/tag23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45.xml><?xml version="1.0" encoding="utf-8"?>
<p:tagLst xmlns:p="http://schemas.openxmlformats.org/presentationml/2006/main">
  <p:tag name="RAINPROBLEM" val="ProblemItem"/>
</p:tagLst>
</file>

<file path=ppt/tags/tag23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47.xml><?xml version="1.0" encoding="utf-8"?>
<p:tagLst xmlns:p="http://schemas.openxmlformats.org/presentationml/2006/main">
  <p:tag name="RAINPROBLEM" val="ProblemItem"/>
</p:tagLst>
</file>

<file path=ppt/tags/tag234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49.xml><?xml version="1.0" encoding="utf-8"?>
<p:tagLst xmlns:p="http://schemas.openxmlformats.org/presentationml/2006/main">
  <p:tag name="PROBLEMREMARKTITLE" val="ProblemRemarkBoardTitle"/>
</p:tagLst>
</file>

<file path=ppt/tags/tag2350.xml><?xml version="1.0" encoding="utf-8"?>
<p:tagLst xmlns:p="http://schemas.openxmlformats.org/presentationml/2006/main">
  <p:tag name="PROBLEMREMARKTITLE" val="ProblemRemarkBoardTitle"/>
</p:tagLst>
</file>

<file path=ppt/tags/tag2351.xml><?xml version="1.0" encoding="utf-8"?>
<p:tagLst xmlns:p="http://schemas.openxmlformats.org/presentationml/2006/main">
  <p:tag name="PROBLEMREMARKTITLE" val="ProblemRemarkBoardTitle"/>
</p:tagLst>
</file>

<file path=ppt/tags/tag2352.xml><?xml version="1.0" encoding="utf-8"?>
<p:tagLst xmlns:p="http://schemas.openxmlformats.org/presentationml/2006/main">
  <p:tag name="PROBLEMREMARKTITLE" val="ProblemRemarkBoardTitle"/>
</p:tagLst>
</file>

<file path=ppt/tags/tag2353.xml><?xml version="1.0" encoding="utf-8"?>
<p:tagLst xmlns:p="http://schemas.openxmlformats.org/presentationml/2006/main">
  <p:tag name="RAINPROBLEM" val="ProblemSetting"/>
  <p:tag name="RAINPROBLEMTYPE" val="MultipleChoice"/>
</p:tagLst>
</file>

<file path=ppt/tags/tag2354.xml><?xml version="1.0" encoding="utf-8"?>
<p:tagLst xmlns:p="http://schemas.openxmlformats.org/presentationml/2006/main">
  <p:tag name="PROBLEMREMARKTITLE" val="ProblemRemarkBoardTip"/>
</p:tagLst>
</file>

<file path=ppt/tags/tag2355.xml><?xml version="1.0" encoding="utf-8"?>
<p:tagLst xmlns:p="http://schemas.openxmlformats.org/presentationml/2006/main">
  <p:tag name="RAINPROBLEM" val="ProblemRemark"/>
</p:tagLst>
</file>

<file path=ppt/tags/tag2356.xml><?xml version="1.0" encoding="utf-8"?>
<p:tagLst xmlns:p="http://schemas.openxmlformats.org/presentationml/2006/main">
  <p:tag name="RAINPROBLEM" val="ProblemRemark"/>
</p:tagLst>
</file>

<file path=ppt/tags/tag2357.xml><?xml version="1.0" encoding="utf-8"?>
<p:tagLst xmlns:p="http://schemas.openxmlformats.org/presentationml/2006/main">
  <p:tag name="RAINPROBLEM" val="ProblemSubmit"/>
  <p:tag name="RAINPROBLEMTYPE" val="MultipleChoice"/>
</p:tagLst>
</file>

<file path=ppt/tags/tag2358.xml><?xml version="1.0" encoding="utf-8"?>
<p:tagLst xmlns:p="http://schemas.openxmlformats.org/presentationml/2006/main">
  <p:tag name="RAINPROBLEM" val="MultipleChoice"/>
  <p:tag name="PROBLEMHASREMARK" val="True"/>
</p:tagLst>
</file>

<file path=ppt/tags/tag2359.xml><?xml version="1.0" encoding="utf-8"?>
<p:tagLst xmlns:p="http://schemas.openxmlformats.org/presentationml/2006/main">
  <p:tag name="RAINPROBLEM" val="ProblemRemarkBoard"/>
</p:tagLst>
</file>

<file path=ppt/tags/tag2360.xml><?xml version="1.0" encoding="utf-8"?>
<p:tagLst xmlns:p="http://schemas.openxmlformats.org/presentationml/2006/main">
  <p:tag name="RAINPROBLEMTYPE" val="ProblemTypeMarker"/>
</p:tagLst>
</file>

<file path=ppt/tags/tag2361.xml><?xml version="1.0" encoding="utf-8"?>
<p:tagLst xmlns:p="http://schemas.openxmlformats.org/presentationml/2006/main">
  <p:tag name="RAINPROBLEMTYPE" val="ProblemTypeMarker"/>
</p:tagLst>
</file>

<file path=ppt/tags/tag2362.xml><?xml version="1.0" encoding="utf-8"?>
<p:tagLst xmlns:p="http://schemas.openxmlformats.org/presentationml/2006/main">
  <p:tag name="RAINPROBLEMTYPE" val="ProblemTypeMarker"/>
</p:tagLst>
</file>

<file path=ppt/tags/tag2363.xml><?xml version="1.0" encoding="utf-8"?>
<p:tagLst xmlns:p="http://schemas.openxmlformats.org/presentationml/2006/main">
  <p:tag name="RAINPROBLEMTYPE" val="ProblemTypeMarker"/>
</p:tagLst>
</file>

<file path=ppt/tags/tag2364.xml><?xml version="1.0" encoding="utf-8"?>
<p:tagLst xmlns:p="http://schemas.openxmlformats.org/presentationml/2006/main">
  <p:tag name="RAINPROBLEMTYPE" val="ProblemTypeMarker"/>
</p:tagLst>
</file>

<file path=ppt/tags/tag2365.xml><?xml version="1.0" encoding="utf-8"?>
<p:tagLst xmlns:p="http://schemas.openxmlformats.org/presentationml/2006/main">
  <p:tag name="RAINPROBLEM" val="ProblemBody"/>
</p:tagLst>
</file>

<file path=ppt/tags/tag2366.xml><?xml version="1.0" encoding="utf-8"?>
<p:tagLst xmlns:p="http://schemas.openxmlformats.org/presentationml/2006/main">
  <p:tag name="RAINPROBLEM" val="ProblemItem"/>
</p:tagLst>
</file>

<file path=ppt/tags/tag236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368.xml><?xml version="1.0" encoding="utf-8"?>
<p:tagLst xmlns:p="http://schemas.openxmlformats.org/presentationml/2006/main">
  <p:tag name="RAINPROBLEM" val="ProblemItem"/>
</p:tagLst>
</file>

<file path=ppt/tags/tag23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70.xml><?xml version="1.0" encoding="utf-8"?>
<p:tagLst xmlns:p="http://schemas.openxmlformats.org/presentationml/2006/main">
  <p:tag name="RAINPROBLEM" val="ProblemItem"/>
</p:tagLst>
</file>

<file path=ppt/tags/tag23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72.xml><?xml version="1.0" encoding="utf-8"?>
<p:tagLst xmlns:p="http://schemas.openxmlformats.org/presentationml/2006/main">
  <p:tag name="RAINPROBLEM" val="ProblemItem"/>
</p:tagLst>
</file>

<file path=ppt/tags/tag23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74.xml><?xml version="1.0" encoding="utf-8"?>
<p:tagLst xmlns:p="http://schemas.openxmlformats.org/presentationml/2006/main">
  <p:tag name="PROBLEMREMARKTITLE" val="ProblemRemarkBoardTitle"/>
</p:tagLst>
</file>

<file path=ppt/tags/tag2375.xml><?xml version="1.0" encoding="utf-8"?>
<p:tagLst xmlns:p="http://schemas.openxmlformats.org/presentationml/2006/main">
  <p:tag name="PROBLEMREMARKTITLE" val="ProblemRemarkBoardTitle"/>
</p:tagLst>
</file>

<file path=ppt/tags/tag2376.xml><?xml version="1.0" encoding="utf-8"?>
<p:tagLst xmlns:p="http://schemas.openxmlformats.org/presentationml/2006/main">
  <p:tag name="PROBLEMREMARKTITLE" val="ProblemRemarkBoardTitle"/>
</p:tagLst>
</file>

<file path=ppt/tags/tag2377.xml><?xml version="1.0" encoding="utf-8"?>
<p:tagLst xmlns:p="http://schemas.openxmlformats.org/presentationml/2006/main">
  <p:tag name="PROBLEMREMARKTITLE" val="ProblemRemarkBoardTitle"/>
</p:tagLst>
</file>

<file path=ppt/tags/tag2378.xml><?xml version="1.0" encoding="utf-8"?>
<p:tagLst xmlns:p="http://schemas.openxmlformats.org/presentationml/2006/main">
  <p:tag name="RAINPROBLEM" val="ProblemSetting"/>
  <p:tag name="RAINPROBLEMTYPE" val="MultipleChoice"/>
</p:tagLst>
</file>

<file path=ppt/tags/tag2379.xml><?xml version="1.0" encoding="utf-8"?>
<p:tagLst xmlns:p="http://schemas.openxmlformats.org/presentationml/2006/main">
  <p:tag name="PROBLEMREMARKTITLE" val="ProblemRemarkBoardTip"/>
</p:tagLst>
</file>

<file path=ppt/tags/tag2380.xml><?xml version="1.0" encoding="utf-8"?>
<p:tagLst xmlns:p="http://schemas.openxmlformats.org/presentationml/2006/main">
  <p:tag name="RAINPROBLEM" val="ProblemRemark"/>
</p:tagLst>
</file>

<file path=ppt/tags/tag2381.xml><?xml version="1.0" encoding="utf-8"?>
<p:tagLst xmlns:p="http://schemas.openxmlformats.org/presentationml/2006/main">
  <p:tag name="RAINPROBLEM" val="ProblemRemark"/>
</p:tagLst>
</file>

<file path=ppt/tags/tag2382.xml><?xml version="1.0" encoding="utf-8"?>
<p:tagLst xmlns:p="http://schemas.openxmlformats.org/presentationml/2006/main">
  <p:tag name="RAINPROBLEM" val="ProblemSubmit"/>
  <p:tag name="RAINPROBLEMTYPE" val="MultipleChoice"/>
</p:tagLst>
</file>

<file path=ppt/tags/tag2383.xml><?xml version="1.0" encoding="utf-8"?>
<p:tagLst xmlns:p="http://schemas.openxmlformats.org/presentationml/2006/main">
  <p:tag name="RAINPROBLEM" val="MultipleChoice"/>
  <p:tag name="PROBLEMHASREMARK" val="True"/>
</p:tagLst>
</file>

<file path=ppt/tags/tag2384.xml><?xml version="1.0" encoding="utf-8"?>
<p:tagLst xmlns:p="http://schemas.openxmlformats.org/presentationml/2006/main">
  <p:tag name="RAINPROBLEM" val="ProblemRemarkBoard"/>
</p:tagLst>
</file>

<file path=ppt/tags/tag2385.xml><?xml version="1.0" encoding="utf-8"?>
<p:tagLst xmlns:p="http://schemas.openxmlformats.org/presentationml/2006/main">
  <p:tag name="RAINPROBLEMTYPE" val="ProblemTypeMarker"/>
</p:tagLst>
</file>

<file path=ppt/tags/tag2386.xml><?xml version="1.0" encoding="utf-8"?>
<p:tagLst xmlns:p="http://schemas.openxmlformats.org/presentationml/2006/main">
  <p:tag name="RAINPROBLEMTYPE" val="ProblemTypeMarker"/>
</p:tagLst>
</file>

<file path=ppt/tags/tag2387.xml><?xml version="1.0" encoding="utf-8"?>
<p:tagLst xmlns:p="http://schemas.openxmlformats.org/presentationml/2006/main">
  <p:tag name="RAINPROBLEMTYPE" val="ProblemTypeMarker"/>
</p:tagLst>
</file>

<file path=ppt/tags/tag2388.xml><?xml version="1.0" encoding="utf-8"?>
<p:tagLst xmlns:p="http://schemas.openxmlformats.org/presentationml/2006/main">
  <p:tag name="RAINPROBLEMTYPE" val="ProblemTypeMarker"/>
</p:tagLst>
</file>

<file path=ppt/tags/tag2389.xml><?xml version="1.0" encoding="utf-8"?>
<p:tagLst xmlns:p="http://schemas.openxmlformats.org/presentationml/2006/main">
  <p:tag name="RAINPROBLEMTYPE" val="ProblemTypeMarker"/>
</p:tagLst>
</file>

<file path=ppt/tags/tag2390.xml><?xml version="1.0" encoding="utf-8"?>
<p:tagLst xmlns:p="http://schemas.openxmlformats.org/presentationml/2006/main">
  <p:tag name="RAINPROBLEM" val="ProblemBody"/>
</p:tagLst>
</file>

<file path=ppt/tags/tag2391.xml><?xml version="1.0" encoding="utf-8"?>
<p:tagLst xmlns:p="http://schemas.openxmlformats.org/presentationml/2006/main">
  <p:tag name="RAINPROBLEM" val="ProblemItem"/>
</p:tagLst>
</file>

<file path=ppt/tags/tag239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393.xml><?xml version="1.0" encoding="utf-8"?>
<p:tagLst xmlns:p="http://schemas.openxmlformats.org/presentationml/2006/main">
  <p:tag name="RAINPROBLEM" val="ProblemItem"/>
</p:tagLst>
</file>

<file path=ppt/tags/tag23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95.xml><?xml version="1.0" encoding="utf-8"?>
<p:tagLst xmlns:p="http://schemas.openxmlformats.org/presentationml/2006/main">
  <p:tag name="RAINPROBLEM" val="ProblemItem"/>
</p:tagLst>
</file>

<file path=ppt/tags/tag23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97.xml><?xml version="1.0" encoding="utf-8"?>
<p:tagLst xmlns:p="http://schemas.openxmlformats.org/presentationml/2006/main">
  <p:tag name="RAINPROBLEM" val="ProblemItem"/>
</p:tagLst>
</file>

<file path=ppt/tags/tag239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99.xml><?xml version="1.0" encoding="utf-8"?>
<p:tagLst xmlns:p="http://schemas.openxmlformats.org/presentationml/2006/main">
  <p:tag name="PROBLEMREMARKTITLE" val="ProblemRemarkBoardTitle"/>
</p:tagLst>
</file>

<file path=ppt/tags/tag2400.xml><?xml version="1.0" encoding="utf-8"?>
<p:tagLst xmlns:p="http://schemas.openxmlformats.org/presentationml/2006/main">
  <p:tag name="PROBLEMREMARKTITLE" val="ProblemRemarkBoardTitle"/>
</p:tagLst>
</file>

<file path=ppt/tags/tag2401.xml><?xml version="1.0" encoding="utf-8"?>
<p:tagLst xmlns:p="http://schemas.openxmlformats.org/presentationml/2006/main">
  <p:tag name="PROBLEMREMARKTITLE" val="ProblemRemarkBoardTitle"/>
</p:tagLst>
</file>

<file path=ppt/tags/tag2402.xml><?xml version="1.0" encoding="utf-8"?>
<p:tagLst xmlns:p="http://schemas.openxmlformats.org/presentationml/2006/main">
  <p:tag name="PROBLEMREMARKTITLE" val="ProblemRemarkBoardTitle"/>
</p:tagLst>
</file>

<file path=ppt/tags/tag2403.xml><?xml version="1.0" encoding="utf-8"?>
<p:tagLst xmlns:p="http://schemas.openxmlformats.org/presentationml/2006/main">
  <p:tag name="RAINPROBLEM" val="ProblemSetting"/>
  <p:tag name="RAINPROBLEMTYPE" val="MultipleChoice"/>
</p:tagLst>
</file>

<file path=ppt/tags/tag2404.xml><?xml version="1.0" encoding="utf-8"?>
<p:tagLst xmlns:p="http://schemas.openxmlformats.org/presentationml/2006/main">
  <p:tag name="PROBLEMREMARKTITLE" val="ProblemRemarkBoardTip"/>
</p:tagLst>
</file>

<file path=ppt/tags/tag2405.xml><?xml version="1.0" encoding="utf-8"?>
<p:tagLst xmlns:p="http://schemas.openxmlformats.org/presentationml/2006/main">
  <p:tag name="RAINPROBLEM" val="ProblemRemark"/>
</p:tagLst>
</file>

<file path=ppt/tags/tag2406.xml><?xml version="1.0" encoding="utf-8"?>
<p:tagLst xmlns:p="http://schemas.openxmlformats.org/presentationml/2006/main">
  <p:tag name="RAINPROBLEM" val="ProblemRemark"/>
</p:tagLst>
</file>

<file path=ppt/tags/tag2407.xml><?xml version="1.0" encoding="utf-8"?>
<p:tagLst xmlns:p="http://schemas.openxmlformats.org/presentationml/2006/main">
  <p:tag name="RAINPROBLEM" val="ProblemSubmit"/>
  <p:tag name="RAINPROBLEMTYPE" val="MultipleChoice"/>
</p:tagLst>
</file>

<file path=ppt/tags/tag2408.xml><?xml version="1.0" encoding="utf-8"?>
<p:tagLst xmlns:p="http://schemas.openxmlformats.org/presentationml/2006/main">
  <p:tag name="RAINPROBLEM" val="MultipleChoice"/>
  <p:tag name="PROBLEMHASREMARK" val="True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22131</Words>
  <Application>WPS 演示</Application>
  <PresentationFormat>宽屏</PresentationFormat>
  <Paragraphs>3952</Paragraphs>
  <Slides>151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151</vt:i4>
      </vt:variant>
    </vt:vector>
  </HeadingPairs>
  <TitlesOfParts>
    <vt:vector size="162" baseType="lpstr">
      <vt:lpstr>Arial</vt:lpstr>
      <vt:lpstr>宋体</vt:lpstr>
      <vt:lpstr>Wingdings</vt:lpstr>
      <vt:lpstr>Wingdings</vt:lpstr>
      <vt:lpstr>微软雅黑</vt:lpstr>
      <vt:lpstr>Univers (WN)</vt:lpstr>
      <vt:lpstr>FFont-Family</vt:lpstr>
      <vt:lpstr>Arial Unicode MS</vt:lpstr>
      <vt:lpstr>Calibri</vt:lpstr>
      <vt:lpstr>Times New Roman</vt:lpstr>
      <vt:lpstr>WPS</vt:lpstr>
      <vt:lpstr>课堂测试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Milly</cp:lastModifiedBy>
  <cp:revision>158</cp:revision>
  <dcterms:created xsi:type="dcterms:W3CDTF">2019-06-19T02:08:00Z</dcterms:created>
  <dcterms:modified xsi:type="dcterms:W3CDTF">2026-09-11T02:48:05Z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AD62D347518B4DFFACA5881708FBEA1C_11</vt:lpwstr>
  </property>
</Properties>
</file>