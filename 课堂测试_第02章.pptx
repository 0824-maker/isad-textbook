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159.xml" ContentType="application/vnd.openxmlformats-officedocument.presentationml.tags+xml"/>
  <Override PartName="/ppt/tags/tag1160.xml" ContentType="application/vnd.openxmlformats-officedocument.presentationml.tags+xml"/>
  <Override PartName="/ppt/tags/tag1161.xml" ContentType="application/vnd.openxmlformats-officedocument.presentationml.tags+xml"/>
  <Override PartName="/ppt/tags/tag1162.xml" ContentType="application/vnd.openxmlformats-officedocument.presentationml.tags+xml"/>
  <Override PartName="/ppt/tags/tag1163.xml" ContentType="application/vnd.openxmlformats-officedocument.presentationml.tags+xml"/>
  <Override PartName="/ppt/tags/tag1164.xml" ContentType="application/vnd.openxmlformats-officedocument.presentationml.tags+xml"/>
  <Override PartName="/ppt/tags/tag1165.xml" ContentType="application/vnd.openxmlformats-officedocument.presentationml.tags+xml"/>
  <Override PartName="/ppt/tags/tag1166.xml" ContentType="application/vnd.openxmlformats-officedocument.presentationml.tags+xml"/>
  <Override PartName="/ppt/tags/tag1167.xml" ContentType="application/vnd.openxmlformats-officedocument.presentationml.tags+xml"/>
  <Override PartName="/ppt/tags/tag1168.xml" ContentType="application/vnd.openxmlformats-officedocument.presentationml.tags+xml"/>
  <Override PartName="/ppt/tags/tag1169.xml" ContentType="application/vnd.openxmlformats-officedocument.presentationml.tags+xml"/>
  <Override PartName="/ppt/tags/tag1170.xml" ContentType="application/vnd.openxmlformats-officedocument.presentationml.tags+xml"/>
  <Override PartName="/ppt/tags/tag1171.xml" ContentType="application/vnd.openxmlformats-officedocument.presentationml.tags+xml"/>
  <Override PartName="/ppt/tags/tag1172.xml" ContentType="application/vnd.openxmlformats-officedocument.presentationml.tags+xml"/>
  <Override PartName="/ppt/tags/tag1173.xml" ContentType="application/vnd.openxmlformats-officedocument.presentationml.tags+xml"/>
  <Override PartName="/ppt/tags/tag1174.xml" ContentType="application/vnd.openxmlformats-officedocument.presentationml.tags+xml"/>
  <Override PartName="/ppt/tags/tag1175.xml" ContentType="application/vnd.openxmlformats-officedocument.presentationml.tags+xml"/>
  <Override PartName="/ppt/tags/tag1176.xml" ContentType="application/vnd.openxmlformats-officedocument.presentationml.tags+xml"/>
  <Override PartName="/ppt/tags/tag1177.xml" ContentType="application/vnd.openxmlformats-officedocument.presentationml.tags+xml"/>
  <Override PartName="/ppt/tags/tag1178.xml" ContentType="application/vnd.openxmlformats-officedocument.presentationml.tags+xml"/>
  <Override PartName="/ppt/tags/tag1179.xml" ContentType="application/vnd.openxmlformats-officedocument.presentationml.tags+xml"/>
  <Override PartName="/ppt/tags/tag1180.xml" ContentType="application/vnd.openxmlformats-officedocument.presentationml.tags+xml"/>
  <Override PartName="/ppt/tags/tag1181.xml" ContentType="application/vnd.openxmlformats-officedocument.presentationml.tags+xml"/>
  <Override PartName="/ppt/tags/tag1182.xml" ContentType="application/vnd.openxmlformats-officedocument.presentationml.tags+xml"/>
  <Override PartName="/ppt/tags/tag1183.xml" ContentType="application/vnd.openxmlformats-officedocument.presentationml.tags+xml"/>
  <Override PartName="/ppt/tags/tag1184.xml" ContentType="application/vnd.openxmlformats-officedocument.presentationml.tags+xml"/>
  <Override PartName="/ppt/tags/tag1185.xml" ContentType="application/vnd.openxmlformats-officedocument.presentationml.tags+xml"/>
  <Override PartName="/ppt/tags/tag1186.xml" ContentType="application/vnd.openxmlformats-officedocument.presentationml.tags+xml"/>
  <Override PartName="/ppt/tags/tag1187.xml" ContentType="application/vnd.openxmlformats-officedocument.presentationml.tags+xml"/>
  <Override PartName="/ppt/tags/tag1188.xml" ContentType="application/vnd.openxmlformats-officedocument.presentationml.tags+xml"/>
  <Override PartName="/ppt/tags/tag1189.xml" ContentType="application/vnd.openxmlformats-officedocument.presentationml.tags+xml"/>
  <Override PartName="/ppt/tags/tag1190.xml" ContentType="application/vnd.openxmlformats-officedocument.presentationml.tags+xml"/>
  <Override PartName="/ppt/tags/tag1191.xml" ContentType="application/vnd.openxmlformats-officedocument.presentationml.tags+xml"/>
  <Override PartName="/ppt/tags/tag1192.xml" ContentType="application/vnd.openxmlformats-officedocument.presentationml.tags+xml"/>
  <Override PartName="/ppt/tags/tag1193.xml" ContentType="application/vnd.openxmlformats-officedocument.presentationml.tags+xml"/>
  <Override PartName="/ppt/tags/tag1194.xml" ContentType="application/vnd.openxmlformats-officedocument.presentationml.tags+xml"/>
  <Override PartName="/ppt/tags/tag1195.xml" ContentType="application/vnd.openxmlformats-officedocument.presentationml.tags+xml"/>
  <Override PartName="/ppt/tags/tag1196.xml" ContentType="application/vnd.openxmlformats-officedocument.presentationml.tags+xml"/>
  <Override PartName="/ppt/tags/tag1197.xml" ContentType="application/vnd.openxmlformats-officedocument.presentationml.tags+xml"/>
  <Override PartName="/ppt/tags/tag1198.xml" ContentType="application/vnd.openxmlformats-officedocument.presentationml.tags+xml"/>
  <Override PartName="/ppt/tags/tag1199.xml" ContentType="application/vnd.openxmlformats-officedocument.presentationml.tags+xml"/>
  <Override PartName="/ppt/tags/tag12.xml" ContentType="application/vnd.openxmlformats-officedocument.presentationml.tags+xml"/>
  <Override PartName="/ppt/tags/tag1200.xml" ContentType="application/vnd.openxmlformats-officedocument.presentationml.tags+xml"/>
  <Override PartName="/ppt/tags/tag1201.xml" ContentType="application/vnd.openxmlformats-officedocument.presentationml.tags+xml"/>
  <Override PartName="/ppt/tags/tag1202.xml" ContentType="application/vnd.openxmlformats-officedocument.presentationml.tags+xml"/>
  <Override PartName="/ppt/tags/tag1203.xml" ContentType="application/vnd.openxmlformats-officedocument.presentationml.tags+xml"/>
  <Override PartName="/ppt/tags/tag1204.xml" ContentType="application/vnd.openxmlformats-officedocument.presentationml.tags+xml"/>
  <Override PartName="/ppt/tags/tag1205.xml" ContentType="application/vnd.openxmlformats-officedocument.presentationml.tags+xml"/>
  <Override PartName="/ppt/tags/tag1206.xml" ContentType="application/vnd.openxmlformats-officedocument.presentationml.tags+xml"/>
  <Override PartName="/ppt/tags/tag1207.xml" ContentType="application/vnd.openxmlformats-officedocument.presentationml.tags+xml"/>
  <Override PartName="/ppt/tags/tag1208.xml" ContentType="application/vnd.openxmlformats-officedocument.presentationml.tags+xml"/>
  <Override PartName="/ppt/tags/tag1209.xml" ContentType="application/vnd.openxmlformats-officedocument.presentationml.tags+xml"/>
  <Override PartName="/ppt/tags/tag1210.xml" ContentType="application/vnd.openxmlformats-officedocument.presentationml.tags+xml"/>
  <Override PartName="/ppt/tags/tag1211.xml" ContentType="application/vnd.openxmlformats-officedocument.presentationml.tags+xml"/>
  <Override PartName="/ppt/tags/tag1212.xml" ContentType="application/vnd.openxmlformats-officedocument.presentationml.tags+xml"/>
  <Override PartName="/ppt/tags/tag1213.xml" ContentType="application/vnd.openxmlformats-officedocument.presentationml.tags+xml"/>
  <Override PartName="/ppt/tags/tag1214.xml" ContentType="application/vnd.openxmlformats-officedocument.presentationml.tags+xml"/>
  <Override PartName="/ppt/tags/tag1215.xml" ContentType="application/vnd.openxmlformats-officedocument.presentationml.tags+xml"/>
  <Override PartName="/ppt/tags/tag1216.xml" ContentType="application/vnd.openxmlformats-officedocument.presentationml.tags+xml"/>
  <Override PartName="/ppt/tags/tag1217.xml" ContentType="application/vnd.openxmlformats-officedocument.presentationml.tags+xml"/>
  <Override PartName="/ppt/tags/tag1218.xml" ContentType="application/vnd.openxmlformats-officedocument.presentationml.tags+xml"/>
  <Override PartName="/ppt/tags/tag1219.xml" ContentType="application/vnd.openxmlformats-officedocument.presentationml.tags+xml"/>
  <Override PartName="/ppt/tags/tag1220.xml" ContentType="application/vnd.openxmlformats-officedocument.presentationml.tags+xml"/>
  <Override PartName="/ppt/tags/tag1221.xml" ContentType="application/vnd.openxmlformats-officedocument.presentationml.tags+xml"/>
  <Override PartName="/ppt/tags/tag1222.xml" ContentType="application/vnd.openxmlformats-officedocument.presentationml.tags+xml"/>
  <Override PartName="/ppt/tags/tag1223.xml" ContentType="application/vnd.openxmlformats-officedocument.presentationml.tags+xml"/>
  <Override PartName="/ppt/tags/tag1224.xml" ContentType="application/vnd.openxmlformats-officedocument.presentationml.tags+xml"/>
  <Override PartName="/ppt/tags/tag1225.xml" ContentType="application/vnd.openxmlformats-officedocument.presentationml.tags+xml"/>
  <Override PartName="/ppt/tags/tag1226.xml" ContentType="application/vnd.openxmlformats-officedocument.presentationml.tags+xml"/>
  <Override PartName="/ppt/tags/tag1227.xml" ContentType="application/vnd.openxmlformats-officedocument.presentationml.tags+xml"/>
  <Override PartName="/ppt/tags/tag1228.xml" ContentType="application/vnd.openxmlformats-officedocument.presentationml.tags+xml"/>
  <Override PartName="/ppt/tags/tag1229.xml" ContentType="application/vnd.openxmlformats-officedocument.presentationml.tags+xml"/>
  <Override PartName="/ppt/tags/tag1230.xml" ContentType="application/vnd.openxmlformats-officedocument.presentationml.tags+xml"/>
  <Override PartName="/ppt/tags/tag1231.xml" ContentType="application/vnd.openxmlformats-officedocument.presentationml.tags+xml"/>
  <Override PartName="/ppt/tags/tag1232.xml" ContentType="application/vnd.openxmlformats-officedocument.presentationml.tags+xml"/>
  <Override PartName="/ppt/tags/tag1233.xml" ContentType="application/vnd.openxmlformats-officedocument.presentationml.tags+xml"/>
  <Override PartName="/ppt/tags/tag1234.xml" ContentType="application/vnd.openxmlformats-officedocument.presentationml.tags+xml"/>
  <Override PartName="/ppt/tags/tag1235.xml" ContentType="application/vnd.openxmlformats-officedocument.presentationml.tags+xml"/>
  <Override PartName="/ppt/tags/tag1236.xml" ContentType="application/vnd.openxmlformats-officedocument.presentationml.tags+xml"/>
  <Override PartName="/ppt/tags/tag1237.xml" ContentType="application/vnd.openxmlformats-officedocument.presentationml.tags+xml"/>
  <Override PartName="/ppt/tags/tag1238.xml" ContentType="application/vnd.openxmlformats-officedocument.presentationml.tags+xml"/>
  <Override PartName="/ppt/tags/tag1239.xml" ContentType="application/vnd.openxmlformats-officedocument.presentationml.tags+xml"/>
  <Override PartName="/ppt/tags/tag1240.xml" ContentType="application/vnd.openxmlformats-officedocument.presentationml.tags+xml"/>
  <Override PartName="/ppt/tags/tag1241.xml" ContentType="application/vnd.openxmlformats-officedocument.presentationml.tags+xml"/>
  <Override PartName="/ppt/tags/tag1242.xml" ContentType="application/vnd.openxmlformats-officedocument.presentationml.tags+xml"/>
  <Override PartName="/ppt/tags/tag1243.xml" ContentType="application/vnd.openxmlformats-officedocument.presentationml.tags+xml"/>
  <Override PartName="/ppt/tags/tag1244.xml" ContentType="application/vnd.openxmlformats-officedocument.presentationml.tags+xml"/>
  <Override PartName="/ppt/tags/tag1245.xml" ContentType="application/vnd.openxmlformats-officedocument.presentationml.tags+xml"/>
  <Override PartName="/ppt/tags/tag1246.xml" ContentType="application/vnd.openxmlformats-officedocument.presentationml.tags+xml"/>
  <Override PartName="/ppt/tags/tag1247.xml" ContentType="application/vnd.openxmlformats-officedocument.presentationml.tags+xml"/>
  <Override PartName="/ppt/tags/tag1248.xml" ContentType="application/vnd.openxmlformats-officedocument.presentationml.tags+xml"/>
  <Override PartName="/ppt/tags/tag1249.xml" ContentType="application/vnd.openxmlformats-officedocument.presentationml.tags+xml"/>
  <Override PartName="/ppt/tags/tag1250.xml" ContentType="application/vnd.openxmlformats-officedocument.presentationml.tags+xml"/>
  <Override PartName="/ppt/tags/tag1251.xml" ContentType="application/vnd.openxmlformats-officedocument.presentationml.tags+xml"/>
  <Override PartName="/ppt/tags/tag1252.xml" ContentType="application/vnd.openxmlformats-officedocument.presentationml.tags+xml"/>
  <Override PartName="/ppt/tags/tag1253.xml" ContentType="application/vnd.openxmlformats-officedocument.presentationml.tags+xml"/>
  <Override PartName="/ppt/tags/tag1254.xml" ContentType="application/vnd.openxmlformats-officedocument.presentationml.tags+xml"/>
  <Override PartName="/ppt/tags/tag1255.xml" ContentType="application/vnd.openxmlformats-officedocument.presentationml.tags+xml"/>
  <Override PartName="/ppt/tags/tag1256.xml" ContentType="application/vnd.openxmlformats-officedocument.presentationml.tags+xml"/>
  <Override PartName="/ppt/tags/tag1257.xml" ContentType="application/vnd.openxmlformats-officedocument.presentationml.tags+xml"/>
  <Override PartName="/ppt/tags/tag1258.xml" ContentType="application/vnd.openxmlformats-officedocument.presentationml.tags+xml"/>
  <Override PartName="/ppt/tags/tag1259.xml" ContentType="application/vnd.openxmlformats-officedocument.presentationml.tags+xml"/>
  <Override PartName="/ppt/tags/tag1260.xml" ContentType="application/vnd.openxmlformats-officedocument.presentationml.tags+xml"/>
  <Override PartName="/ppt/tags/tag1261.xml" ContentType="application/vnd.openxmlformats-officedocument.presentationml.tags+xml"/>
  <Override PartName="/ppt/tags/tag1262.xml" ContentType="application/vnd.openxmlformats-officedocument.presentationml.tags+xml"/>
  <Override PartName="/ppt/tags/tag1263.xml" ContentType="application/vnd.openxmlformats-officedocument.presentationml.tags+xml"/>
  <Override PartName="/ppt/tags/tag1264.xml" ContentType="application/vnd.openxmlformats-officedocument.presentationml.tags+xml"/>
  <Override PartName="/ppt/tags/tag1265.xml" ContentType="application/vnd.openxmlformats-officedocument.presentationml.tags+xml"/>
  <Override PartName="/ppt/tags/tag1266.xml" ContentType="application/vnd.openxmlformats-officedocument.presentationml.tags+xml"/>
  <Override PartName="/ppt/tags/tag1267.xml" ContentType="application/vnd.openxmlformats-officedocument.presentationml.tags+xml"/>
  <Override PartName="/ppt/tags/tag1268.xml" ContentType="application/vnd.openxmlformats-officedocument.presentationml.tags+xml"/>
  <Override PartName="/ppt/tags/tag1269.xml" ContentType="application/vnd.openxmlformats-officedocument.presentationml.tags+xml"/>
  <Override PartName="/ppt/tags/tag1270.xml" ContentType="application/vnd.openxmlformats-officedocument.presentationml.tags+xml"/>
  <Override PartName="/ppt/tags/tag1271.xml" ContentType="application/vnd.openxmlformats-officedocument.presentationml.tags+xml"/>
  <Override PartName="/ppt/tags/tag1272.xml" ContentType="application/vnd.openxmlformats-officedocument.presentationml.tags+xml"/>
  <Override PartName="/ppt/tags/tag1273.xml" ContentType="application/vnd.openxmlformats-officedocument.presentationml.tags+xml"/>
  <Override PartName="/ppt/tags/tag1274.xml" ContentType="application/vnd.openxmlformats-officedocument.presentationml.tags+xml"/>
  <Override PartName="/ppt/tags/tag1275.xml" ContentType="application/vnd.openxmlformats-officedocument.presentationml.tags+xml"/>
  <Override PartName="/ppt/tags/tag1276.xml" ContentType="application/vnd.openxmlformats-officedocument.presentationml.tags+xml"/>
  <Override PartName="/ppt/tags/tag1277.xml" ContentType="application/vnd.openxmlformats-officedocument.presentationml.tags+xml"/>
  <Override PartName="/ppt/tags/tag1278.xml" ContentType="application/vnd.openxmlformats-officedocument.presentationml.tags+xml"/>
  <Override PartName="/ppt/tags/tag1279.xml" ContentType="application/vnd.openxmlformats-officedocument.presentationml.tags+xml"/>
  <Override PartName="/ppt/tags/tag1280.xml" ContentType="application/vnd.openxmlformats-officedocument.presentationml.tags+xml"/>
  <Override PartName="/ppt/tags/tag1281.xml" ContentType="application/vnd.openxmlformats-officedocument.presentationml.tags+xml"/>
  <Override PartName="/ppt/tags/tag1282.xml" ContentType="application/vnd.openxmlformats-officedocument.presentationml.tags+xml"/>
  <Override PartName="/ppt/tags/tag1283.xml" ContentType="application/vnd.openxmlformats-officedocument.presentationml.tags+xml"/>
  <Override PartName="/ppt/tags/tag1284.xml" ContentType="application/vnd.openxmlformats-officedocument.presentationml.tags+xml"/>
  <Override PartName="/ppt/tags/tag1285.xml" ContentType="application/vnd.openxmlformats-officedocument.presentationml.tags+xml"/>
  <Override PartName="/ppt/tags/tag1286.xml" ContentType="application/vnd.openxmlformats-officedocument.presentationml.tags+xml"/>
  <Override PartName="/ppt/tags/tag1287.xml" ContentType="application/vnd.openxmlformats-officedocument.presentationml.tags+xml"/>
  <Override PartName="/ppt/tags/tag1288.xml" ContentType="application/vnd.openxmlformats-officedocument.presentationml.tags+xml"/>
  <Override PartName="/ppt/tags/tag1289.xml" ContentType="application/vnd.openxmlformats-officedocument.presentationml.tags+xml"/>
  <Override PartName="/ppt/tags/tag1290.xml" ContentType="application/vnd.openxmlformats-officedocument.presentationml.tags+xml"/>
  <Override PartName="/ppt/tags/tag1291.xml" ContentType="application/vnd.openxmlformats-officedocument.presentationml.tags+xml"/>
  <Override PartName="/ppt/tags/tag1292.xml" ContentType="application/vnd.openxmlformats-officedocument.presentationml.tags+xml"/>
  <Override PartName="/ppt/tags/tag1293.xml" ContentType="application/vnd.openxmlformats-officedocument.presentationml.tags+xml"/>
  <Override PartName="/ppt/tags/tag1294.xml" ContentType="application/vnd.openxmlformats-officedocument.presentationml.tags+xml"/>
  <Override PartName="/ppt/tags/tag1295.xml" ContentType="application/vnd.openxmlformats-officedocument.presentationml.tags+xml"/>
  <Override PartName="/ppt/tags/tag1296.xml" ContentType="application/vnd.openxmlformats-officedocument.presentationml.tags+xml"/>
  <Override PartName="/ppt/tags/tag1297.xml" ContentType="application/vnd.openxmlformats-officedocument.presentationml.tags+xml"/>
  <Override PartName="/ppt/tags/tag1298.xml" ContentType="application/vnd.openxmlformats-officedocument.presentationml.tags+xml"/>
  <Override PartName="/ppt/tags/tag1299.xml" ContentType="application/vnd.openxmlformats-officedocument.presentationml.tags+xml"/>
  <Override PartName="/ppt/tags/tag13.xml" ContentType="application/vnd.openxmlformats-officedocument.presentationml.tags+xml"/>
  <Override PartName="/ppt/tags/tag1300.xml" ContentType="application/vnd.openxmlformats-officedocument.presentationml.tags+xml"/>
  <Override PartName="/ppt/tags/tag1301.xml" ContentType="application/vnd.openxmlformats-officedocument.presentationml.tags+xml"/>
  <Override PartName="/ppt/tags/tag1302.xml" ContentType="application/vnd.openxmlformats-officedocument.presentationml.tags+xml"/>
  <Override PartName="/ppt/tags/tag1303.xml" ContentType="application/vnd.openxmlformats-officedocument.presentationml.tags+xml"/>
  <Override PartName="/ppt/tags/tag1304.xml" ContentType="application/vnd.openxmlformats-officedocument.presentationml.tags+xml"/>
  <Override PartName="/ppt/tags/tag1305.xml" ContentType="application/vnd.openxmlformats-officedocument.presentationml.tags+xml"/>
  <Override PartName="/ppt/tags/tag1306.xml" ContentType="application/vnd.openxmlformats-officedocument.presentationml.tags+xml"/>
  <Override PartName="/ppt/tags/tag1307.xml" ContentType="application/vnd.openxmlformats-officedocument.presentationml.tags+xml"/>
  <Override PartName="/ppt/tags/tag1308.xml" ContentType="application/vnd.openxmlformats-officedocument.presentationml.tags+xml"/>
  <Override PartName="/ppt/tags/tag1309.xml" ContentType="application/vnd.openxmlformats-officedocument.presentationml.tags+xml"/>
  <Override PartName="/ppt/tags/tag1310.xml" ContentType="application/vnd.openxmlformats-officedocument.presentationml.tags+xml"/>
  <Override PartName="/ppt/tags/tag1311.xml" ContentType="application/vnd.openxmlformats-officedocument.presentationml.tags+xml"/>
  <Override PartName="/ppt/tags/tag1312.xml" ContentType="application/vnd.openxmlformats-officedocument.presentationml.tags+xml"/>
  <Override PartName="/ppt/tags/tag1313.xml" ContentType="application/vnd.openxmlformats-officedocument.presentationml.tags+xml"/>
  <Override PartName="/ppt/tags/tag1314.xml" ContentType="application/vnd.openxmlformats-officedocument.presentationml.tags+xml"/>
  <Override PartName="/ppt/tags/tag1315.xml" ContentType="application/vnd.openxmlformats-officedocument.presentationml.tags+xml"/>
  <Override PartName="/ppt/tags/tag1316.xml" ContentType="application/vnd.openxmlformats-officedocument.presentationml.tags+xml"/>
  <Override PartName="/ppt/tags/tag1317.xml" ContentType="application/vnd.openxmlformats-officedocument.presentationml.tags+xml"/>
  <Override PartName="/ppt/tags/tag1318.xml" ContentType="application/vnd.openxmlformats-officedocument.presentationml.tags+xml"/>
  <Override PartName="/ppt/tags/tag1319.xml" ContentType="application/vnd.openxmlformats-officedocument.presentationml.tags+xml"/>
  <Override PartName="/ppt/tags/tag1320.xml" ContentType="application/vnd.openxmlformats-officedocument.presentationml.tags+xml"/>
  <Override PartName="/ppt/tags/tag1321.xml" ContentType="application/vnd.openxmlformats-officedocument.presentationml.tags+xml"/>
  <Override PartName="/ppt/tags/tag1322.xml" ContentType="application/vnd.openxmlformats-officedocument.presentationml.tags+xml"/>
  <Override PartName="/ppt/tags/tag1323.xml" ContentType="application/vnd.openxmlformats-officedocument.presentationml.tags+xml"/>
  <Override PartName="/ppt/tags/tag1324.xml" ContentType="application/vnd.openxmlformats-officedocument.presentationml.tags+xml"/>
  <Override PartName="/ppt/tags/tag1325.xml" ContentType="application/vnd.openxmlformats-officedocument.presentationml.tags+xml"/>
  <Override PartName="/ppt/tags/tag1326.xml" ContentType="application/vnd.openxmlformats-officedocument.presentationml.tags+xml"/>
  <Override PartName="/ppt/tags/tag1327.xml" ContentType="application/vnd.openxmlformats-officedocument.presentationml.tags+xml"/>
  <Override PartName="/ppt/tags/tag1328.xml" ContentType="application/vnd.openxmlformats-officedocument.presentationml.tags+xml"/>
  <Override PartName="/ppt/tags/tag1329.xml" ContentType="application/vnd.openxmlformats-officedocument.presentationml.tags+xml"/>
  <Override PartName="/ppt/tags/tag1330.xml" ContentType="application/vnd.openxmlformats-officedocument.presentationml.tags+xml"/>
  <Override PartName="/ppt/tags/tag1331.xml" ContentType="application/vnd.openxmlformats-officedocument.presentationml.tags+xml"/>
  <Override PartName="/ppt/tags/tag1332.xml" ContentType="application/vnd.openxmlformats-officedocument.presentationml.tags+xml"/>
  <Override PartName="/ppt/tags/tag1333.xml" ContentType="application/vnd.openxmlformats-officedocument.presentationml.tags+xml"/>
  <Override PartName="/ppt/tags/tag1334.xml" ContentType="application/vnd.openxmlformats-officedocument.presentationml.tags+xml"/>
  <Override PartName="/ppt/tags/tag1335.xml" ContentType="application/vnd.openxmlformats-officedocument.presentationml.tags+xml"/>
  <Override PartName="/ppt/tags/tag1336.xml" ContentType="application/vnd.openxmlformats-officedocument.presentationml.tags+xml"/>
  <Override PartName="/ppt/tags/tag1337.xml" ContentType="application/vnd.openxmlformats-officedocument.presentationml.tags+xml"/>
  <Override PartName="/ppt/tags/tag1338.xml" ContentType="application/vnd.openxmlformats-officedocument.presentationml.tags+xml"/>
  <Override PartName="/ppt/tags/tag1339.xml" ContentType="application/vnd.openxmlformats-officedocument.presentationml.tags+xml"/>
  <Override PartName="/ppt/tags/tag1340.xml" ContentType="application/vnd.openxmlformats-officedocument.presentationml.tags+xml"/>
  <Override PartName="/ppt/tags/tag1341.xml" ContentType="application/vnd.openxmlformats-officedocument.presentationml.tags+xml"/>
  <Override PartName="/ppt/tags/tag1342.xml" ContentType="application/vnd.openxmlformats-officedocument.presentationml.tags+xml"/>
  <Override PartName="/ppt/tags/tag1343.xml" ContentType="application/vnd.openxmlformats-officedocument.presentationml.tags+xml"/>
  <Override PartName="/ppt/tags/tag1344.xml" ContentType="application/vnd.openxmlformats-officedocument.presentationml.tags+xml"/>
  <Override PartName="/ppt/tags/tag1345.xml" ContentType="application/vnd.openxmlformats-officedocument.presentationml.tags+xml"/>
  <Override PartName="/ppt/tags/tag1346.xml" ContentType="application/vnd.openxmlformats-officedocument.presentationml.tags+xml"/>
  <Override PartName="/ppt/tags/tag1347.xml" ContentType="application/vnd.openxmlformats-officedocument.presentationml.tags+xml"/>
  <Override PartName="/ppt/tags/tag1348.xml" ContentType="application/vnd.openxmlformats-officedocument.presentationml.tags+xml"/>
  <Override PartName="/ppt/tags/tag1349.xml" ContentType="application/vnd.openxmlformats-officedocument.presentationml.tags+xml"/>
  <Override PartName="/ppt/tags/tag1350.xml" ContentType="application/vnd.openxmlformats-officedocument.presentationml.tags+xml"/>
  <Override PartName="/ppt/tags/tag1351.xml" ContentType="application/vnd.openxmlformats-officedocument.presentationml.tags+xml"/>
  <Override PartName="/ppt/tags/tag1352.xml" ContentType="application/vnd.openxmlformats-officedocument.presentationml.tags+xml"/>
  <Override PartName="/ppt/tags/tag1353.xml" ContentType="application/vnd.openxmlformats-officedocument.presentationml.tags+xml"/>
  <Override PartName="/ppt/tags/tag1354.xml" ContentType="application/vnd.openxmlformats-officedocument.presentationml.tags+xml"/>
  <Override PartName="/ppt/tags/tag1355.xml" ContentType="application/vnd.openxmlformats-officedocument.presentationml.tags+xml"/>
  <Override PartName="/ppt/tags/tag1356.xml" ContentType="application/vnd.openxmlformats-officedocument.presentationml.tags+xml"/>
  <Override PartName="/ppt/tags/tag1357.xml" ContentType="application/vnd.openxmlformats-officedocument.presentationml.tags+xml"/>
  <Override PartName="/ppt/tags/tag1358.xml" ContentType="application/vnd.openxmlformats-officedocument.presentationml.tags+xml"/>
  <Override PartName="/ppt/tags/tag1359.xml" ContentType="application/vnd.openxmlformats-officedocument.presentationml.tags+xml"/>
  <Override PartName="/ppt/tags/tag1360.xml" ContentType="application/vnd.openxmlformats-officedocument.presentationml.tags+xml"/>
  <Override PartName="/ppt/tags/tag1361.xml" ContentType="application/vnd.openxmlformats-officedocument.presentationml.tags+xml"/>
  <Override PartName="/ppt/tags/tag1362.xml" ContentType="application/vnd.openxmlformats-officedocument.presentationml.tags+xml"/>
  <Override PartName="/ppt/tags/tag1363.xml" ContentType="application/vnd.openxmlformats-officedocument.presentationml.tags+xml"/>
  <Override PartName="/ppt/tags/tag1364.xml" ContentType="application/vnd.openxmlformats-officedocument.presentationml.tags+xml"/>
  <Override PartName="/ppt/tags/tag1365.xml" ContentType="application/vnd.openxmlformats-officedocument.presentationml.tags+xml"/>
  <Override PartName="/ppt/tags/tag1366.xml" ContentType="application/vnd.openxmlformats-officedocument.presentationml.tags+xml"/>
  <Override PartName="/ppt/tags/tag1367.xml" ContentType="application/vnd.openxmlformats-officedocument.presentationml.tags+xml"/>
  <Override PartName="/ppt/tags/tag1368.xml" ContentType="application/vnd.openxmlformats-officedocument.presentationml.tags+xml"/>
  <Override PartName="/ppt/tags/tag1369.xml" ContentType="application/vnd.openxmlformats-officedocument.presentationml.tags+xml"/>
  <Override PartName="/ppt/tags/tag1370.xml" ContentType="application/vnd.openxmlformats-officedocument.presentationml.tags+xml"/>
  <Override PartName="/ppt/tags/tag1371.xml" ContentType="application/vnd.openxmlformats-officedocument.presentationml.tags+xml"/>
  <Override PartName="/ppt/tags/tag1372.xml" ContentType="application/vnd.openxmlformats-officedocument.presentationml.tags+xml"/>
  <Override PartName="/ppt/tags/tag1373.xml" ContentType="application/vnd.openxmlformats-officedocument.presentationml.tags+xml"/>
  <Override PartName="/ppt/tags/tag1374.xml" ContentType="application/vnd.openxmlformats-officedocument.presentationml.tags+xml"/>
  <Override PartName="/ppt/tags/tag1375.xml" ContentType="application/vnd.openxmlformats-officedocument.presentationml.tags+xml"/>
  <Override PartName="/ppt/tags/tag1376.xml" ContentType="application/vnd.openxmlformats-officedocument.presentationml.tags+xml"/>
  <Override PartName="/ppt/tags/tag1377.xml" ContentType="application/vnd.openxmlformats-officedocument.presentationml.tags+xml"/>
  <Override PartName="/ppt/tags/tag1378.xml" ContentType="application/vnd.openxmlformats-officedocument.presentationml.tags+xml"/>
  <Override PartName="/ppt/tags/tag1379.xml" ContentType="application/vnd.openxmlformats-officedocument.presentationml.tags+xml"/>
  <Override PartName="/ppt/tags/tag1380.xml" ContentType="application/vnd.openxmlformats-officedocument.presentationml.tags+xml"/>
  <Override PartName="/ppt/tags/tag1381.xml" ContentType="application/vnd.openxmlformats-officedocument.presentationml.tags+xml"/>
  <Override PartName="/ppt/tags/tag1382.xml" ContentType="application/vnd.openxmlformats-officedocument.presentationml.tags+xml"/>
  <Override PartName="/ppt/tags/tag1383.xml" ContentType="application/vnd.openxmlformats-officedocument.presentationml.tags+xml"/>
  <Override PartName="/ppt/tags/tag1384.xml" ContentType="application/vnd.openxmlformats-officedocument.presentationml.tags+xml"/>
  <Override PartName="/ppt/tags/tag1385.xml" ContentType="application/vnd.openxmlformats-officedocument.presentationml.tags+xml"/>
  <Override PartName="/ppt/tags/tag1386.xml" ContentType="application/vnd.openxmlformats-officedocument.presentationml.tags+xml"/>
  <Override PartName="/ppt/tags/tag1387.xml" ContentType="application/vnd.openxmlformats-officedocument.presentationml.tags+xml"/>
  <Override PartName="/ppt/tags/tag1388.xml" ContentType="application/vnd.openxmlformats-officedocument.presentationml.tags+xml"/>
  <Override PartName="/ppt/tags/tag1389.xml" ContentType="application/vnd.openxmlformats-officedocument.presentationml.tags+xml"/>
  <Override PartName="/ppt/tags/tag1390.xml" ContentType="application/vnd.openxmlformats-officedocument.presentationml.tags+xml"/>
  <Override PartName="/ppt/tags/tag1391.xml" ContentType="application/vnd.openxmlformats-officedocument.presentationml.tags+xml"/>
  <Override PartName="/ppt/tags/tag1392.xml" ContentType="application/vnd.openxmlformats-officedocument.presentationml.tags+xml"/>
  <Override PartName="/ppt/tags/tag1393.xml" ContentType="application/vnd.openxmlformats-officedocument.presentationml.tags+xml"/>
  <Override PartName="/ppt/tags/tag1394.xml" ContentType="application/vnd.openxmlformats-officedocument.presentationml.tags+xml"/>
  <Override PartName="/ppt/tags/tag1395.xml" ContentType="application/vnd.openxmlformats-officedocument.presentationml.tags+xml"/>
  <Override PartName="/ppt/tags/tag1396.xml" ContentType="application/vnd.openxmlformats-officedocument.presentationml.tags+xml"/>
  <Override PartName="/ppt/tags/tag1397.xml" ContentType="application/vnd.openxmlformats-officedocument.presentationml.tags+xml"/>
  <Override PartName="/ppt/tags/tag1398.xml" ContentType="application/vnd.openxmlformats-officedocument.presentationml.tags+xml"/>
  <Override PartName="/ppt/tags/tag1399.xml" ContentType="application/vnd.openxmlformats-officedocument.presentationml.tags+xml"/>
  <Override PartName="/ppt/tags/tag14.xml" ContentType="application/vnd.openxmlformats-officedocument.presentationml.tags+xml"/>
  <Override PartName="/ppt/tags/tag1400.xml" ContentType="application/vnd.openxmlformats-officedocument.presentationml.tags+xml"/>
  <Override PartName="/ppt/tags/tag1401.xml" ContentType="application/vnd.openxmlformats-officedocument.presentationml.tags+xml"/>
  <Override PartName="/ppt/tags/tag1402.xml" ContentType="application/vnd.openxmlformats-officedocument.presentationml.tags+xml"/>
  <Override PartName="/ppt/tags/tag1403.xml" ContentType="application/vnd.openxmlformats-officedocument.presentationml.tags+xml"/>
  <Override PartName="/ppt/tags/tag1404.xml" ContentType="application/vnd.openxmlformats-officedocument.presentationml.tags+xml"/>
  <Override PartName="/ppt/tags/tag1405.xml" ContentType="application/vnd.openxmlformats-officedocument.presentationml.tags+xml"/>
  <Override PartName="/ppt/tags/tag1406.xml" ContentType="application/vnd.openxmlformats-officedocument.presentationml.tags+xml"/>
  <Override PartName="/ppt/tags/tag1407.xml" ContentType="application/vnd.openxmlformats-officedocument.presentationml.tags+xml"/>
  <Override PartName="/ppt/tags/tag1408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6"/>
  </p:notesMasterIdLst>
  <p:sldIdLst>
    <p:sldId id="256" r:id="rId3"/>
    <p:sldId id="263" r:id="rId10"/>
    <p:sldId id="264" r:id="rId11"/>
    <p:sldId id="267" r:id="rId14"/>
    <p:sldId id="268" r:id="rId15"/>
    <p:sldId id="269" r:id="rId16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3a284598-0e29-4bcc-8f10-7776425ba88f}">
          <p14:sldIdLst>
            <p14:sldId id="256"/>
          </p14:sldIdLst>
        </p14:section>
        <p14:section name="ch1" id="{d2e06d3c-54bd-4908-a893-a31f3724ba11}">
          <p14:sldIdLst>
            <p14:sldId id="257"/>
            <p14:sldId id="258"/>
            <p14:sldId id="259"/>
          </p14:sldIdLst>
        </p14:section>
        <p14:section name="ch2" id="{9243656e-8cdb-4d44-8729-ce06bddfad62}">
          <p14:sldIdLst>
            <p14:sldId id="262"/>
            <p14:sldId id="261"/>
            <p14:sldId id="260"/>
          </p14:sldIdLst>
        </p14:section>
        <p14:section name="ch3" id="{9e0cd0b5-8198-4093-84cf-3778d52f21f7}">
          <p14:sldIdLst>
            <p14:sldId id="263"/>
            <p14:sldId id="264"/>
            <p14:sldId id="265"/>
            <p14:sldId id="266"/>
          </p14:sldIdLst>
        </p14:section>
        <p14:section name="ch4" id="{01be23f7-c997-475c-941e-87bae54b8c92}">
          <p14:sldIdLst>
            <p14:sldId id="267"/>
            <p14:sldId id="268"/>
            <p14:sldId id="269"/>
          </p14:sldIdLst>
        </p14:section>
        <p14:section name="ch5" id="{95cf910f-a3a5-4190-937e-2ed4d3df3c1d}">
          <p14:sldIdLst>
            <p14:sldId id="270"/>
            <p14:sldId id="271"/>
          </p14:sldIdLst>
        </p14:section>
        <p14:section name="ch6" id="{a035fd72-1483-44f0-8ac7-1f13960946c8}">
          <p14:sldIdLst>
            <p14:sldId id="272"/>
            <p14:sldId id="273"/>
            <p14:sldId id="274"/>
            <p14:sldId id="275"/>
          </p14:sldIdLst>
        </p14:section>
        <p14:section name="ch7" id="{24f589d4-665d-4fc7-99d2-ace5cc0c911a}">
          <p14:sldIdLst>
            <p14:sldId id="276"/>
            <p14:sldId id="277"/>
            <p14:sldId id="278"/>
          </p14:sldIdLst>
        </p14:section>
        <p14:section name="ch8" id="{50c99227-c692-438b-851c-cada430d3961}">
          <p14:sldIdLst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ch9" id="{aefd41b4-88f0-46ee-9365-5e24b20a5c04}">
          <p14:sldIdLst>
            <p14:sldId id="285"/>
            <p14:sldId id="286"/>
            <p14:sldId id="287"/>
          </p14:sldIdLst>
        </p14:section>
        <p14:section name="ch10" id="{626a3dca-c6de-405d-b881-25667b31d23b}">
          <p14:sldIdLst>
            <p14:sldId id="288"/>
            <p14:sldId id="289"/>
            <p14:sldId id="290"/>
          </p14:sldIdLst>
        </p14:section>
        <p14:section name="ch11" id="{5a97981a-f0ee-4582-a685-14237da14fc1}">
          <p14:sldIdLst>
            <p14:sldId id="292"/>
            <p14:sldId id="291"/>
          </p14:sldIdLst>
        </p14:section>
        <p14:section name="ch12" id="{7aa1e7fb-9862-43d9-b1eb-1df284e1c576}">
          <p14:sldIdLst>
            <p14:sldId id="293"/>
            <p14:sldId id="294"/>
            <p14:sldId id="295"/>
            <p14:sldId id="296"/>
          </p14:sldIdLst>
        </p14:section>
        <p14:section name="ch13" id="{b3cb5a09-d424-45c7-bbe2-c5f4ce19bd79}">
          <p14:sldIdLst>
            <p14:sldId id="297"/>
            <p14:sldId id="298"/>
          </p14:sldIdLst>
        </p14:section>
        <p14:section name="ch14" id="{3efc7207-38d8-46a5-8d41-916b73c6bb8f}">
          <p14:sldIdLst>
            <p14:sldId id="299"/>
            <p14:sldId id="300"/>
          </p14:sldIdLst>
        </p14:section>
        <p14:section name="ch15" id="{b5595902-4a67-41e6-b525-3b6e768ea1d5}">
          <p14:sldIdLst>
            <p14:sldId id="301"/>
            <p14:sldId id="302"/>
            <p14:sldId id="303"/>
          </p14:sldIdLst>
        </p14:section>
        <p14:section name="ch16" id="{03dbc854-96bc-4388-b35f-c1897d3f08c2}">
          <p14:sldIdLst>
            <p14:sldId id="304"/>
            <p14:sldId id="305"/>
          </p14:sldIdLst>
        </p14:section>
        <p14:section name="ch17" id="{7c73581b-a559-410e-b9d6-28d27dff6914}">
          <p14:sldIdLst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  <p14:sldId id="398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  <p14:sldId id="399"/>
            <p14:sldId id="400"/>
            <p14:sldId id="401"/>
            <p14:sldId id="402"/>
            <p14:sldId id="403"/>
            <p14:sldId id="404"/>
            <p14:sldId id="405"/>
            <p14:sldId id="406"/>
          </p14:sldIdLst>
        </p14:section>
        <p14:section name="无标题节" id="{d6b238d0-bfe7-4415-9dd3-a61e432f39e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王晓敏" initials="王晓敏" lastIdx="0" clrIdx="0"/>
  <p:cmAuthor id="2" name="cc gg" initials="cg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46" Type="http://schemas.openxmlformats.org/officeDocument/2006/relationships/notesMaster" Target="notesMasters/notesMaster1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155" Type="http://schemas.openxmlformats.org/officeDocument/2006/relationships/presProps" Target="presProps.xml"/><Relationship Id="rId156" Type="http://schemas.openxmlformats.org/officeDocument/2006/relationships/viewProps" Target="viewProps.xml"/><Relationship Id="rId157" Type="http://schemas.openxmlformats.org/officeDocument/2006/relationships/tableStyles" Target="tableStyles.xml"/><Relationship Id="rId158" Type="http://schemas.openxmlformats.org/officeDocument/2006/relationships/commentAuthors" Target="comment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ags" Target="../tags/tag57.xml"/><Relationship Id="rId13" Type="http://schemas.openxmlformats.org/officeDocument/2006/relationships/tags" Target="../tags/tag58.xml"/><Relationship Id="rId14" Type="http://schemas.openxmlformats.org/officeDocument/2006/relationships/tags" Target="../tags/tag59.xml"/><Relationship Id="rId15" Type="http://schemas.openxmlformats.org/officeDocument/2006/relationships/tags" Target="../tags/tag60.xml"/><Relationship Id="rId16" Type="http://schemas.openxmlformats.org/officeDocument/2006/relationships/tags" Target="../tags/tag61.xml"/><Relationship Id="rId17" Type="http://schemas.openxmlformats.org/officeDocument/2006/relationships/tags" Target="../tags/tag62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168.xml"/><Relationship Id="rId2" Type="http://schemas.openxmlformats.org/officeDocument/2006/relationships/tags" Target="../tags/tag169.xml"/><Relationship Id="rId3" Type="http://schemas.openxmlformats.org/officeDocument/2006/relationships/tags" Target="../tags/tag170.xml"/><Relationship Id="rId4" Type="http://schemas.openxmlformats.org/officeDocument/2006/relationships/tags" Target="../tags/tag171.xml"/><Relationship Id="rId5" Type="http://schemas.openxmlformats.org/officeDocument/2006/relationships/tags" Target="../tags/tag172.xml"/><Relationship Id="rId6" Type="http://schemas.openxmlformats.org/officeDocument/2006/relationships/tags" Target="../tags/tag173.xml"/><Relationship Id="rId7" Type="http://schemas.openxmlformats.org/officeDocument/2006/relationships/tags" Target="../tags/tag174.xml"/><Relationship Id="rId8" Type="http://schemas.openxmlformats.org/officeDocument/2006/relationships/tags" Target="../tags/tag175.xml"/><Relationship Id="rId9" Type="http://schemas.openxmlformats.org/officeDocument/2006/relationships/tags" Target="../tags/tag176.xml"/><Relationship Id="rId10" Type="http://schemas.openxmlformats.org/officeDocument/2006/relationships/tags" Target="../tags/tag177.xml"/><Relationship Id="rId11" Type="http://schemas.openxmlformats.org/officeDocument/2006/relationships/tags" Target="../tags/tag178.xml"/><Relationship Id="rId12" Type="http://schemas.openxmlformats.org/officeDocument/2006/relationships/tags" Target="../tags/tag179.xml"/><Relationship Id="rId13" Type="http://schemas.openxmlformats.org/officeDocument/2006/relationships/tags" Target="../tags/tag180.xml"/><Relationship Id="rId14" Type="http://schemas.openxmlformats.org/officeDocument/2006/relationships/tags" Target="../tags/tag181.xml"/><Relationship Id="rId15" Type="http://schemas.openxmlformats.org/officeDocument/2006/relationships/tags" Target="../tags/tag182.xml"/><Relationship Id="rId16" Type="http://schemas.openxmlformats.org/officeDocument/2006/relationships/tags" Target="../tags/tag183.xml"/><Relationship Id="rId17" Type="http://schemas.openxmlformats.org/officeDocument/2006/relationships/image" Target="../media/image1.png"/><Relationship Id="rId18" Type="http://schemas.openxmlformats.org/officeDocument/2006/relationships/tags" Target="../tags/tag184.xml"/><Relationship Id="rId19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185.xml"/><Relationship Id="rId2" Type="http://schemas.openxmlformats.org/officeDocument/2006/relationships/tags" Target="../tags/tag186.xml"/><Relationship Id="rId3" Type="http://schemas.openxmlformats.org/officeDocument/2006/relationships/tags" Target="../tags/tag187.xml"/><Relationship Id="rId4" Type="http://schemas.openxmlformats.org/officeDocument/2006/relationships/tags" Target="../tags/tag188.xml"/><Relationship Id="rId5" Type="http://schemas.openxmlformats.org/officeDocument/2006/relationships/tags" Target="../tags/tag189.xml"/><Relationship Id="rId6" Type="http://schemas.openxmlformats.org/officeDocument/2006/relationships/tags" Target="../tags/tag190.xml"/><Relationship Id="rId7" Type="http://schemas.openxmlformats.org/officeDocument/2006/relationships/tags" Target="../tags/tag191.xml"/><Relationship Id="rId8" Type="http://schemas.openxmlformats.org/officeDocument/2006/relationships/tags" Target="../tags/tag192.xml"/><Relationship Id="rId9" Type="http://schemas.openxmlformats.org/officeDocument/2006/relationships/tags" Target="../tags/tag193.xml"/><Relationship Id="rId10" Type="http://schemas.openxmlformats.org/officeDocument/2006/relationships/tags" Target="../tags/tag194.xml"/><Relationship Id="rId11" Type="http://schemas.openxmlformats.org/officeDocument/2006/relationships/tags" Target="../tags/tag195.xml"/><Relationship Id="rId12" Type="http://schemas.openxmlformats.org/officeDocument/2006/relationships/tags" Target="../tags/tag196.xml"/><Relationship Id="rId13" Type="http://schemas.openxmlformats.org/officeDocument/2006/relationships/tags" Target="../tags/tag197.xml"/><Relationship Id="rId14" Type="http://schemas.openxmlformats.org/officeDocument/2006/relationships/tags" Target="../tags/tag198.xml"/><Relationship Id="rId15" Type="http://schemas.openxmlformats.org/officeDocument/2006/relationships/tags" Target="../tags/tag199.xml"/><Relationship Id="rId16" Type="http://schemas.openxmlformats.org/officeDocument/2006/relationships/tags" Target="../tags/tag200.xml"/><Relationship Id="rId17" Type="http://schemas.openxmlformats.org/officeDocument/2006/relationships/image" Target="../media/image1.png"/><Relationship Id="rId18" Type="http://schemas.openxmlformats.org/officeDocument/2006/relationships/tags" Target="../tags/tag201.xml"/><Relationship Id="rId19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236.xml"/><Relationship Id="rId2" Type="http://schemas.openxmlformats.org/officeDocument/2006/relationships/tags" Target="../tags/tag237.xml"/><Relationship Id="rId3" Type="http://schemas.openxmlformats.org/officeDocument/2006/relationships/tags" Target="../tags/tag238.xml"/><Relationship Id="rId4" Type="http://schemas.openxmlformats.org/officeDocument/2006/relationships/tags" Target="../tags/tag239.xml"/><Relationship Id="rId5" Type="http://schemas.openxmlformats.org/officeDocument/2006/relationships/tags" Target="../tags/tag240.xml"/><Relationship Id="rId6" Type="http://schemas.openxmlformats.org/officeDocument/2006/relationships/tags" Target="../tags/tag241.xml"/><Relationship Id="rId7" Type="http://schemas.openxmlformats.org/officeDocument/2006/relationships/tags" Target="../tags/tag242.xml"/><Relationship Id="rId8" Type="http://schemas.openxmlformats.org/officeDocument/2006/relationships/tags" Target="../tags/tag243.xml"/><Relationship Id="rId9" Type="http://schemas.openxmlformats.org/officeDocument/2006/relationships/tags" Target="../tags/tag244.xml"/><Relationship Id="rId10" Type="http://schemas.openxmlformats.org/officeDocument/2006/relationships/tags" Target="../tags/tag245.xml"/><Relationship Id="rId11" Type="http://schemas.openxmlformats.org/officeDocument/2006/relationships/tags" Target="../tags/tag246.xml"/><Relationship Id="rId12" Type="http://schemas.openxmlformats.org/officeDocument/2006/relationships/tags" Target="../tags/tag247.xml"/><Relationship Id="rId13" Type="http://schemas.openxmlformats.org/officeDocument/2006/relationships/tags" Target="../tags/tag248.xml"/><Relationship Id="rId14" Type="http://schemas.openxmlformats.org/officeDocument/2006/relationships/tags" Target="../tags/tag249.xml"/><Relationship Id="rId15" Type="http://schemas.openxmlformats.org/officeDocument/2006/relationships/tags" Target="../tags/tag250.xml"/><Relationship Id="rId16" Type="http://schemas.openxmlformats.org/officeDocument/2006/relationships/tags" Target="../tags/tag251.xml"/><Relationship Id="rId17" Type="http://schemas.openxmlformats.org/officeDocument/2006/relationships/image" Target="../media/image1.png"/><Relationship Id="rId18" Type="http://schemas.openxmlformats.org/officeDocument/2006/relationships/tags" Target="../tags/tag252.xml"/><Relationship Id="rId19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253.xml"/><Relationship Id="rId2" Type="http://schemas.openxmlformats.org/officeDocument/2006/relationships/tags" Target="../tags/tag254.xml"/><Relationship Id="rId3" Type="http://schemas.openxmlformats.org/officeDocument/2006/relationships/tags" Target="../tags/tag255.xml"/><Relationship Id="rId4" Type="http://schemas.openxmlformats.org/officeDocument/2006/relationships/tags" Target="../tags/tag256.xml"/><Relationship Id="rId5" Type="http://schemas.openxmlformats.org/officeDocument/2006/relationships/tags" Target="../tags/tag257.xml"/><Relationship Id="rId6" Type="http://schemas.openxmlformats.org/officeDocument/2006/relationships/tags" Target="../tags/tag258.xml"/><Relationship Id="rId7" Type="http://schemas.openxmlformats.org/officeDocument/2006/relationships/tags" Target="../tags/tag259.xml"/><Relationship Id="rId8" Type="http://schemas.openxmlformats.org/officeDocument/2006/relationships/tags" Target="../tags/tag260.xml"/><Relationship Id="rId9" Type="http://schemas.openxmlformats.org/officeDocument/2006/relationships/tags" Target="../tags/tag261.xml"/><Relationship Id="rId10" Type="http://schemas.openxmlformats.org/officeDocument/2006/relationships/tags" Target="../tags/tag262.xml"/><Relationship Id="rId11" Type="http://schemas.openxmlformats.org/officeDocument/2006/relationships/tags" Target="../tags/tag263.xml"/><Relationship Id="rId12" Type="http://schemas.openxmlformats.org/officeDocument/2006/relationships/tags" Target="../tags/tag264.xml"/><Relationship Id="rId13" Type="http://schemas.openxmlformats.org/officeDocument/2006/relationships/tags" Target="../tags/tag265.xml"/><Relationship Id="rId14" Type="http://schemas.openxmlformats.org/officeDocument/2006/relationships/tags" Target="../tags/tag266.xml"/><Relationship Id="rId15" Type="http://schemas.openxmlformats.org/officeDocument/2006/relationships/tags" Target="../tags/tag267.xml"/><Relationship Id="rId16" Type="http://schemas.openxmlformats.org/officeDocument/2006/relationships/tags" Target="../tags/tag268.xml"/><Relationship Id="rId17" Type="http://schemas.openxmlformats.org/officeDocument/2006/relationships/image" Target="../media/image1.png"/><Relationship Id="rId18" Type="http://schemas.openxmlformats.org/officeDocument/2006/relationships/tags" Target="../tags/tag269.xml"/><Relationship Id="rId19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270.xml"/><Relationship Id="rId2" Type="http://schemas.openxmlformats.org/officeDocument/2006/relationships/tags" Target="../tags/tag271.xml"/><Relationship Id="rId3" Type="http://schemas.openxmlformats.org/officeDocument/2006/relationships/tags" Target="../tags/tag272.xml"/><Relationship Id="rId4" Type="http://schemas.openxmlformats.org/officeDocument/2006/relationships/tags" Target="../tags/tag273.xml"/><Relationship Id="rId5" Type="http://schemas.openxmlformats.org/officeDocument/2006/relationships/tags" Target="../tags/tag274.xml"/><Relationship Id="rId6" Type="http://schemas.openxmlformats.org/officeDocument/2006/relationships/tags" Target="../tags/tag275.xml"/><Relationship Id="rId7" Type="http://schemas.openxmlformats.org/officeDocument/2006/relationships/tags" Target="../tags/tag276.xml"/><Relationship Id="rId8" Type="http://schemas.openxmlformats.org/officeDocument/2006/relationships/tags" Target="../tags/tag277.xml"/><Relationship Id="rId9" Type="http://schemas.openxmlformats.org/officeDocument/2006/relationships/tags" Target="../tags/tag278.xml"/><Relationship Id="rId10" Type="http://schemas.openxmlformats.org/officeDocument/2006/relationships/tags" Target="../tags/tag279.xml"/><Relationship Id="rId11" Type="http://schemas.openxmlformats.org/officeDocument/2006/relationships/tags" Target="../tags/tag280.xml"/><Relationship Id="rId12" Type="http://schemas.openxmlformats.org/officeDocument/2006/relationships/tags" Target="../tags/tag281.xml"/><Relationship Id="rId13" Type="http://schemas.openxmlformats.org/officeDocument/2006/relationships/tags" Target="../tags/tag282.xml"/><Relationship Id="rId14" Type="http://schemas.openxmlformats.org/officeDocument/2006/relationships/tags" Target="../tags/tag283.xml"/><Relationship Id="rId15" Type="http://schemas.openxmlformats.org/officeDocument/2006/relationships/tags" Target="../tags/tag284.xml"/><Relationship Id="rId16" Type="http://schemas.openxmlformats.org/officeDocument/2006/relationships/tags" Target="../tags/tag285.xml"/><Relationship Id="rId17" Type="http://schemas.openxmlformats.org/officeDocument/2006/relationships/image" Target="../media/image1.png"/><Relationship Id="rId18" Type="http://schemas.openxmlformats.org/officeDocument/2006/relationships/tags" Target="../tags/tag286.xml"/><Relationship Id="rId19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tags" Target="../tags/tag1159.xml"/><Relationship Id="rId2" Type="http://schemas.openxmlformats.org/officeDocument/2006/relationships/tags" Target="../tags/tag1160.xml"/><Relationship Id="rId3" Type="http://schemas.openxmlformats.org/officeDocument/2006/relationships/tags" Target="../tags/tag1161.xml"/><Relationship Id="rId4" Type="http://schemas.openxmlformats.org/officeDocument/2006/relationships/tags" Target="../tags/tag1162.xml"/><Relationship Id="rId5" Type="http://schemas.openxmlformats.org/officeDocument/2006/relationships/tags" Target="../tags/tag1163.xml"/><Relationship Id="rId6" Type="http://schemas.openxmlformats.org/officeDocument/2006/relationships/tags" Target="../tags/tag1164.xml"/><Relationship Id="rId7" Type="http://schemas.openxmlformats.org/officeDocument/2006/relationships/tags" Target="../tags/tag1165.xml"/><Relationship Id="rId8" Type="http://schemas.openxmlformats.org/officeDocument/2006/relationships/tags" Target="../tags/tag1166.xml"/><Relationship Id="rId9" Type="http://schemas.openxmlformats.org/officeDocument/2006/relationships/tags" Target="../tags/tag1167.xml"/><Relationship Id="rId10" Type="http://schemas.openxmlformats.org/officeDocument/2006/relationships/tags" Target="../tags/tag1168.xml"/><Relationship Id="rId11" Type="http://schemas.openxmlformats.org/officeDocument/2006/relationships/tags" Target="../tags/tag1169.xml"/><Relationship Id="rId12" Type="http://schemas.openxmlformats.org/officeDocument/2006/relationships/tags" Target="../tags/tag1170.xml"/><Relationship Id="rId13" Type="http://schemas.openxmlformats.org/officeDocument/2006/relationships/tags" Target="../tags/tag1171.xml"/><Relationship Id="rId14" Type="http://schemas.openxmlformats.org/officeDocument/2006/relationships/tags" Target="../tags/tag1172.xml"/><Relationship Id="rId15" Type="http://schemas.openxmlformats.org/officeDocument/2006/relationships/tags" Target="../tags/tag1173.xml"/><Relationship Id="rId16" Type="http://schemas.openxmlformats.org/officeDocument/2006/relationships/tags" Target="../tags/tag1174.xml"/><Relationship Id="rId17" Type="http://schemas.openxmlformats.org/officeDocument/2006/relationships/tags" Target="../tags/tag1175.xml"/><Relationship Id="rId18" Type="http://schemas.openxmlformats.org/officeDocument/2006/relationships/tags" Target="../tags/tag1176.xml"/><Relationship Id="rId19" Type="http://schemas.openxmlformats.org/officeDocument/2006/relationships/tags" Target="../tags/tag1177.xml"/><Relationship Id="rId20" Type="http://schemas.openxmlformats.org/officeDocument/2006/relationships/tags" Target="../tags/tag1178.xml"/><Relationship Id="rId21" Type="http://schemas.openxmlformats.org/officeDocument/2006/relationships/image" Target="../media/image1.png"/><Relationship Id="rId22" Type="http://schemas.openxmlformats.org/officeDocument/2006/relationships/tags" Target="../tags/tag1179.xml"/><Relationship Id="rId23" Type="http://schemas.openxmlformats.org/officeDocument/2006/relationships/tags" Target="../tags/tag1180.xml"/><Relationship Id="rId24" Type="http://schemas.openxmlformats.org/officeDocument/2006/relationships/tags" Target="../tags/tag1181.xml"/><Relationship Id="rId25" Type="http://schemas.openxmlformats.org/officeDocument/2006/relationships/tags" Target="../tags/tag1182.xml"/><Relationship Id="rId26" Type="http://schemas.openxmlformats.org/officeDocument/2006/relationships/tags" Target="../tags/tag1183.xml"/><Relationship Id="rId27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tags" Target="../tags/tag1184.xml"/><Relationship Id="rId2" Type="http://schemas.openxmlformats.org/officeDocument/2006/relationships/tags" Target="../tags/tag1185.xml"/><Relationship Id="rId3" Type="http://schemas.openxmlformats.org/officeDocument/2006/relationships/tags" Target="../tags/tag1186.xml"/><Relationship Id="rId4" Type="http://schemas.openxmlformats.org/officeDocument/2006/relationships/tags" Target="../tags/tag1187.xml"/><Relationship Id="rId5" Type="http://schemas.openxmlformats.org/officeDocument/2006/relationships/tags" Target="../tags/tag1188.xml"/><Relationship Id="rId6" Type="http://schemas.openxmlformats.org/officeDocument/2006/relationships/tags" Target="../tags/tag1189.xml"/><Relationship Id="rId7" Type="http://schemas.openxmlformats.org/officeDocument/2006/relationships/tags" Target="../tags/tag1190.xml"/><Relationship Id="rId8" Type="http://schemas.openxmlformats.org/officeDocument/2006/relationships/tags" Target="../tags/tag1191.xml"/><Relationship Id="rId9" Type="http://schemas.openxmlformats.org/officeDocument/2006/relationships/tags" Target="../tags/tag1192.xml"/><Relationship Id="rId10" Type="http://schemas.openxmlformats.org/officeDocument/2006/relationships/tags" Target="../tags/tag1193.xml"/><Relationship Id="rId11" Type="http://schemas.openxmlformats.org/officeDocument/2006/relationships/tags" Target="../tags/tag1194.xml"/><Relationship Id="rId12" Type="http://schemas.openxmlformats.org/officeDocument/2006/relationships/tags" Target="../tags/tag1195.xml"/><Relationship Id="rId13" Type="http://schemas.openxmlformats.org/officeDocument/2006/relationships/tags" Target="../tags/tag1196.xml"/><Relationship Id="rId14" Type="http://schemas.openxmlformats.org/officeDocument/2006/relationships/tags" Target="../tags/tag1197.xml"/><Relationship Id="rId15" Type="http://schemas.openxmlformats.org/officeDocument/2006/relationships/tags" Target="../tags/tag1198.xml"/><Relationship Id="rId16" Type="http://schemas.openxmlformats.org/officeDocument/2006/relationships/tags" Target="../tags/tag1199.xml"/><Relationship Id="rId17" Type="http://schemas.openxmlformats.org/officeDocument/2006/relationships/tags" Target="../tags/tag1200.xml"/><Relationship Id="rId18" Type="http://schemas.openxmlformats.org/officeDocument/2006/relationships/tags" Target="../tags/tag1201.xml"/><Relationship Id="rId19" Type="http://schemas.openxmlformats.org/officeDocument/2006/relationships/tags" Target="../tags/tag1202.xml"/><Relationship Id="rId20" Type="http://schemas.openxmlformats.org/officeDocument/2006/relationships/tags" Target="../tags/tag1203.xml"/><Relationship Id="rId21" Type="http://schemas.openxmlformats.org/officeDocument/2006/relationships/image" Target="../media/image1.png"/><Relationship Id="rId22" Type="http://schemas.openxmlformats.org/officeDocument/2006/relationships/tags" Target="../tags/tag1204.xml"/><Relationship Id="rId23" Type="http://schemas.openxmlformats.org/officeDocument/2006/relationships/tags" Target="../tags/tag1205.xml"/><Relationship Id="rId24" Type="http://schemas.openxmlformats.org/officeDocument/2006/relationships/tags" Target="../tags/tag1206.xml"/><Relationship Id="rId25" Type="http://schemas.openxmlformats.org/officeDocument/2006/relationships/tags" Target="../tags/tag1207.xml"/><Relationship Id="rId26" Type="http://schemas.openxmlformats.org/officeDocument/2006/relationships/tags" Target="../tags/tag1208.xml"/><Relationship Id="rId27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tags" Target="../tags/tag1209.xml"/><Relationship Id="rId2" Type="http://schemas.openxmlformats.org/officeDocument/2006/relationships/tags" Target="../tags/tag1210.xml"/><Relationship Id="rId3" Type="http://schemas.openxmlformats.org/officeDocument/2006/relationships/tags" Target="../tags/tag1211.xml"/><Relationship Id="rId4" Type="http://schemas.openxmlformats.org/officeDocument/2006/relationships/tags" Target="../tags/tag1212.xml"/><Relationship Id="rId5" Type="http://schemas.openxmlformats.org/officeDocument/2006/relationships/tags" Target="../tags/tag1213.xml"/><Relationship Id="rId6" Type="http://schemas.openxmlformats.org/officeDocument/2006/relationships/tags" Target="../tags/tag1214.xml"/><Relationship Id="rId7" Type="http://schemas.openxmlformats.org/officeDocument/2006/relationships/tags" Target="../tags/tag1215.xml"/><Relationship Id="rId8" Type="http://schemas.openxmlformats.org/officeDocument/2006/relationships/tags" Target="../tags/tag1216.xml"/><Relationship Id="rId9" Type="http://schemas.openxmlformats.org/officeDocument/2006/relationships/tags" Target="../tags/tag1217.xml"/><Relationship Id="rId10" Type="http://schemas.openxmlformats.org/officeDocument/2006/relationships/tags" Target="../tags/tag1218.xml"/><Relationship Id="rId11" Type="http://schemas.openxmlformats.org/officeDocument/2006/relationships/tags" Target="../tags/tag1219.xml"/><Relationship Id="rId12" Type="http://schemas.openxmlformats.org/officeDocument/2006/relationships/tags" Target="../tags/tag1220.xml"/><Relationship Id="rId13" Type="http://schemas.openxmlformats.org/officeDocument/2006/relationships/tags" Target="../tags/tag1221.xml"/><Relationship Id="rId14" Type="http://schemas.openxmlformats.org/officeDocument/2006/relationships/tags" Target="../tags/tag1222.xml"/><Relationship Id="rId15" Type="http://schemas.openxmlformats.org/officeDocument/2006/relationships/tags" Target="../tags/tag1223.xml"/><Relationship Id="rId16" Type="http://schemas.openxmlformats.org/officeDocument/2006/relationships/tags" Target="../tags/tag1224.xml"/><Relationship Id="rId17" Type="http://schemas.openxmlformats.org/officeDocument/2006/relationships/tags" Target="../tags/tag1225.xml"/><Relationship Id="rId18" Type="http://schemas.openxmlformats.org/officeDocument/2006/relationships/tags" Target="../tags/tag1226.xml"/><Relationship Id="rId19" Type="http://schemas.openxmlformats.org/officeDocument/2006/relationships/tags" Target="../tags/tag1227.xml"/><Relationship Id="rId20" Type="http://schemas.openxmlformats.org/officeDocument/2006/relationships/tags" Target="../tags/tag1228.xml"/><Relationship Id="rId21" Type="http://schemas.openxmlformats.org/officeDocument/2006/relationships/image" Target="../media/image1.png"/><Relationship Id="rId22" Type="http://schemas.openxmlformats.org/officeDocument/2006/relationships/tags" Target="../tags/tag1229.xml"/><Relationship Id="rId23" Type="http://schemas.openxmlformats.org/officeDocument/2006/relationships/tags" Target="../tags/tag1230.xml"/><Relationship Id="rId24" Type="http://schemas.openxmlformats.org/officeDocument/2006/relationships/tags" Target="../tags/tag1231.xml"/><Relationship Id="rId25" Type="http://schemas.openxmlformats.org/officeDocument/2006/relationships/tags" Target="../tags/tag1232.xml"/><Relationship Id="rId26" Type="http://schemas.openxmlformats.org/officeDocument/2006/relationships/tags" Target="../tags/tag1233.xml"/><Relationship Id="rId27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tags" Target="../tags/tag1234.xml"/><Relationship Id="rId2" Type="http://schemas.openxmlformats.org/officeDocument/2006/relationships/tags" Target="../tags/tag1235.xml"/><Relationship Id="rId3" Type="http://schemas.openxmlformats.org/officeDocument/2006/relationships/tags" Target="../tags/tag1236.xml"/><Relationship Id="rId4" Type="http://schemas.openxmlformats.org/officeDocument/2006/relationships/tags" Target="../tags/tag1237.xml"/><Relationship Id="rId5" Type="http://schemas.openxmlformats.org/officeDocument/2006/relationships/tags" Target="../tags/tag1238.xml"/><Relationship Id="rId6" Type="http://schemas.openxmlformats.org/officeDocument/2006/relationships/tags" Target="../tags/tag1239.xml"/><Relationship Id="rId7" Type="http://schemas.openxmlformats.org/officeDocument/2006/relationships/tags" Target="../tags/tag1240.xml"/><Relationship Id="rId8" Type="http://schemas.openxmlformats.org/officeDocument/2006/relationships/tags" Target="../tags/tag1241.xml"/><Relationship Id="rId9" Type="http://schemas.openxmlformats.org/officeDocument/2006/relationships/tags" Target="../tags/tag1242.xml"/><Relationship Id="rId10" Type="http://schemas.openxmlformats.org/officeDocument/2006/relationships/tags" Target="../tags/tag1243.xml"/><Relationship Id="rId11" Type="http://schemas.openxmlformats.org/officeDocument/2006/relationships/tags" Target="../tags/tag1244.xml"/><Relationship Id="rId12" Type="http://schemas.openxmlformats.org/officeDocument/2006/relationships/tags" Target="../tags/tag1245.xml"/><Relationship Id="rId13" Type="http://schemas.openxmlformats.org/officeDocument/2006/relationships/tags" Target="../tags/tag1246.xml"/><Relationship Id="rId14" Type="http://schemas.openxmlformats.org/officeDocument/2006/relationships/tags" Target="../tags/tag1247.xml"/><Relationship Id="rId15" Type="http://schemas.openxmlformats.org/officeDocument/2006/relationships/tags" Target="../tags/tag1248.xml"/><Relationship Id="rId16" Type="http://schemas.openxmlformats.org/officeDocument/2006/relationships/tags" Target="../tags/tag1249.xml"/><Relationship Id="rId17" Type="http://schemas.openxmlformats.org/officeDocument/2006/relationships/tags" Target="../tags/tag1250.xml"/><Relationship Id="rId18" Type="http://schemas.openxmlformats.org/officeDocument/2006/relationships/tags" Target="../tags/tag1251.xml"/><Relationship Id="rId19" Type="http://schemas.openxmlformats.org/officeDocument/2006/relationships/tags" Target="../tags/tag1252.xml"/><Relationship Id="rId20" Type="http://schemas.openxmlformats.org/officeDocument/2006/relationships/tags" Target="../tags/tag1253.xml"/><Relationship Id="rId21" Type="http://schemas.openxmlformats.org/officeDocument/2006/relationships/image" Target="../media/image1.png"/><Relationship Id="rId22" Type="http://schemas.openxmlformats.org/officeDocument/2006/relationships/tags" Target="../tags/tag1254.xml"/><Relationship Id="rId23" Type="http://schemas.openxmlformats.org/officeDocument/2006/relationships/tags" Target="../tags/tag1255.xml"/><Relationship Id="rId24" Type="http://schemas.openxmlformats.org/officeDocument/2006/relationships/tags" Target="../tags/tag1256.xml"/><Relationship Id="rId25" Type="http://schemas.openxmlformats.org/officeDocument/2006/relationships/tags" Target="../tags/tag1257.xml"/><Relationship Id="rId26" Type="http://schemas.openxmlformats.org/officeDocument/2006/relationships/tags" Target="../tags/tag1258.xml"/><Relationship Id="rId27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tags" Target="../tags/tag1259.xml"/><Relationship Id="rId2" Type="http://schemas.openxmlformats.org/officeDocument/2006/relationships/tags" Target="../tags/tag1260.xml"/><Relationship Id="rId3" Type="http://schemas.openxmlformats.org/officeDocument/2006/relationships/tags" Target="../tags/tag1261.xml"/><Relationship Id="rId4" Type="http://schemas.openxmlformats.org/officeDocument/2006/relationships/tags" Target="../tags/tag1262.xml"/><Relationship Id="rId5" Type="http://schemas.openxmlformats.org/officeDocument/2006/relationships/tags" Target="../tags/tag1263.xml"/><Relationship Id="rId6" Type="http://schemas.openxmlformats.org/officeDocument/2006/relationships/tags" Target="../tags/tag1264.xml"/><Relationship Id="rId7" Type="http://schemas.openxmlformats.org/officeDocument/2006/relationships/tags" Target="../tags/tag1265.xml"/><Relationship Id="rId8" Type="http://schemas.openxmlformats.org/officeDocument/2006/relationships/tags" Target="../tags/tag1266.xml"/><Relationship Id="rId9" Type="http://schemas.openxmlformats.org/officeDocument/2006/relationships/tags" Target="../tags/tag1267.xml"/><Relationship Id="rId10" Type="http://schemas.openxmlformats.org/officeDocument/2006/relationships/tags" Target="../tags/tag1268.xml"/><Relationship Id="rId11" Type="http://schemas.openxmlformats.org/officeDocument/2006/relationships/tags" Target="../tags/tag1269.xml"/><Relationship Id="rId12" Type="http://schemas.openxmlformats.org/officeDocument/2006/relationships/tags" Target="../tags/tag1270.xml"/><Relationship Id="rId13" Type="http://schemas.openxmlformats.org/officeDocument/2006/relationships/tags" Target="../tags/tag1271.xml"/><Relationship Id="rId14" Type="http://schemas.openxmlformats.org/officeDocument/2006/relationships/tags" Target="../tags/tag1272.xml"/><Relationship Id="rId15" Type="http://schemas.openxmlformats.org/officeDocument/2006/relationships/tags" Target="../tags/tag1273.xml"/><Relationship Id="rId16" Type="http://schemas.openxmlformats.org/officeDocument/2006/relationships/tags" Target="../tags/tag1274.xml"/><Relationship Id="rId17" Type="http://schemas.openxmlformats.org/officeDocument/2006/relationships/tags" Target="../tags/tag1275.xml"/><Relationship Id="rId18" Type="http://schemas.openxmlformats.org/officeDocument/2006/relationships/tags" Target="../tags/tag1276.xml"/><Relationship Id="rId19" Type="http://schemas.openxmlformats.org/officeDocument/2006/relationships/tags" Target="../tags/tag1277.xml"/><Relationship Id="rId20" Type="http://schemas.openxmlformats.org/officeDocument/2006/relationships/tags" Target="../tags/tag1278.xml"/><Relationship Id="rId21" Type="http://schemas.openxmlformats.org/officeDocument/2006/relationships/image" Target="../media/image1.png"/><Relationship Id="rId22" Type="http://schemas.openxmlformats.org/officeDocument/2006/relationships/tags" Target="../tags/tag1279.xml"/><Relationship Id="rId23" Type="http://schemas.openxmlformats.org/officeDocument/2006/relationships/tags" Target="../tags/tag1280.xml"/><Relationship Id="rId24" Type="http://schemas.openxmlformats.org/officeDocument/2006/relationships/tags" Target="../tags/tag1281.xml"/><Relationship Id="rId25" Type="http://schemas.openxmlformats.org/officeDocument/2006/relationships/tags" Target="../tags/tag1282.xml"/><Relationship Id="rId26" Type="http://schemas.openxmlformats.org/officeDocument/2006/relationships/tags" Target="../tags/tag1283.xml"/><Relationship Id="rId27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tags" Target="../tags/tag1284.xml"/><Relationship Id="rId2" Type="http://schemas.openxmlformats.org/officeDocument/2006/relationships/tags" Target="../tags/tag1285.xml"/><Relationship Id="rId3" Type="http://schemas.openxmlformats.org/officeDocument/2006/relationships/tags" Target="../tags/tag1286.xml"/><Relationship Id="rId4" Type="http://schemas.openxmlformats.org/officeDocument/2006/relationships/tags" Target="../tags/tag1287.xml"/><Relationship Id="rId5" Type="http://schemas.openxmlformats.org/officeDocument/2006/relationships/tags" Target="../tags/tag1288.xml"/><Relationship Id="rId6" Type="http://schemas.openxmlformats.org/officeDocument/2006/relationships/tags" Target="../tags/tag1289.xml"/><Relationship Id="rId7" Type="http://schemas.openxmlformats.org/officeDocument/2006/relationships/tags" Target="../tags/tag1290.xml"/><Relationship Id="rId8" Type="http://schemas.openxmlformats.org/officeDocument/2006/relationships/tags" Target="../tags/tag1291.xml"/><Relationship Id="rId9" Type="http://schemas.openxmlformats.org/officeDocument/2006/relationships/tags" Target="../tags/tag1292.xml"/><Relationship Id="rId10" Type="http://schemas.openxmlformats.org/officeDocument/2006/relationships/tags" Target="../tags/tag1293.xml"/><Relationship Id="rId11" Type="http://schemas.openxmlformats.org/officeDocument/2006/relationships/tags" Target="../tags/tag1294.xml"/><Relationship Id="rId12" Type="http://schemas.openxmlformats.org/officeDocument/2006/relationships/tags" Target="../tags/tag1295.xml"/><Relationship Id="rId13" Type="http://schemas.openxmlformats.org/officeDocument/2006/relationships/tags" Target="../tags/tag1296.xml"/><Relationship Id="rId14" Type="http://schemas.openxmlformats.org/officeDocument/2006/relationships/tags" Target="../tags/tag1297.xml"/><Relationship Id="rId15" Type="http://schemas.openxmlformats.org/officeDocument/2006/relationships/tags" Target="../tags/tag1298.xml"/><Relationship Id="rId16" Type="http://schemas.openxmlformats.org/officeDocument/2006/relationships/tags" Target="../tags/tag1299.xml"/><Relationship Id="rId17" Type="http://schemas.openxmlformats.org/officeDocument/2006/relationships/tags" Target="../tags/tag1300.xml"/><Relationship Id="rId18" Type="http://schemas.openxmlformats.org/officeDocument/2006/relationships/tags" Target="../tags/tag1301.xml"/><Relationship Id="rId19" Type="http://schemas.openxmlformats.org/officeDocument/2006/relationships/tags" Target="../tags/tag1302.xml"/><Relationship Id="rId20" Type="http://schemas.openxmlformats.org/officeDocument/2006/relationships/tags" Target="../tags/tag1303.xml"/><Relationship Id="rId21" Type="http://schemas.openxmlformats.org/officeDocument/2006/relationships/image" Target="../media/image1.png"/><Relationship Id="rId22" Type="http://schemas.openxmlformats.org/officeDocument/2006/relationships/tags" Target="../tags/tag1304.xml"/><Relationship Id="rId23" Type="http://schemas.openxmlformats.org/officeDocument/2006/relationships/tags" Target="../tags/tag1305.xml"/><Relationship Id="rId24" Type="http://schemas.openxmlformats.org/officeDocument/2006/relationships/tags" Target="../tags/tag1306.xml"/><Relationship Id="rId25" Type="http://schemas.openxmlformats.org/officeDocument/2006/relationships/tags" Target="../tags/tag1307.xml"/><Relationship Id="rId26" Type="http://schemas.openxmlformats.org/officeDocument/2006/relationships/tags" Target="../tags/tag1308.xml"/><Relationship Id="rId27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tags" Target="../tags/tag1309.xml"/><Relationship Id="rId2" Type="http://schemas.openxmlformats.org/officeDocument/2006/relationships/tags" Target="../tags/tag1310.xml"/><Relationship Id="rId3" Type="http://schemas.openxmlformats.org/officeDocument/2006/relationships/tags" Target="../tags/tag1311.xml"/><Relationship Id="rId4" Type="http://schemas.openxmlformats.org/officeDocument/2006/relationships/tags" Target="../tags/tag1312.xml"/><Relationship Id="rId5" Type="http://schemas.openxmlformats.org/officeDocument/2006/relationships/tags" Target="../tags/tag1313.xml"/><Relationship Id="rId6" Type="http://schemas.openxmlformats.org/officeDocument/2006/relationships/tags" Target="../tags/tag1314.xml"/><Relationship Id="rId7" Type="http://schemas.openxmlformats.org/officeDocument/2006/relationships/tags" Target="../tags/tag1315.xml"/><Relationship Id="rId8" Type="http://schemas.openxmlformats.org/officeDocument/2006/relationships/tags" Target="../tags/tag1316.xml"/><Relationship Id="rId9" Type="http://schemas.openxmlformats.org/officeDocument/2006/relationships/tags" Target="../tags/tag1317.xml"/><Relationship Id="rId10" Type="http://schemas.openxmlformats.org/officeDocument/2006/relationships/tags" Target="../tags/tag1318.xml"/><Relationship Id="rId11" Type="http://schemas.openxmlformats.org/officeDocument/2006/relationships/tags" Target="../tags/tag1319.xml"/><Relationship Id="rId12" Type="http://schemas.openxmlformats.org/officeDocument/2006/relationships/tags" Target="../tags/tag1320.xml"/><Relationship Id="rId13" Type="http://schemas.openxmlformats.org/officeDocument/2006/relationships/tags" Target="../tags/tag1321.xml"/><Relationship Id="rId14" Type="http://schemas.openxmlformats.org/officeDocument/2006/relationships/tags" Target="../tags/tag1322.xml"/><Relationship Id="rId15" Type="http://schemas.openxmlformats.org/officeDocument/2006/relationships/tags" Target="../tags/tag1323.xml"/><Relationship Id="rId16" Type="http://schemas.openxmlformats.org/officeDocument/2006/relationships/tags" Target="../tags/tag1324.xml"/><Relationship Id="rId17" Type="http://schemas.openxmlformats.org/officeDocument/2006/relationships/tags" Target="../tags/tag1325.xml"/><Relationship Id="rId18" Type="http://schemas.openxmlformats.org/officeDocument/2006/relationships/tags" Target="../tags/tag1326.xml"/><Relationship Id="rId19" Type="http://schemas.openxmlformats.org/officeDocument/2006/relationships/tags" Target="../tags/tag1327.xml"/><Relationship Id="rId20" Type="http://schemas.openxmlformats.org/officeDocument/2006/relationships/tags" Target="../tags/tag1328.xml"/><Relationship Id="rId21" Type="http://schemas.openxmlformats.org/officeDocument/2006/relationships/image" Target="../media/image1.png"/><Relationship Id="rId22" Type="http://schemas.openxmlformats.org/officeDocument/2006/relationships/tags" Target="../tags/tag1329.xml"/><Relationship Id="rId23" Type="http://schemas.openxmlformats.org/officeDocument/2006/relationships/tags" Target="../tags/tag1330.xml"/><Relationship Id="rId24" Type="http://schemas.openxmlformats.org/officeDocument/2006/relationships/tags" Target="../tags/tag1331.xml"/><Relationship Id="rId25" Type="http://schemas.openxmlformats.org/officeDocument/2006/relationships/tags" Target="../tags/tag1332.xml"/><Relationship Id="rId26" Type="http://schemas.openxmlformats.org/officeDocument/2006/relationships/tags" Target="../tags/tag1333.xml"/><Relationship Id="rId27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tags" Target="../tags/tag1334.xml"/><Relationship Id="rId2" Type="http://schemas.openxmlformats.org/officeDocument/2006/relationships/tags" Target="../tags/tag1335.xml"/><Relationship Id="rId3" Type="http://schemas.openxmlformats.org/officeDocument/2006/relationships/tags" Target="../tags/tag1336.xml"/><Relationship Id="rId4" Type="http://schemas.openxmlformats.org/officeDocument/2006/relationships/tags" Target="../tags/tag1337.xml"/><Relationship Id="rId5" Type="http://schemas.openxmlformats.org/officeDocument/2006/relationships/tags" Target="../tags/tag1338.xml"/><Relationship Id="rId6" Type="http://schemas.openxmlformats.org/officeDocument/2006/relationships/tags" Target="../tags/tag1339.xml"/><Relationship Id="rId7" Type="http://schemas.openxmlformats.org/officeDocument/2006/relationships/tags" Target="../tags/tag1340.xml"/><Relationship Id="rId8" Type="http://schemas.openxmlformats.org/officeDocument/2006/relationships/tags" Target="../tags/tag1341.xml"/><Relationship Id="rId9" Type="http://schemas.openxmlformats.org/officeDocument/2006/relationships/tags" Target="../tags/tag1342.xml"/><Relationship Id="rId10" Type="http://schemas.openxmlformats.org/officeDocument/2006/relationships/tags" Target="../tags/tag1343.xml"/><Relationship Id="rId11" Type="http://schemas.openxmlformats.org/officeDocument/2006/relationships/tags" Target="../tags/tag1344.xml"/><Relationship Id="rId12" Type="http://schemas.openxmlformats.org/officeDocument/2006/relationships/tags" Target="../tags/tag1345.xml"/><Relationship Id="rId13" Type="http://schemas.openxmlformats.org/officeDocument/2006/relationships/tags" Target="../tags/tag1346.xml"/><Relationship Id="rId14" Type="http://schemas.openxmlformats.org/officeDocument/2006/relationships/tags" Target="../tags/tag1347.xml"/><Relationship Id="rId15" Type="http://schemas.openxmlformats.org/officeDocument/2006/relationships/tags" Target="../tags/tag1348.xml"/><Relationship Id="rId16" Type="http://schemas.openxmlformats.org/officeDocument/2006/relationships/tags" Target="../tags/tag1349.xml"/><Relationship Id="rId17" Type="http://schemas.openxmlformats.org/officeDocument/2006/relationships/tags" Target="../tags/tag1350.xml"/><Relationship Id="rId18" Type="http://schemas.openxmlformats.org/officeDocument/2006/relationships/tags" Target="../tags/tag1351.xml"/><Relationship Id="rId19" Type="http://schemas.openxmlformats.org/officeDocument/2006/relationships/tags" Target="../tags/tag1352.xml"/><Relationship Id="rId20" Type="http://schemas.openxmlformats.org/officeDocument/2006/relationships/tags" Target="../tags/tag1353.xml"/><Relationship Id="rId21" Type="http://schemas.openxmlformats.org/officeDocument/2006/relationships/image" Target="../media/image1.png"/><Relationship Id="rId22" Type="http://schemas.openxmlformats.org/officeDocument/2006/relationships/tags" Target="../tags/tag1354.xml"/><Relationship Id="rId23" Type="http://schemas.openxmlformats.org/officeDocument/2006/relationships/tags" Target="../tags/tag1355.xml"/><Relationship Id="rId24" Type="http://schemas.openxmlformats.org/officeDocument/2006/relationships/tags" Target="../tags/tag1356.xml"/><Relationship Id="rId25" Type="http://schemas.openxmlformats.org/officeDocument/2006/relationships/tags" Target="../tags/tag1357.xml"/><Relationship Id="rId26" Type="http://schemas.openxmlformats.org/officeDocument/2006/relationships/tags" Target="../tags/tag1358.xml"/><Relationship Id="rId27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tags" Target="../tags/tag1359.xml"/><Relationship Id="rId2" Type="http://schemas.openxmlformats.org/officeDocument/2006/relationships/tags" Target="../tags/tag1360.xml"/><Relationship Id="rId3" Type="http://schemas.openxmlformats.org/officeDocument/2006/relationships/tags" Target="../tags/tag1361.xml"/><Relationship Id="rId4" Type="http://schemas.openxmlformats.org/officeDocument/2006/relationships/tags" Target="../tags/tag1362.xml"/><Relationship Id="rId5" Type="http://schemas.openxmlformats.org/officeDocument/2006/relationships/tags" Target="../tags/tag1363.xml"/><Relationship Id="rId6" Type="http://schemas.openxmlformats.org/officeDocument/2006/relationships/tags" Target="../tags/tag1364.xml"/><Relationship Id="rId7" Type="http://schemas.openxmlformats.org/officeDocument/2006/relationships/tags" Target="../tags/tag1365.xml"/><Relationship Id="rId8" Type="http://schemas.openxmlformats.org/officeDocument/2006/relationships/tags" Target="../tags/tag1366.xml"/><Relationship Id="rId9" Type="http://schemas.openxmlformats.org/officeDocument/2006/relationships/tags" Target="../tags/tag1367.xml"/><Relationship Id="rId10" Type="http://schemas.openxmlformats.org/officeDocument/2006/relationships/tags" Target="../tags/tag1368.xml"/><Relationship Id="rId11" Type="http://schemas.openxmlformats.org/officeDocument/2006/relationships/tags" Target="../tags/tag1369.xml"/><Relationship Id="rId12" Type="http://schemas.openxmlformats.org/officeDocument/2006/relationships/tags" Target="../tags/tag1370.xml"/><Relationship Id="rId13" Type="http://schemas.openxmlformats.org/officeDocument/2006/relationships/tags" Target="../tags/tag1371.xml"/><Relationship Id="rId14" Type="http://schemas.openxmlformats.org/officeDocument/2006/relationships/tags" Target="../tags/tag1372.xml"/><Relationship Id="rId15" Type="http://schemas.openxmlformats.org/officeDocument/2006/relationships/tags" Target="../tags/tag1373.xml"/><Relationship Id="rId16" Type="http://schemas.openxmlformats.org/officeDocument/2006/relationships/tags" Target="../tags/tag1374.xml"/><Relationship Id="rId17" Type="http://schemas.openxmlformats.org/officeDocument/2006/relationships/tags" Target="../tags/tag1375.xml"/><Relationship Id="rId18" Type="http://schemas.openxmlformats.org/officeDocument/2006/relationships/tags" Target="../tags/tag1376.xml"/><Relationship Id="rId19" Type="http://schemas.openxmlformats.org/officeDocument/2006/relationships/tags" Target="../tags/tag1377.xml"/><Relationship Id="rId20" Type="http://schemas.openxmlformats.org/officeDocument/2006/relationships/tags" Target="../tags/tag1378.xml"/><Relationship Id="rId21" Type="http://schemas.openxmlformats.org/officeDocument/2006/relationships/image" Target="../media/image1.png"/><Relationship Id="rId22" Type="http://schemas.openxmlformats.org/officeDocument/2006/relationships/tags" Target="../tags/tag1379.xml"/><Relationship Id="rId23" Type="http://schemas.openxmlformats.org/officeDocument/2006/relationships/tags" Target="../tags/tag1380.xml"/><Relationship Id="rId24" Type="http://schemas.openxmlformats.org/officeDocument/2006/relationships/tags" Target="../tags/tag1381.xml"/><Relationship Id="rId25" Type="http://schemas.openxmlformats.org/officeDocument/2006/relationships/tags" Target="../tags/tag1382.xml"/><Relationship Id="rId26" Type="http://schemas.openxmlformats.org/officeDocument/2006/relationships/tags" Target="../tags/tag1383.xml"/><Relationship Id="rId27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tags" Target="../tags/tag1384.xml"/><Relationship Id="rId2" Type="http://schemas.openxmlformats.org/officeDocument/2006/relationships/tags" Target="../tags/tag1385.xml"/><Relationship Id="rId3" Type="http://schemas.openxmlformats.org/officeDocument/2006/relationships/tags" Target="../tags/tag1386.xml"/><Relationship Id="rId4" Type="http://schemas.openxmlformats.org/officeDocument/2006/relationships/tags" Target="../tags/tag1387.xml"/><Relationship Id="rId5" Type="http://schemas.openxmlformats.org/officeDocument/2006/relationships/tags" Target="../tags/tag1388.xml"/><Relationship Id="rId6" Type="http://schemas.openxmlformats.org/officeDocument/2006/relationships/tags" Target="../tags/tag1389.xml"/><Relationship Id="rId7" Type="http://schemas.openxmlformats.org/officeDocument/2006/relationships/tags" Target="../tags/tag1390.xml"/><Relationship Id="rId8" Type="http://schemas.openxmlformats.org/officeDocument/2006/relationships/tags" Target="../tags/tag1391.xml"/><Relationship Id="rId9" Type="http://schemas.openxmlformats.org/officeDocument/2006/relationships/tags" Target="../tags/tag1392.xml"/><Relationship Id="rId10" Type="http://schemas.openxmlformats.org/officeDocument/2006/relationships/tags" Target="../tags/tag1393.xml"/><Relationship Id="rId11" Type="http://schemas.openxmlformats.org/officeDocument/2006/relationships/tags" Target="../tags/tag1394.xml"/><Relationship Id="rId12" Type="http://schemas.openxmlformats.org/officeDocument/2006/relationships/tags" Target="../tags/tag1395.xml"/><Relationship Id="rId13" Type="http://schemas.openxmlformats.org/officeDocument/2006/relationships/tags" Target="../tags/tag1396.xml"/><Relationship Id="rId14" Type="http://schemas.openxmlformats.org/officeDocument/2006/relationships/tags" Target="../tags/tag1397.xml"/><Relationship Id="rId15" Type="http://schemas.openxmlformats.org/officeDocument/2006/relationships/tags" Target="../tags/tag1398.xml"/><Relationship Id="rId16" Type="http://schemas.openxmlformats.org/officeDocument/2006/relationships/tags" Target="../tags/tag1399.xml"/><Relationship Id="rId17" Type="http://schemas.openxmlformats.org/officeDocument/2006/relationships/tags" Target="../tags/tag1400.xml"/><Relationship Id="rId18" Type="http://schemas.openxmlformats.org/officeDocument/2006/relationships/tags" Target="../tags/tag1401.xml"/><Relationship Id="rId19" Type="http://schemas.openxmlformats.org/officeDocument/2006/relationships/tags" Target="../tags/tag1402.xml"/><Relationship Id="rId20" Type="http://schemas.openxmlformats.org/officeDocument/2006/relationships/tags" Target="../tags/tag1403.xml"/><Relationship Id="rId21" Type="http://schemas.openxmlformats.org/officeDocument/2006/relationships/image" Target="../media/image1.png"/><Relationship Id="rId22" Type="http://schemas.openxmlformats.org/officeDocument/2006/relationships/tags" Target="../tags/tag1404.xml"/><Relationship Id="rId23" Type="http://schemas.openxmlformats.org/officeDocument/2006/relationships/tags" Target="../tags/tag1405.xml"/><Relationship Id="rId24" Type="http://schemas.openxmlformats.org/officeDocument/2006/relationships/tags" Target="../tags/tag1406.xml"/><Relationship Id="rId25" Type="http://schemas.openxmlformats.org/officeDocument/2006/relationships/tags" Target="../tags/tag1407.xml"/><Relationship Id="rId26" Type="http://schemas.openxmlformats.org/officeDocument/2006/relationships/tags" Target="../tags/tag1408.xml"/><Relationship Id="rId27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t>课堂测试 · 第02章 信息系统规划与可行性分析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2026</a:t>
            </a:r>
            <a:r>
              <a:rPr lang="zh-CN" altLang="en-US"/>
              <a:t>秋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1219200" y="1264602"/>
            <a:ext cx="942848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1.【第02章·信息系统规划与可行性分析】信息系统建设的复杂性体现在多个维度。下列选项中，不属于信息系统建设‘技术复杂性’范畴的是？</a:t>
            </a: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438400" y="2863691"/>
            <a:ext cx="7117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计算机硬件与软件技术的快速演进与兼容性挑战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438400" y="3720941"/>
            <a:ext cx="7117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组织内不同部门间管理思想与制度惯例的差异性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438400" y="4578191"/>
            <a:ext cx="7777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人工智能算法在决策支持中的可解释性与可靠性问题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2438400" y="5435441"/>
            <a:ext cx="7777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多源异构数据采集、清洗与实时存储的技术集成难度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r>
              <a:t>2.【第02章·信息系统规划与可行性分析】系统方法在信息系统建设中的应用不包括（）</a:t>
            </a: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27857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 dirty="0">
                <a:sym typeface="+mn-ea"/>
              </a:rPr>
              <a:t>自由生命周期阶段与反复迭代相结合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2438400" y="364299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 dirty="0">
                <a:sym typeface="+mn-ea"/>
              </a:rPr>
              <a:t>还原论与整体论相结合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2438400" y="45002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 dirty="0">
                <a:sym typeface="+mn-ea"/>
              </a:rPr>
              <a:t>微观分析与宏观综合相结合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2438400" y="535749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 dirty="0">
                <a:sym typeface="+mn-ea"/>
              </a:rPr>
              <a:t>定性判断与定量计算相结合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1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1219200" y="1260792"/>
            <a:ext cx="9493886" cy="89154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3.【第02章·信息系统规划与可行性分析】信息系统规划质量与开发质量共同决定最终系统成效。下列哪种组合最可能导致‘混乱的系统’？</a:t>
            </a: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438400" y="2863691"/>
            <a:ext cx="326517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好的规划 + 好的开发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438400" y="3720941"/>
            <a:ext cx="326517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好的规划 + 差的开发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438400" y="4578191"/>
            <a:ext cx="326517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差的规划 + 好的开发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2438400" y="5435441"/>
            <a:ext cx="326517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差的规划 + 差的开发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r>
              <a:t>4.【第02章·信息系统规划与可行性分析】信息系统规划的技术与方法不包括（）</a:t>
            </a: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27857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战略目标集转移法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2438400" y="364299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企业系统规划法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2438400" y="45002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价值生命周期分析法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2438400" y="535749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关键成功因素法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1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1219200" y="1462723"/>
            <a:ext cx="975360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5.【第02章·信息系统规划与可行性分析】根据中国IT治理研究中心（2010）的定义，IT治理的根本目的是：</a:t>
            </a: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438400" y="2863691"/>
            <a:ext cx="410146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提升IT部门的技术研发能力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438400" y="3720941"/>
            <a:ext cx="7117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实现信息技术的商业价值，并支撑组织业务战略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438400" y="4578191"/>
            <a:ext cx="5466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降低企业信息化建设的硬件采购成本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2438400" y="5435441"/>
            <a:ext cx="572325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确保CIO在企业中拥有最高行政决策权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592311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6.【第02章·信息系统规划与可行性分析】信息系统生命周期()的正确阶段顺序是?____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4805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规划→需求→设计→实施→维护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4805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设计→规划→需求→实施→维护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4805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需求→实施→设计→规划→维护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4805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维护→规划→需求→设计→实施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SDLC 典型顺序为规划、需求(分析)、设计、实施、维护,规划是起点。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59421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7.【第02章·信息系统规划与可行性分析】战略规划方法中,"关键成功因素法"对应的英文缩写是?____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75311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SST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78232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BSP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76962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CSF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79311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MIS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69060"/>
            <a:ext cx="3331845" cy="17068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CSF(Critical Success Factors)关键成功因素法,自上而下识别少数关键目标;SST 为战略集合转化法,BSP 为企业系统规划法。</a:t>
            </a:r>
            <a:endParaRPr lang="en-US" altLang="en-US" sz="2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45070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8.【第02章·信息系统规划与可行性分析】下列可行性维度中,最常见的"核心四维"不包括?____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技术可行性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经济可行性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操作可行性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文化可行性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95650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常见核心四维为技术/经济/操作/法律可行性;"文化可行性"并非标准分类。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45070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9.【第02章·信息系统规划与可行性分析】系统转换策略中,新旧系统并行运行以降低风险的是?____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直接切换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并行转换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试点转换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分段转换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并行转换让新旧系统同时运行,便于比对与回退,风险最低但成本较高。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75360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10.【第02章·信息系统规划与可行性分析】项目范围无控制地扩大,称为?____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359156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范围蔓延 Scope Creep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范围基准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173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里程碑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关键路径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61360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Scope Creep 指范围在过程中无控制地膨胀,是规划阶段须用范围管理防范的风险。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45070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11.【第02章·信息系统规划与可行性分析】智能体项目立项时,数据合规问题主要属于哪类可行性?____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技术可行性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经济可行性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法律可行性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操作可行性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个人数据授权、素材版权、隐私保护属法律与合规可行性,是智能体项目的红线。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592311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12.【第02章·信息系统规划与可行性分析】最小可行智能体()的核心目的是?____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3154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一次性做全所有功能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422465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先验证核心假设,再逐步扩展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省去测试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直接上线收费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MVP 以最小成本验证可行性,避免在未经验证的复杂功能上过度投入。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45070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13.【第02章·信息系统规划与可行性分析】调用大模型或插件时,通常消耗的是?____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电竞积分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304546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平台积分(调用额度)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3154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人民币现金直接扣除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494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不消耗任何资源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82420"/>
            <a:ext cx="3154680" cy="128016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多数平台按调用消耗积分/额度,立项时须估算长期调用成本。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70153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14.【第02章·信息系统规划与可行性分析】智能体项目立项书通常应明确"做什么"与什么?____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3332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"不做什么"(范围边界)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用户生日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公司股价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天气情况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82420"/>
            <a:ext cx="3331845" cy="128016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范围管理须同时明确"做什么"与"不做什么",以防范范围蔓延。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37133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15.【第02章·信息系统规划与可行性分析】本课程以智能体重构 ISAD,强调各环节落到?____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2494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更长更全的文档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521525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可运行的智能体,而非仅停留在文档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纯理论考试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外包给厂商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30668"/>
            <a:ext cx="3159760" cy="138366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课程主线是用可运行的智能体重构规划—需求—设计—实施,让方法论"看得见、跑得通"。</a:t>
            </a:r>
            <a:endParaRPr lang="en-US" altLang="en-US" sz="2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68.xml><?xml version="1.0" encoding="utf-8"?>
<p:tagLst xmlns:p="http://schemas.openxmlformats.org/presentationml/2006/main">
  <p:tag name="RAINPROBLEM" val="ProblemBody"/>
</p:tagLst>
</file>

<file path=ppt/tags/tag169.xml><?xml version="1.0" encoding="utf-8"?>
<p:tagLst xmlns:p="http://schemas.openxmlformats.org/presentationml/2006/main">
  <p:tag name="RAINPROBLEM" val="ProblemItem"/>
</p:tagLst>
</file>

<file path=ppt/tags/tag17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71.xml><?xml version="1.0" encoding="utf-8"?>
<p:tagLst xmlns:p="http://schemas.openxmlformats.org/presentationml/2006/main">
  <p:tag name="RAINPROBLEM" val="ProblemItem"/>
</p:tagLst>
</file>

<file path=ppt/tags/tag17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73.xml><?xml version="1.0" encoding="utf-8"?>
<p:tagLst xmlns:p="http://schemas.openxmlformats.org/presentationml/2006/main">
  <p:tag name="RAINPROBLEM" val="ProblemItem"/>
</p:tagLst>
</file>

<file path=ppt/tags/tag17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75.xml><?xml version="1.0" encoding="utf-8"?>
<p:tagLst xmlns:p="http://schemas.openxmlformats.org/presentationml/2006/main">
  <p:tag name="RAINPROBLEM" val="ProblemItem"/>
</p:tagLst>
</file>

<file path=ppt/tags/tag17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77.xml><?xml version="1.0" encoding="utf-8"?>
<p:tagLst xmlns:p="http://schemas.openxmlformats.org/presentationml/2006/main">
  <p:tag name="RAINPROBLEM" val="ProblemSubmit"/>
  <p:tag name="RAINPROBLEMTYPE" val="MultipleChoice"/>
</p:tagLst>
</file>

<file path=ppt/tags/tag178.xml><?xml version="1.0" encoding="utf-8"?>
<p:tagLst xmlns:p="http://schemas.openxmlformats.org/presentationml/2006/main">
  <p:tag name="RAINPROBLEMTYPE" val="ProblemTypeMarker"/>
</p:tagLst>
</file>

<file path=ppt/tags/tag179.xml><?xml version="1.0" encoding="utf-8"?>
<p:tagLst xmlns:p="http://schemas.openxmlformats.org/presentationml/2006/main">
  <p:tag name="RAINPROBLEMTYPE" val="ProblemTypeMarker"/>
</p:tagLst>
</file>

<file path=ppt/tags/tag180.xml><?xml version="1.0" encoding="utf-8"?>
<p:tagLst xmlns:p="http://schemas.openxmlformats.org/presentationml/2006/main">
  <p:tag name="RAINPROBLEMTYPE" val="ProblemTypeMarker"/>
</p:tagLst>
</file>

<file path=ppt/tags/tag181.xml><?xml version="1.0" encoding="utf-8"?>
<p:tagLst xmlns:p="http://schemas.openxmlformats.org/presentationml/2006/main">
  <p:tag name="RAINPROBLEMTYPE" val="ProblemTypeMarker"/>
</p:tagLst>
</file>

<file path=ppt/tags/tag182.xml><?xml version="1.0" encoding="utf-8"?>
<p:tagLst xmlns:p="http://schemas.openxmlformats.org/presentationml/2006/main">
  <p:tag name="RAINPROBLEMTYPE" val="ProblemTypeMarker"/>
</p:tagLst>
</file>

<file path=ppt/tags/tag183.xml><?xml version="1.0" encoding="utf-8"?>
<p:tagLst xmlns:p="http://schemas.openxmlformats.org/presentationml/2006/main">
  <p:tag name="RAINPROBLEM" val="ProblemSetting"/>
  <p:tag name="RAINPROBLEMTYPE" val="MultipleChoice"/>
</p:tagLst>
</file>

<file path=ppt/tags/tag184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185.xml><?xml version="1.0" encoding="utf-8"?>
<p:tagLst xmlns:p="http://schemas.openxmlformats.org/presentationml/2006/main">
  <p:tag name="RAINPROBLEM" val="ProblemBody"/>
</p:tagLst>
</file>

<file path=ppt/tags/tag186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740.25}"/>
</p:tagLst>
</file>

<file path=ppt/tags/tag187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740.25}"/>
</p:tagLst>
</file>

<file path=ppt/tags/tag188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740.25}"/>
</p:tagLst>
</file>

<file path=ppt/tags/tag189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740.25}"/>
</p:tagLst>
</file>

<file path=ppt/tags/tag190.xml><?xml version="1.0" encoding="utf-8"?>
<p:tagLst xmlns:p="http://schemas.openxmlformats.org/presentationml/2006/main">
  <p:tag name="RAINPROBLEM" val="ProblemBullet"/>
  <p:tag name="RAINPROBLEMTYPE" val="MultipleChoice"/>
  <p:tag name="RAINBULLET" val="Correct"/>
  <p:tag name="KSO_WM_DIAGRAM_VIRTUALLY_FRAME" val="{&quot;height&quot;:253.1,&quot;left&quot;:123.75,&quot;top&quot;:219.35,&quot;width&quot;:740.25}"/>
</p:tagLst>
</file>

<file path=ppt/tags/tag191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253.1,&quot;left&quot;:123.75,&quot;top&quot;:219.35,&quot;width&quot;:740.25}"/>
</p:tagLst>
</file>

<file path=ppt/tags/tag192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253.1,&quot;left&quot;:123.75,&quot;top&quot;:219.35,&quot;width&quot;:740.25}"/>
</p:tagLst>
</file>

<file path=ppt/tags/tag193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253.1,&quot;left&quot;:123.75,&quot;top&quot;:219.35,&quot;width&quot;:740.25}"/>
</p:tagLst>
</file>

<file path=ppt/tags/tag194.xml><?xml version="1.0" encoding="utf-8"?>
<p:tagLst xmlns:p="http://schemas.openxmlformats.org/presentationml/2006/main">
  <p:tag name="RAINPROBLEM" val="ProblemSubmit"/>
  <p:tag name="RAINPROBLEMTYPE" val="MultipleChoice"/>
</p:tagLst>
</file>

<file path=ppt/tags/tag195.xml><?xml version="1.0" encoding="utf-8"?>
<p:tagLst xmlns:p="http://schemas.openxmlformats.org/presentationml/2006/main">
  <p:tag name="RAINPROBLEMTYPE" val="ProblemTypeMarker"/>
</p:tagLst>
</file>

<file path=ppt/tags/tag196.xml><?xml version="1.0" encoding="utf-8"?>
<p:tagLst xmlns:p="http://schemas.openxmlformats.org/presentationml/2006/main">
  <p:tag name="RAINPROBLEMTYPE" val="ProblemTypeMarker"/>
</p:tagLst>
</file>

<file path=ppt/tags/tag197.xml><?xml version="1.0" encoding="utf-8"?>
<p:tagLst xmlns:p="http://schemas.openxmlformats.org/presentationml/2006/main">
  <p:tag name="RAINPROBLEMTYPE" val="ProblemTypeMarker"/>
</p:tagLst>
</file>

<file path=ppt/tags/tag198.xml><?xml version="1.0" encoding="utf-8"?>
<p:tagLst xmlns:p="http://schemas.openxmlformats.org/presentationml/2006/main">
  <p:tag name="RAINPROBLEMTYPE" val="ProblemTypeMarker"/>
</p:tagLst>
</file>

<file path=ppt/tags/tag199.xml><?xml version="1.0" encoding="utf-8"?>
<p:tagLst xmlns:p="http://schemas.openxmlformats.org/presentationml/2006/main">
  <p:tag name="RAINPROBLEMTYPE" val="ProblemTypeMarker"/>
</p:tagLst>
</file>

<file path=ppt/tags/tag200.xml><?xml version="1.0" encoding="utf-8"?>
<p:tagLst xmlns:p="http://schemas.openxmlformats.org/presentationml/2006/main">
  <p:tag name="RAINPROBLEM" val="ProblemSetting"/>
  <p:tag name="RAINPROBLEMTYPE" val="MultipleChoice"/>
</p:tagLst>
</file>

<file path=ppt/tags/tag201.xml><?xml version="1.0" encoding="utf-8"?>
<p:tagLst xmlns:p="http://schemas.openxmlformats.org/presentationml/2006/main">
  <p:tag name="RAINPROBLEM" val="MultipleChoice"/>
  <p:tag name="PROBLEMSCORE" val="2.0"/>
</p:tagLst>
</file>

<file path=ppt/tags/tag236.xml><?xml version="1.0" encoding="utf-8"?>
<p:tagLst xmlns:p="http://schemas.openxmlformats.org/presentationml/2006/main">
  <p:tag name="RAINPROBLEM" val="ProblemBody"/>
</p:tagLst>
</file>

<file path=ppt/tags/tag237.xml><?xml version="1.0" encoding="utf-8"?>
<p:tagLst xmlns:p="http://schemas.openxmlformats.org/presentationml/2006/main">
  <p:tag name="RAINPROBLEM" val="ProblemItem"/>
</p:tagLst>
</file>

<file path=ppt/tags/tag23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39.xml><?xml version="1.0" encoding="utf-8"?>
<p:tagLst xmlns:p="http://schemas.openxmlformats.org/presentationml/2006/main">
  <p:tag name="RAINPROBLEM" val="ProblemItem"/>
</p:tagLst>
</file>

<file path=ppt/tags/tag24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41.xml><?xml version="1.0" encoding="utf-8"?>
<p:tagLst xmlns:p="http://schemas.openxmlformats.org/presentationml/2006/main">
  <p:tag name="RAINPROBLEM" val="ProblemItem"/>
</p:tagLst>
</file>

<file path=ppt/tags/tag24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43.xml><?xml version="1.0" encoding="utf-8"?>
<p:tagLst xmlns:p="http://schemas.openxmlformats.org/presentationml/2006/main">
  <p:tag name="RAINPROBLEM" val="ProblemItem"/>
</p:tagLst>
</file>

<file path=ppt/tags/tag24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45.xml><?xml version="1.0" encoding="utf-8"?>
<p:tagLst xmlns:p="http://schemas.openxmlformats.org/presentationml/2006/main">
  <p:tag name="RAINPROBLEM" val="ProblemSubmit"/>
  <p:tag name="RAINPROBLEMTYPE" val="MultipleChoice"/>
</p:tagLst>
</file>

<file path=ppt/tags/tag246.xml><?xml version="1.0" encoding="utf-8"?>
<p:tagLst xmlns:p="http://schemas.openxmlformats.org/presentationml/2006/main">
  <p:tag name="RAINPROBLEMTYPE" val="ProblemTypeMarker"/>
</p:tagLst>
</file>

<file path=ppt/tags/tag247.xml><?xml version="1.0" encoding="utf-8"?>
<p:tagLst xmlns:p="http://schemas.openxmlformats.org/presentationml/2006/main">
  <p:tag name="RAINPROBLEMTYPE" val="ProblemTypeMarker"/>
</p:tagLst>
</file>

<file path=ppt/tags/tag248.xml><?xml version="1.0" encoding="utf-8"?>
<p:tagLst xmlns:p="http://schemas.openxmlformats.org/presentationml/2006/main">
  <p:tag name="RAINPROBLEMTYPE" val="ProblemTypeMarker"/>
</p:tagLst>
</file>

<file path=ppt/tags/tag249.xml><?xml version="1.0" encoding="utf-8"?>
<p:tagLst xmlns:p="http://schemas.openxmlformats.org/presentationml/2006/main">
  <p:tag name="RAINPROBLEMTYPE" val="ProblemTypeMarker"/>
</p:tagLst>
</file>

<file path=ppt/tags/tag250.xml><?xml version="1.0" encoding="utf-8"?>
<p:tagLst xmlns:p="http://schemas.openxmlformats.org/presentationml/2006/main">
  <p:tag name="RAINPROBLEMTYPE" val="ProblemTypeMarker"/>
</p:tagLst>
</file>

<file path=ppt/tags/tag251.xml><?xml version="1.0" encoding="utf-8"?>
<p:tagLst xmlns:p="http://schemas.openxmlformats.org/presentationml/2006/main">
  <p:tag name="RAINPROBLEM" val="ProblemSetting"/>
  <p:tag name="RAINPROBLEMTYPE" val="MultipleChoice"/>
</p:tagLst>
</file>

<file path=ppt/tags/tag252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253.xml><?xml version="1.0" encoding="utf-8"?>
<p:tagLst xmlns:p="http://schemas.openxmlformats.org/presentationml/2006/main">
  <p:tag name="RAINPROBLEM" val="ProblemBody"/>
</p:tagLst>
</file>

<file path=ppt/tags/tag254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740.25}"/>
</p:tagLst>
</file>

<file path=ppt/tags/tag255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740.25}"/>
</p:tagLst>
</file>

<file path=ppt/tags/tag256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740.25}"/>
</p:tagLst>
</file>

<file path=ppt/tags/tag257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740.25}"/>
</p:tagLst>
</file>

<file path=ppt/tags/tag258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253.1,&quot;left&quot;:123.75,&quot;top&quot;:219.35,&quot;width&quot;:740.25}"/>
</p:tagLst>
</file>

<file path=ppt/tags/tag259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253.1,&quot;left&quot;:123.75,&quot;top&quot;:219.35,&quot;width&quot;:740.25}"/>
</p:tagLst>
</file>

<file path=ppt/tags/tag260.xml><?xml version="1.0" encoding="utf-8"?>
<p:tagLst xmlns:p="http://schemas.openxmlformats.org/presentationml/2006/main">
  <p:tag name="RAINPROBLEM" val="ProblemBullet"/>
  <p:tag name="RAINPROBLEMTYPE" val="MultipleChoice"/>
  <p:tag name="RAINBULLET" val="Correct"/>
  <p:tag name="KSO_WM_DIAGRAM_VIRTUALLY_FRAME" val="{&quot;height&quot;:253.1,&quot;left&quot;:123.75,&quot;top&quot;:219.35,&quot;width&quot;:740.25}"/>
</p:tagLst>
</file>

<file path=ppt/tags/tag261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253.1,&quot;left&quot;:123.75,&quot;top&quot;:219.35,&quot;width&quot;:740.25}"/>
</p:tagLst>
</file>

<file path=ppt/tags/tag262.xml><?xml version="1.0" encoding="utf-8"?>
<p:tagLst xmlns:p="http://schemas.openxmlformats.org/presentationml/2006/main">
  <p:tag name="RAINPROBLEM" val="ProblemSubmit"/>
  <p:tag name="RAINPROBLEMTYPE" val="MultipleChoice"/>
</p:tagLst>
</file>

<file path=ppt/tags/tag263.xml><?xml version="1.0" encoding="utf-8"?>
<p:tagLst xmlns:p="http://schemas.openxmlformats.org/presentationml/2006/main">
  <p:tag name="RAINPROBLEMTYPE" val="ProblemTypeMarker"/>
</p:tagLst>
</file>

<file path=ppt/tags/tag264.xml><?xml version="1.0" encoding="utf-8"?>
<p:tagLst xmlns:p="http://schemas.openxmlformats.org/presentationml/2006/main">
  <p:tag name="RAINPROBLEMTYPE" val="ProblemTypeMarker"/>
</p:tagLst>
</file>

<file path=ppt/tags/tag265.xml><?xml version="1.0" encoding="utf-8"?>
<p:tagLst xmlns:p="http://schemas.openxmlformats.org/presentationml/2006/main">
  <p:tag name="RAINPROBLEMTYPE" val="ProblemTypeMarker"/>
</p:tagLst>
</file>

<file path=ppt/tags/tag266.xml><?xml version="1.0" encoding="utf-8"?>
<p:tagLst xmlns:p="http://schemas.openxmlformats.org/presentationml/2006/main">
  <p:tag name="RAINPROBLEMTYPE" val="ProblemTypeMarker"/>
</p:tagLst>
</file>

<file path=ppt/tags/tag267.xml><?xml version="1.0" encoding="utf-8"?>
<p:tagLst xmlns:p="http://schemas.openxmlformats.org/presentationml/2006/main">
  <p:tag name="RAINPROBLEMTYPE" val="ProblemTypeMarker"/>
</p:tagLst>
</file>

<file path=ppt/tags/tag268.xml><?xml version="1.0" encoding="utf-8"?>
<p:tagLst xmlns:p="http://schemas.openxmlformats.org/presentationml/2006/main">
  <p:tag name="RAINPROBLEM" val="ProblemSetting"/>
  <p:tag name="RAINPROBLEMTYPE" val="MultipleChoice"/>
</p:tagLst>
</file>

<file path=ppt/tags/tag269.xml><?xml version="1.0" encoding="utf-8"?>
<p:tagLst xmlns:p="http://schemas.openxmlformats.org/presentationml/2006/main">
  <p:tag name="RAINPROBLEM" val="MultipleChoice"/>
  <p:tag name="PROBLEMSCORE" val="1.0"/>
</p:tagLst>
</file>

<file path=ppt/tags/tag270.xml><?xml version="1.0" encoding="utf-8"?>
<p:tagLst xmlns:p="http://schemas.openxmlformats.org/presentationml/2006/main">
  <p:tag name="RAINPROBLEM" val="ProblemBody"/>
</p:tagLst>
</file>

<file path=ppt/tags/tag271.xml><?xml version="1.0" encoding="utf-8"?>
<p:tagLst xmlns:p="http://schemas.openxmlformats.org/presentationml/2006/main">
  <p:tag name="RAINPROBLEM" val="ProblemItem"/>
</p:tagLst>
</file>

<file path=ppt/tags/tag27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73.xml><?xml version="1.0" encoding="utf-8"?>
<p:tagLst xmlns:p="http://schemas.openxmlformats.org/presentationml/2006/main">
  <p:tag name="RAINPROBLEM" val="ProblemItem"/>
</p:tagLst>
</file>

<file path=ppt/tags/tag27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75.xml><?xml version="1.0" encoding="utf-8"?>
<p:tagLst xmlns:p="http://schemas.openxmlformats.org/presentationml/2006/main">
  <p:tag name="RAINPROBLEM" val="ProblemItem"/>
</p:tagLst>
</file>

<file path=ppt/tags/tag27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77.xml><?xml version="1.0" encoding="utf-8"?>
<p:tagLst xmlns:p="http://schemas.openxmlformats.org/presentationml/2006/main">
  <p:tag name="RAINPROBLEM" val="ProblemItem"/>
</p:tagLst>
</file>

<file path=ppt/tags/tag27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79.xml><?xml version="1.0" encoding="utf-8"?>
<p:tagLst xmlns:p="http://schemas.openxmlformats.org/presentationml/2006/main">
  <p:tag name="RAINPROBLEM" val="ProblemSubmit"/>
  <p:tag name="RAINPROBLEMTYPE" val="MultipleChoice"/>
</p:tagLst>
</file>

<file path=ppt/tags/tag280.xml><?xml version="1.0" encoding="utf-8"?>
<p:tagLst xmlns:p="http://schemas.openxmlformats.org/presentationml/2006/main">
  <p:tag name="RAINPROBLEMTYPE" val="ProblemTypeMarker"/>
</p:tagLst>
</file>

<file path=ppt/tags/tag281.xml><?xml version="1.0" encoding="utf-8"?>
<p:tagLst xmlns:p="http://schemas.openxmlformats.org/presentationml/2006/main">
  <p:tag name="RAINPROBLEMTYPE" val="ProblemTypeMarker"/>
</p:tagLst>
</file>

<file path=ppt/tags/tag282.xml><?xml version="1.0" encoding="utf-8"?>
<p:tagLst xmlns:p="http://schemas.openxmlformats.org/presentationml/2006/main">
  <p:tag name="RAINPROBLEMTYPE" val="ProblemTypeMarker"/>
</p:tagLst>
</file>

<file path=ppt/tags/tag283.xml><?xml version="1.0" encoding="utf-8"?>
<p:tagLst xmlns:p="http://schemas.openxmlformats.org/presentationml/2006/main">
  <p:tag name="RAINPROBLEMTYPE" val="ProblemTypeMarker"/>
</p:tagLst>
</file>

<file path=ppt/tags/tag284.xml><?xml version="1.0" encoding="utf-8"?>
<p:tagLst xmlns:p="http://schemas.openxmlformats.org/presentationml/2006/main">
  <p:tag name="RAINPROBLEMTYPE" val="ProblemTypeMarker"/>
</p:tagLst>
</file>

<file path=ppt/tags/tag285.xml><?xml version="1.0" encoding="utf-8"?>
<p:tagLst xmlns:p="http://schemas.openxmlformats.org/presentationml/2006/main">
  <p:tag name="RAINPROBLEM" val="ProblemSetting"/>
  <p:tag name="RAINPROBLEMTYPE" val="MultipleChoice"/>
</p:tagLst>
</file>

<file path=ppt/tags/tag286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1159.xml><?xml version="1.0" encoding="utf-8"?>
<p:tagLst xmlns:p="http://schemas.openxmlformats.org/presentationml/2006/main">
  <p:tag name="RAINPROBLEM" val="ProblemRemarkBoard"/>
</p:tagLst>
</file>

<file path=ppt/tags/tag1160.xml><?xml version="1.0" encoding="utf-8"?>
<p:tagLst xmlns:p="http://schemas.openxmlformats.org/presentationml/2006/main">
  <p:tag name="RAINPROBLEMTYPE" val="ProblemTypeMarker"/>
</p:tagLst>
</file>

<file path=ppt/tags/tag1161.xml><?xml version="1.0" encoding="utf-8"?>
<p:tagLst xmlns:p="http://schemas.openxmlformats.org/presentationml/2006/main">
  <p:tag name="RAINPROBLEMTYPE" val="ProblemTypeMarker"/>
</p:tagLst>
</file>

<file path=ppt/tags/tag1162.xml><?xml version="1.0" encoding="utf-8"?>
<p:tagLst xmlns:p="http://schemas.openxmlformats.org/presentationml/2006/main">
  <p:tag name="RAINPROBLEMTYPE" val="ProblemTypeMarker"/>
</p:tagLst>
</file>

<file path=ppt/tags/tag1163.xml><?xml version="1.0" encoding="utf-8"?>
<p:tagLst xmlns:p="http://schemas.openxmlformats.org/presentationml/2006/main">
  <p:tag name="RAINPROBLEMTYPE" val="ProblemTypeMarker"/>
</p:tagLst>
</file>

<file path=ppt/tags/tag1164.xml><?xml version="1.0" encoding="utf-8"?>
<p:tagLst xmlns:p="http://schemas.openxmlformats.org/presentationml/2006/main">
  <p:tag name="RAINPROBLEMTYPE" val="ProblemTypeMarker"/>
</p:tagLst>
</file>

<file path=ppt/tags/tag1165.xml><?xml version="1.0" encoding="utf-8"?>
<p:tagLst xmlns:p="http://schemas.openxmlformats.org/presentationml/2006/main">
  <p:tag name="RAINPROBLEM" val="ProblemBody"/>
</p:tagLst>
</file>

<file path=ppt/tags/tag1166.xml><?xml version="1.0" encoding="utf-8"?>
<p:tagLst xmlns:p="http://schemas.openxmlformats.org/presentationml/2006/main">
  <p:tag name="RAINPROBLEM" val="ProblemItem"/>
</p:tagLst>
</file>

<file path=ppt/tags/tag1167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1168.xml><?xml version="1.0" encoding="utf-8"?>
<p:tagLst xmlns:p="http://schemas.openxmlformats.org/presentationml/2006/main">
  <p:tag name="RAINPROBLEM" val="ProblemItem"/>
</p:tagLst>
</file>

<file path=ppt/tags/tag1169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1170.xml><?xml version="1.0" encoding="utf-8"?>
<p:tagLst xmlns:p="http://schemas.openxmlformats.org/presentationml/2006/main">
  <p:tag name="RAINPROBLEM" val="ProblemItem"/>
</p:tagLst>
</file>

<file path=ppt/tags/tag1171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1172.xml><?xml version="1.0" encoding="utf-8"?>
<p:tagLst xmlns:p="http://schemas.openxmlformats.org/presentationml/2006/main">
  <p:tag name="RAINPROBLEM" val="ProblemItem"/>
</p:tagLst>
</file>

<file path=ppt/tags/tag1173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1174.xml><?xml version="1.0" encoding="utf-8"?>
<p:tagLst xmlns:p="http://schemas.openxmlformats.org/presentationml/2006/main">
  <p:tag name="PROBLEMREMARKTITLE" val="ProblemRemarkBoardTitle"/>
</p:tagLst>
</file>

<file path=ppt/tags/tag1175.xml><?xml version="1.0" encoding="utf-8"?>
<p:tagLst xmlns:p="http://schemas.openxmlformats.org/presentationml/2006/main">
  <p:tag name="PROBLEMREMARKTITLE" val="ProblemRemarkBoardTitle"/>
</p:tagLst>
</file>

<file path=ppt/tags/tag1176.xml><?xml version="1.0" encoding="utf-8"?>
<p:tagLst xmlns:p="http://schemas.openxmlformats.org/presentationml/2006/main">
  <p:tag name="PROBLEMREMARKTITLE" val="ProblemRemarkBoardTitle"/>
</p:tagLst>
</file>

<file path=ppt/tags/tag1177.xml><?xml version="1.0" encoding="utf-8"?>
<p:tagLst xmlns:p="http://schemas.openxmlformats.org/presentationml/2006/main">
  <p:tag name="PROBLEMREMARKTITLE" val="ProblemRemarkBoardTitle"/>
</p:tagLst>
</file>

<file path=ppt/tags/tag1178.xml><?xml version="1.0" encoding="utf-8"?>
<p:tagLst xmlns:p="http://schemas.openxmlformats.org/presentationml/2006/main">
  <p:tag name="RAINPROBLEM" val="ProblemSetting"/>
  <p:tag name="RAINPROBLEMTYPE" val="MultipleChoiceMA"/>
</p:tagLst>
</file>

<file path=ppt/tags/tag1179.xml><?xml version="1.0" encoding="utf-8"?>
<p:tagLst xmlns:p="http://schemas.openxmlformats.org/presentationml/2006/main">
  <p:tag name="PROBLEMREMARKTITLE" val="ProblemRemarkBoardTip"/>
</p:tagLst>
</file>

<file path=ppt/tags/tag1180.xml><?xml version="1.0" encoding="utf-8"?>
<p:tagLst xmlns:p="http://schemas.openxmlformats.org/presentationml/2006/main">
  <p:tag name="RAINPROBLEM" val="ProblemRemark"/>
</p:tagLst>
</file>

<file path=ppt/tags/tag1181.xml><?xml version="1.0" encoding="utf-8"?>
<p:tagLst xmlns:p="http://schemas.openxmlformats.org/presentationml/2006/main">
  <p:tag name="RAINPROBLEM" val="ProblemRemark"/>
</p:tagLst>
</file>

<file path=ppt/tags/tag1182.xml><?xml version="1.0" encoding="utf-8"?>
<p:tagLst xmlns:p="http://schemas.openxmlformats.org/presentationml/2006/main">
  <p:tag name="RAINPROBLEM" val="ProblemSubmit"/>
  <p:tag name="RAINPROBLEMTYPE" val="MultipleChoiceMA"/>
</p:tagLst>
</file>

<file path=ppt/tags/tag1183.xml><?xml version="1.0" encoding="utf-8"?>
<p:tagLst xmlns:p="http://schemas.openxmlformats.org/presentationml/2006/main">
  <p:tag name="RAINPROBLEM" val="MultipleChoiceMA"/>
  <p:tag name="PROBLEMHASREMARK" val="True"/>
</p:tagLst>
</file>

<file path=ppt/tags/tag1184.xml><?xml version="1.0" encoding="utf-8"?>
<p:tagLst xmlns:p="http://schemas.openxmlformats.org/presentationml/2006/main">
  <p:tag name="RAINPROBLEM" val="ProblemRemarkBoard"/>
</p:tagLst>
</file>

<file path=ppt/tags/tag1185.xml><?xml version="1.0" encoding="utf-8"?>
<p:tagLst xmlns:p="http://schemas.openxmlformats.org/presentationml/2006/main">
  <p:tag name="RAINPROBLEMTYPE" val="ProblemTypeMarker"/>
</p:tagLst>
</file>

<file path=ppt/tags/tag1186.xml><?xml version="1.0" encoding="utf-8"?>
<p:tagLst xmlns:p="http://schemas.openxmlformats.org/presentationml/2006/main">
  <p:tag name="RAINPROBLEMTYPE" val="ProblemTypeMarker"/>
</p:tagLst>
</file>

<file path=ppt/tags/tag1187.xml><?xml version="1.0" encoding="utf-8"?>
<p:tagLst xmlns:p="http://schemas.openxmlformats.org/presentationml/2006/main">
  <p:tag name="RAINPROBLEMTYPE" val="ProblemTypeMarker"/>
</p:tagLst>
</file>

<file path=ppt/tags/tag1188.xml><?xml version="1.0" encoding="utf-8"?>
<p:tagLst xmlns:p="http://schemas.openxmlformats.org/presentationml/2006/main">
  <p:tag name="RAINPROBLEMTYPE" val="ProblemTypeMarker"/>
</p:tagLst>
</file>

<file path=ppt/tags/tag1189.xml><?xml version="1.0" encoding="utf-8"?>
<p:tagLst xmlns:p="http://schemas.openxmlformats.org/presentationml/2006/main">
  <p:tag name="RAINPROBLEMTYPE" val="ProblemTypeMarker"/>
</p:tagLst>
</file>

<file path=ppt/tags/tag1190.xml><?xml version="1.0" encoding="utf-8"?>
<p:tagLst xmlns:p="http://schemas.openxmlformats.org/presentationml/2006/main">
  <p:tag name="RAINPROBLEM" val="ProblemBody"/>
</p:tagLst>
</file>

<file path=ppt/tags/tag1191.xml><?xml version="1.0" encoding="utf-8"?>
<p:tagLst xmlns:p="http://schemas.openxmlformats.org/presentationml/2006/main">
  <p:tag name="RAINPROBLEM" val="ProblemItem"/>
</p:tagLst>
</file>

<file path=ppt/tags/tag119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193.xml><?xml version="1.0" encoding="utf-8"?>
<p:tagLst xmlns:p="http://schemas.openxmlformats.org/presentationml/2006/main">
  <p:tag name="RAINPROBLEM" val="ProblemItem"/>
</p:tagLst>
</file>

<file path=ppt/tags/tag119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195.xml><?xml version="1.0" encoding="utf-8"?>
<p:tagLst xmlns:p="http://schemas.openxmlformats.org/presentationml/2006/main">
  <p:tag name="RAINPROBLEM" val="ProblemItem"/>
</p:tagLst>
</file>

<file path=ppt/tags/tag1196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197.xml><?xml version="1.0" encoding="utf-8"?>
<p:tagLst xmlns:p="http://schemas.openxmlformats.org/presentationml/2006/main">
  <p:tag name="RAINPROBLEM" val="ProblemItem"/>
</p:tagLst>
</file>

<file path=ppt/tags/tag119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199.xml><?xml version="1.0" encoding="utf-8"?>
<p:tagLst xmlns:p="http://schemas.openxmlformats.org/presentationml/2006/main">
  <p:tag name="PROBLEMREMARKTITLE" val="ProblemRemarkBoardTitle"/>
</p:tagLst>
</file>

<file path=ppt/tags/tag1200.xml><?xml version="1.0" encoding="utf-8"?>
<p:tagLst xmlns:p="http://schemas.openxmlformats.org/presentationml/2006/main">
  <p:tag name="PROBLEMREMARKTITLE" val="ProblemRemarkBoardTitle"/>
</p:tagLst>
</file>

<file path=ppt/tags/tag1201.xml><?xml version="1.0" encoding="utf-8"?>
<p:tagLst xmlns:p="http://schemas.openxmlformats.org/presentationml/2006/main">
  <p:tag name="PROBLEMREMARKTITLE" val="ProblemRemarkBoardTitle"/>
</p:tagLst>
</file>

<file path=ppt/tags/tag1202.xml><?xml version="1.0" encoding="utf-8"?>
<p:tagLst xmlns:p="http://schemas.openxmlformats.org/presentationml/2006/main">
  <p:tag name="PROBLEMREMARKTITLE" val="ProblemRemarkBoardTitle"/>
</p:tagLst>
</file>

<file path=ppt/tags/tag1203.xml><?xml version="1.0" encoding="utf-8"?>
<p:tagLst xmlns:p="http://schemas.openxmlformats.org/presentationml/2006/main">
  <p:tag name="RAINPROBLEM" val="ProblemSetting"/>
  <p:tag name="RAINPROBLEMTYPE" val="MultipleChoice"/>
</p:tagLst>
</file>

<file path=ppt/tags/tag1204.xml><?xml version="1.0" encoding="utf-8"?>
<p:tagLst xmlns:p="http://schemas.openxmlformats.org/presentationml/2006/main">
  <p:tag name="PROBLEMREMARKTITLE" val="ProblemRemarkBoardTip"/>
</p:tagLst>
</file>

<file path=ppt/tags/tag1205.xml><?xml version="1.0" encoding="utf-8"?>
<p:tagLst xmlns:p="http://schemas.openxmlformats.org/presentationml/2006/main">
  <p:tag name="RAINPROBLEM" val="ProblemRemark"/>
</p:tagLst>
</file>

<file path=ppt/tags/tag1206.xml><?xml version="1.0" encoding="utf-8"?>
<p:tagLst xmlns:p="http://schemas.openxmlformats.org/presentationml/2006/main">
  <p:tag name="RAINPROBLEM" val="ProblemRemark"/>
</p:tagLst>
</file>

<file path=ppt/tags/tag1207.xml><?xml version="1.0" encoding="utf-8"?>
<p:tagLst xmlns:p="http://schemas.openxmlformats.org/presentationml/2006/main">
  <p:tag name="RAINPROBLEM" val="ProblemSubmit"/>
  <p:tag name="RAINPROBLEMTYPE" val="MultipleChoice"/>
</p:tagLst>
</file>

<file path=ppt/tags/tag1208.xml><?xml version="1.0" encoding="utf-8"?>
<p:tagLst xmlns:p="http://schemas.openxmlformats.org/presentationml/2006/main">
  <p:tag name="RAINPROBLEM" val="MultipleChoice"/>
  <p:tag name="PROBLEMHASREMARK" val="True"/>
</p:tagLst>
</file>

<file path=ppt/tags/tag1209.xml><?xml version="1.0" encoding="utf-8"?>
<p:tagLst xmlns:p="http://schemas.openxmlformats.org/presentationml/2006/main">
  <p:tag name="RAINPROBLEM" val="ProblemRemarkBoard"/>
</p:tagLst>
</file>

<file path=ppt/tags/tag1210.xml><?xml version="1.0" encoding="utf-8"?>
<p:tagLst xmlns:p="http://schemas.openxmlformats.org/presentationml/2006/main">
  <p:tag name="RAINPROBLEMTYPE" val="ProblemTypeMarker"/>
</p:tagLst>
</file>

<file path=ppt/tags/tag1211.xml><?xml version="1.0" encoding="utf-8"?>
<p:tagLst xmlns:p="http://schemas.openxmlformats.org/presentationml/2006/main">
  <p:tag name="RAINPROBLEMTYPE" val="ProblemTypeMarker"/>
</p:tagLst>
</file>

<file path=ppt/tags/tag1212.xml><?xml version="1.0" encoding="utf-8"?>
<p:tagLst xmlns:p="http://schemas.openxmlformats.org/presentationml/2006/main">
  <p:tag name="RAINPROBLEMTYPE" val="ProblemTypeMarker"/>
</p:tagLst>
</file>

<file path=ppt/tags/tag1213.xml><?xml version="1.0" encoding="utf-8"?>
<p:tagLst xmlns:p="http://schemas.openxmlformats.org/presentationml/2006/main">
  <p:tag name="RAINPROBLEMTYPE" val="ProblemTypeMarker"/>
</p:tagLst>
</file>

<file path=ppt/tags/tag1214.xml><?xml version="1.0" encoding="utf-8"?>
<p:tagLst xmlns:p="http://schemas.openxmlformats.org/presentationml/2006/main">
  <p:tag name="RAINPROBLEMTYPE" val="ProblemTypeMarker"/>
</p:tagLst>
</file>

<file path=ppt/tags/tag1215.xml><?xml version="1.0" encoding="utf-8"?>
<p:tagLst xmlns:p="http://schemas.openxmlformats.org/presentationml/2006/main">
  <p:tag name="RAINPROBLEM" val="ProblemBody"/>
</p:tagLst>
</file>

<file path=ppt/tags/tag1216.xml><?xml version="1.0" encoding="utf-8"?>
<p:tagLst xmlns:p="http://schemas.openxmlformats.org/presentationml/2006/main">
  <p:tag name="RAINPROBLEM" val="ProblemItem"/>
</p:tagLst>
</file>

<file path=ppt/tags/tag121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18.xml><?xml version="1.0" encoding="utf-8"?>
<p:tagLst xmlns:p="http://schemas.openxmlformats.org/presentationml/2006/main">
  <p:tag name="RAINPROBLEM" val="ProblemItem"/>
</p:tagLst>
</file>

<file path=ppt/tags/tag121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20.xml><?xml version="1.0" encoding="utf-8"?>
<p:tagLst xmlns:p="http://schemas.openxmlformats.org/presentationml/2006/main">
  <p:tag name="RAINPROBLEM" val="ProblemItem"/>
</p:tagLst>
</file>

<file path=ppt/tags/tag12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22.xml><?xml version="1.0" encoding="utf-8"?>
<p:tagLst xmlns:p="http://schemas.openxmlformats.org/presentationml/2006/main">
  <p:tag name="RAINPROBLEM" val="ProblemItem"/>
</p:tagLst>
</file>

<file path=ppt/tags/tag1223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224.xml><?xml version="1.0" encoding="utf-8"?>
<p:tagLst xmlns:p="http://schemas.openxmlformats.org/presentationml/2006/main">
  <p:tag name="PROBLEMREMARKTITLE" val="ProblemRemarkBoardTitle"/>
</p:tagLst>
</file>

<file path=ppt/tags/tag1225.xml><?xml version="1.0" encoding="utf-8"?>
<p:tagLst xmlns:p="http://schemas.openxmlformats.org/presentationml/2006/main">
  <p:tag name="PROBLEMREMARKTITLE" val="ProblemRemarkBoardTitle"/>
</p:tagLst>
</file>

<file path=ppt/tags/tag1226.xml><?xml version="1.0" encoding="utf-8"?>
<p:tagLst xmlns:p="http://schemas.openxmlformats.org/presentationml/2006/main">
  <p:tag name="PROBLEMREMARKTITLE" val="ProblemRemarkBoardTitle"/>
</p:tagLst>
</file>

<file path=ppt/tags/tag1227.xml><?xml version="1.0" encoding="utf-8"?>
<p:tagLst xmlns:p="http://schemas.openxmlformats.org/presentationml/2006/main">
  <p:tag name="PROBLEMREMARKTITLE" val="ProblemRemarkBoardTitle"/>
</p:tagLst>
</file>

<file path=ppt/tags/tag1228.xml><?xml version="1.0" encoding="utf-8"?>
<p:tagLst xmlns:p="http://schemas.openxmlformats.org/presentationml/2006/main">
  <p:tag name="RAINPROBLEM" val="ProblemSetting"/>
  <p:tag name="RAINPROBLEMTYPE" val="MultipleChoice"/>
</p:tagLst>
</file>

<file path=ppt/tags/tag1229.xml><?xml version="1.0" encoding="utf-8"?>
<p:tagLst xmlns:p="http://schemas.openxmlformats.org/presentationml/2006/main">
  <p:tag name="PROBLEMREMARKTITLE" val="ProblemRemarkBoardTip"/>
</p:tagLst>
</file>

<file path=ppt/tags/tag1230.xml><?xml version="1.0" encoding="utf-8"?>
<p:tagLst xmlns:p="http://schemas.openxmlformats.org/presentationml/2006/main">
  <p:tag name="RAINPROBLEM" val="ProblemRemark"/>
</p:tagLst>
</file>

<file path=ppt/tags/tag1231.xml><?xml version="1.0" encoding="utf-8"?>
<p:tagLst xmlns:p="http://schemas.openxmlformats.org/presentationml/2006/main">
  <p:tag name="RAINPROBLEM" val="ProblemRemark"/>
</p:tagLst>
</file>

<file path=ppt/tags/tag1232.xml><?xml version="1.0" encoding="utf-8"?>
<p:tagLst xmlns:p="http://schemas.openxmlformats.org/presentationml/2006/main">
  <p:tag name="RAINPROBLEM" val="ProblemSubmit"/>
  <p:tag name="RAINPROBLEMTYPE" val="MultipleChoice"/>
</p:tagLst>
</file>

<file path=ppt/tags/tag1233.xml><?xml version="1.0" encoding="utf-8"?>
<p:tagLst xmlns:p="http://schemas.openxmlformats.org/presentationml/2006/main">
  <p:tag name="RAINPROBLEM" val="MultipleChoice"/>
  <p:tag name="PROBLEMHASREMARK" val="True"/>
</p:tagLst>
</file>

<file path=ppt/tags/tag1234.xml><?xml version="1.0" encoding="utf-8"?>
<p:tagLst xmlns:p="http://schemas.openxmlformats.org/presentationml/2006/main">
  <p:tag name="RAINPROBLEM" val="ProblemRemarkBoard"/>
</p:tagLst>
</file>

<file path=ppt/tags/tag1235.xml><?xml version="1.0" encoding="utf-8"?>
<p:tagLst xmlns:p="http://schemas.openxmlformats.org/presentationml/2006/main">
  <p:tag name="RAINPROBLEMTYPE" val="ProblemTypeMarker"/>
</p:tagLst>
</file>

<file path=ppt/tags/tag1236.xml><?xml version="1.0" encoding="utf-8"?>
<p:tagLst xmlns:p="http://schemas.openxmlformats.org/presentationml/2006/main">
  <p:tag name="RAINPROBLEMTYPE" val="ProblemTypeMarker"/>
</p:tagLst>
</file>

<file path=ppt/tags/tag1237.xml><?xml version="1.0" encoding="utf-8"?>
<p:tagLst xmlns:p="http://schemas.openxmlformats.org/presentationml/2006/main">
  <p:tag name="RAINPROBLEMTYPE" val="ProblemTypeMarker"/>
</p:tagLst>
</file>

<file path=ppt/tags/tag1238.xml><?xml version="1.0" encoding="utf-8"?>
<p:tagLst xmlns:p="http://schemas.openxmlformats.org/presentationml/2006/main">
  <p:tag name="RAINPROBLEMTYPE" val="ProblemTypeMarker"/>
</p:tagLst>
</file>

<file path=ppt/tags/tag1239.xml><?xml version="1.0" encoding="utf-8"?>
<p:tagLst xmlns:p="http://schemas.openxmlformats.org/presentationml/2006/main">
  <p:tag name="RAINPROBLEMTYPE" val="ProblemTypeMarker"/>
</p:tagLst>
</file>

<file path=ppt/tags/tag1240.xml><?xml version="1.0" encoding="utf-8"?>
<p:tagLst xmlns:p="http://schemas.openxmlformats.org/presentationml/2006/main">
  <p:tag name="RAINPROBLEM" val="ProblemBody"/>
</p:tagLst>
</file>

<file path=ppt/tags/tag1241.xml><?xml version="1.0" encoding="utf-8"?>
<p:tagLst xmlns:p="http://schemas.openxmlformats.org/presentationml/2006/main">
  <p:tag name="RAINPROBLEM" val="ProblemItem"/>
</p:tagLst>
</file>

<file path=ppt/tags/tag124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43.xml><?xml version="1.0" encoding="utf-8"?>
<p:tagLst xmlns:p="http://schemas.openxmlformats.org/presentationml/2006/main">
  <p:tag name="RAINPROBLEM" val="ProblemItem"/>
</p:tagLst>
</file>

<file path=ppt/tags/tag124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245.xml><?xml version="1.0" encoding="utf-8"?>
<p:tagLst xmlns:p="http://schemas.openxmlformats.org/presentationml/2006/main">
  <p:tag name="RAINPROBLEM" val="ProblemItem"/>
</p:tagLst>
</file>

<file path=ppt/tags/tag124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47.xml><?xml version="1.0" encoding="utf-8"?>
<p:tagLst xmlns:p="http://schemas.openxmlformats.org/presentationml/2006/main">
  <p:tag name="RAINPROBLEM" val="ProblemItem"/>
</p:tagLst>
</file>

<file path=ppt/tags/tag124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49.xml><?xml version="1.0" encoding="utf-8"?>
<p:tagLst xmlns:p="http://schemas.openxmlformats.org/presentationml/2006/main">
  <p:tag name="PROBLEMREMARKTITLE" val="ProblemRemarkBoardTitle"/>
</p:tagLst>
</file>

<file path=ppt/tags/tag1250.xml><?xml version="1.0" encoding="utf-8"?>
<p:tagLst xmlns:p="http://schemas.openxmlformats.org/presentationml/2006/main">
  <p:tag name="PROBLEMREMARKTITLE" val="ProblemRemarkBoardTitle"/>
</p:tagLst>
</file>

<file path=ppt/tags/tag1251.xml><?xml version="1.0" encoding="utf-8"?>
<p:tagLst xmlns:p="http://schemas.openxmlformats.org/presentationml/2006/main">
  <p:tag name="PROBLEMREMARKTITLE" val="ProblemRemarkBoardTitle"/>
</p:tagLst>
</file>

<file path=ppt/tags/tag1252.xml><?xml version="1.0" encoding="utf-8"?>
<p:tagLst xmlns:p="http://schemas.openxmlformats.org/presentationml/2006/main">
  <p:tag name="PROBLEMREMARKTITLE" val="ProblemRemarkBoardTitle"/>
</p:tagLst>
</file>

<file path=ppt/tags/tag1253.xml><?xml version="1.0" encoding="utf-8"?>
<p:tagLst xmlns:p="http://schemas.openxmlformats.org/presentationml/2006/main">
  <p:tag name="RAINPROBLEM" val="ProblemSetting"/>
  <p:tag name="RAINPROBLEMTYPE" val="MultipleChoice"/>
</p:tagLst>
</file>

<file path=ppt/tags/tag1254.xml><?xml version="1.0" encoding="utf-8"?>
<p:tagLst xmlns:p="http://schemas.openxmlformats.org/presentationml/2006/main">
  <p:tag name="PROBLEMREMARKTITLE" val="ProblemRemarkBoardTip"/>
</p:tagLst>
</file>

<file path=ppt/tags/tag1255.xml><?xml version="1.0" encoding="utf-8"?>
<p:tagLst xmlns:p="http://schemas.openxmlformats.org/presentationml/2006/main">
  <p:tag name="RAINPROBLEM" val="ProblemRemark"/>
</p:tagLst>
</file>

<file path=ppt/tags/tag1256.xml><?xml version="1.0" encoding="utf-8"?>
<p:tagLst xmlns:p="http://schemas.openxmlformats.org/presentationml/2006/main">
  <p:tag name="RAINPROBLEM" val="ProblemRemark"/>
</p:tagLst>
</file>

<file path=ppt/tags/tag1257.xml><?xml version="1.0" encoding="utf-8"?>
<p:tagLst xmlns:p="http://schemas.openxmlformats.org/presentationml/2006/main">
  <p:tag name="RAINPROBLEM" val="ProblemSubmit"/>
  <p:tag name="RAINPROBLEMTYPE" val="MultipleChoice"/>
</p:tagLst>
</file>

<file path=ppt/tags/tag1258.xml><?xml version="1.0" encoding="utf-8"?>
<p:tagLst xmlns:p="http://schemas.openxmlformats.org/presentationml/2006/main">
  <p:tag name="RAINPROBLEM" val="MultipleChoice"/>
  <p:tag name="PROBLEMHASREMARK" val="True"/>
</p:tagLst>
</file>

<file path=ppt/tags/tag1259.xml><?xml version="1.0" encoding="utf-8"?>
<p:tagLst xmlns:p="http://schemas.openxmlformats.org/presentationml/2006/main">
  <p:tag name="RAINPROBLEM" val="ProblemRemarkBoard"/>
</p:tagLst>
</file>

<file path=ppt/tags/tag1260.xml><?xml version="1.0" encoding="utf-8"?>
<p:tagLst xmlns:p="http://schemas.openxmlformats.org/presentationml/2006/main">
  <p:tag name="RAINPROBLEMTYPE" val="ProblemTypeMarker"/>
</p:tagLst>
</file>

<file path=ppt/tags/tag1261.xml><?xml version="1.0" encoding="utf-8"?>
<p:tagLst xmlns:p="http://schemas.openxmlformats.org/presentationml/2006/main">
  <p:tag name="RAINPROBLEMTYPE" val="ProblemTypeMarker"/>
</p:tagLst>
</file>

<file path=ppt/tags/tag1262.xml><?xml version="1.0" encoding="utf-8"?>
<p:tagLst xmlns:p="http://schemas.openxmlformats.org/presentationml/2006/main">
  <p:tag name="RAINPROBLEMTYPE" val="ProblemTypeMarker"/>
</p:tagLst>
</file>

<file path=ppt/tags/tag1263.xml><?xml version="1.0" encoding="utf-8"?>
<p:tagLst xmlns:p="http://schemas.openxmlformats.org/presentationml/2006/main">
  <p:tag name="RAINPROBLEMTYPE" val="ProblemTypeMarker"/>
</p:tagLst>
</file>

<file path=ppt/tags/tag1264.xml><?xml version="1.0" encoding="utf-8"?>
<p:tagLst xmlns:p="http://schemas.openxmlformats.org/presentationml/2006/main">
  <p:tag name="RAINPROBLEMTYPE" val="ProblemTypeMarker"/>
</p:tagLst>
</file>

<file path=ppt/tags/tag1265.xml><?xml version="1.0" encoding="utf-8"?>
<p:tagLst xmlns:p="http://schemas.openxmlformats.org/presentationml/2006/main">
  <p:tag name="RAINPROBLEM" val="ProblemBody"/>
</p:tagLst>
</file>

<file path=ppt/tags/tag1266.xml><?xml version="1.0" encoding="utf-8"?>
<p:tagLst xmlns:p="http://schemas.openxmlformats.org/presentationml/2006/main">
  <p:tag name="RAINPROBLEM" val="ProblemItem"/>
</p:tagLst>
</file>

<file path=ppt/tags/tag126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268.xml><?xml version="1.0" encoding="utf-8"?>
<p:tagLst xmlns:p="http://schemas.openxmlformats.org/presentationml/2006/main">
  <p:tag name="RAINPROBLEM" val="ProblemItem"/>
</p:tagLst>
</file>

<file path=ppt/tags/tag126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70.xml><?xml version="1.0" encoding="utf-8"?>
<p:tagLst xmlns:p="http://schemas.openxmlformats.org/presentationml/2006/main">
  <p:tag name="RAINPROBLEM" val="ProblemItem"/>
</p:tagLst>
</file>

<file path=ppt/tags/tag127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72.xml><?xml version="1.0" encoding="utf-8"?>
<p:tagLst xmlns:p="http://schemas.openxmlformats.org/presentationml/2006/main">
  <p:tag name="RAINPROBLEM" val="ProblemItem"/>
</p:tagLst>
</file>

<file path=ppt/tags/tag127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74.xml><?xml version="1.0" encoding="utf-8"?>
<p:tagLst xmlns:p="http://schemas.openxmlformats.org/presentationml/2006/main">
  <p:tag name="PROBLEMREMARKTITLE" val="ProblemRemarkBoardTitle"/>
</p:tagLst>
</file>

<file path=ppt/tags/tag1275.xml><?xml version="1.0" encoding="utf-8"?>
<p:tagLst xmlns:p="http://schemas.openxmlformats.org/presentationml/2006/main">
  <p:tag name="PROBLEMREMARKTITLE" val="ProblemRemarkBoardTitle"/>
</p:tagLst>
</file>

<file path=ppt/tags/tag1276.xml><?xml version="1.0" encoding="utf-8"?>
<p:tagLst xmlns:p="http://schemas.openxmlformats.org/presentationml/2006/main">
  <p:tag name="PROBLEMREMARKTITLE" val="ProblemRemarkBoardTitle"/>
</p:tagLst>
</file>

<file path=ppt/tags/tag1277.xml><?xml version="1.0" encoding="utf-8"?>
<p:tagLst xmlns:p="http://schemas.openxmlformats.org/presentationml/2006/main">
  <p:tag name="PROBLEMREMARKTITLE" val="ProblemRemarkBoardTitle"/>
</p:tagLst>
</file>

<file path=ppt/tags/tag1278.xml><?xml version="1.0" encoding="utf-8"?>
<p:tagLst xmlns:p="http://schemas.openxmlformats.org/presentationml/2006/main">
  <p:tag name="RAINPROBLEM" val="ProblemSetting"/>
  <p:tag name="RAINPROBLEMTYPE" val="MultipleChoice"/>
</p:tagLst>
</file>

<file path=ppt/tags/tag1279.xml><?xml version="1.0" encoding="utf-8"?>
<p:tagLst xmlns:p="http://schemas.openxmlformats.org/presentationml/2006/main">
  <p:tag name="PROBLEMREMARKTITLE" val="ProblemRemarkBoardTip"/>
</p:tagLst>
</file>

<file path=ppt/tags/tag1280.xml><?xml version="1.0" encoding="utf-8"?>
<p:tagLst xmlns:p="http://schemas.openxmlformats.org/presentationml/2006/main">
  <p:tag name="RAINPROBLEM" val="ProblemRemark"/>
</p:tagLst>
</file>

<file path=ppt/tags/tag1281.xml><?xml version="1.0" encoding="utf-8"?>
<p:tagLst xmlns:p="http://schemas.openxmlformats.org/presentationml/2006/main">
  <p:tag name="RAINPROBLEM" val="ProblemRemark"/>
</p:tagLst>
</file>

<file path=ppt/tags/tag1282.xml><?xml version="1.0" encoding="utf-8"?>
<p:tagLst xmlns:p="http://schemas.openxmlformats.org/presentationml/2006/main">
  <p:tag name="RAINPROBLEM" val="ProblemSubmit"/>
  <p:tag name="RAINPROBLEMTYPE" val="MultipleChoice"/>
</p:tagLst>
</file>

<file path=ppt/tags/tag1283.xml><?xml version="1.0" encoding="utf-8"?>
<p:tagLst xmlns:p="http://schemas.openxmlformats.org/presentationml/2006/main">
  <p:tag name="RAINPROBLEM" val="MultipleChoice"/>
  <p:tag name="PROBLEMHASREMARK" val="True"/>
</p:tagLst>
</file>

<file path=ppt/tags/tag1284.xml><?xml version="1.0" encoding="utf-8"?>
<p:tagLst xmlns:p="http://schemas.openxmlformats.org/presentationml/2006/main">
  <p:tag name="RAINPROBLEM" val="ProblemRemarkBoard"/>
</p:tagLst>
</file>

<file path=ppt/tags/tag1285.xml><?xml version="1.0" encoding="utf-8"?>
<p:tagLst xmlns:p="http://schemas.openxmlformats.org/presentationml/2006/main">
  <p:tag name="RAINPROBLEMTYPE" val="ProblemTypeMarker"/>
</p:tagLst>
</file>

<file path=ppt/tags/tag1286.xml><?xml version="1.0" encoding="utf-8"?>
<p:tagLst xmlns:p="http://schemas.openxmlformats.org/presentationml/2006/main">
  <p:tag name="RAINPROBLEMTYPE" val="ProblemTypeMarker"/>
</p:tagLst>
</file>

<file path=ppt/tags/tag1287.xml><?xml version="1.0" encoding="utf-8"?>
<p:tagLst xmlns:p="http://schemas.openxmlformats.org/presentationml/2006/main">
  <p:tag name="RAINPROBLEMTYPE" val="ProblemTypeMarker"/>
</p:tagLst>
</file>

<file path=ppt/tags/tag1288.xml><?xml version="1.0" encoding="utf-8"?>
<p:tagLst xmlns:p="http://schemas.openxmlformats.org/presentationml/2006/main">
  <p:tag name="RAINPROBLEMTYPE" val="ProblemTypeMarker"/>
</p:tagLst>
</file>

<file path=ppt/tags/tag1289.xml><?xml version="1.0" encoding="utf-8"?>
<p:tagLst xmlns:p="http://schemas.openxmlformats.org/presentationml/2006/main">
  <p:tag name="RAINPROBLEMTYPE" val="ProblemTypeMarker"/>
</p:tagLst>
</file>

<file path=ppt/tags/tag1290.xml><?xml version="1.0" encoding="utf-8"?>
<p:tagLst xmlns:p="http://schemas.openxmlformats.org/presentationml/2006/main">
  <p:tag name="RAINPROBLEM" val="ProblemBody"/>
</p:tagLst>
</file>

<file path=ppt/tags/tag1291.xml><?xml version="1.0" encoding="utf-8"?>
<p:tagLst xmlns:p="http://schemas.openxmlformats.org/presentationml/2006/main">
  <p:tag name="RAINPROBLEM" val="ProblemItem"/>
</p:tagLst>
</file>

<file path=ppt/tags/tag129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93.xml><?xml version="1.0" encoding="utf-8"?>
<p:tagLst xmlns:p="http://schemas.openxmlformats.org/presentationml/2006/main">
  <p:tag name="RAINPROBLEM" val="ProblemItem"/>
</p:tagLst>
</file>

<file path=ppt/tags/tag129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95.xml><?xml version="1.0" encoding="utf-8"?>
<p:tagLst xmlns:p="http://schemas.openxmlformats.org/presentationml/2006/main">
  <p:tag name="RAINPROBLEM" val="ProblemItem"/>
</p:tagLst>
</file>

<file path=ppt/tags/tag1296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297.xml><?xml version="1.0" encoding="utf-8"?>
<p:tagLst xmlns:p="http://schemas.openxmlformats.org/presentationml/2006/main">
  <p:tag name="RAINPROBLEM" val="ProblemItem"/>
</p:tagLst>
</file>

<file path=ppt/tags/tag129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99.xml><?xml version="1.0" encoding="utf-8"?>
<p:tagLst xmlns:p="http://schemas.openxmlformats.org/presentationml/2006/main">
  <p:tag name="PROBLEMREMARKTITLE" val="ProblemRemarkBoardTitle"/>
</p:tagLst>
</file>

<file path=ppt/tags/tag1300.xml><?xml version="1.0" encoding="utf-8"?>
<p:tagLst xmlns:p="http://schemas.openxmlformats.org/presentationml/2006/main">
  <p:tag name="PROBLEMREMARKTITLE" val="ProblemRemarkBoardTitle"/>
</p:tagLst>
</file>

<file path=ppt/tags/tag1301.xml><?xml version="1.0" encoding="utf-8"?>
<p:tagLst xmlns:p="http://schemas.openxmlformats.org/presentationml/2006/main">
  <p:tag name="PROBLEMREMARKTITLE" val="ProblemRemarkBoardTitle"/>
</p:tagLst>
</file>

<file path=ppt/tags/tag1302.xml><?xml version="1.0" encoding="utf-8"?>
<p:tagLst xmlns:p="http://schemas.openxmlformats.org/presentationml/2006/main">
  <p:tag name="PROBLEMREMARKTITLE" val="ProblemRemarkBoardTitle"/>
</p:tagLst>
</file>

<file path=ppt/tags/tag1303.xml><?xml version="1.0" encoding="utf-8"?>
<p:tagLst xmlns:p="http://schemas.openxmlformats.org/presentationml/2006/main">
  <p:tag name="RAINPROBLEM" val="ProblemSetting"/>
  <p:tag name="RAINPROBLEMTYPE" val="MultipleChoice"/>
</p:tagLst>
</file>

<file path=ppt/tags/tag1304.xml><?xml version="1.0" encoding="utf-8"?>
<p:tagLst xmlns:p="http://schemas.openxmlformats.org/presentationml/2006/main">
  <p:tag name="PROBLEMREMARKTITLE" val="ProblemRemarkBoardTip"/>
</p:tagLst>
</file>

<file path=ppt/tags/tag1305.xml><?xml version="1.0" encoding="utf-8"?>
<p:tagLst xmlns:p="http://schemas.openxmlformats.org/presentationml/2006/main">
  <p:tag name="RAINPROBLEM" val="ProblemRemark"/>
</p:tagLst>
</file>

<file path=ppt/tags/tag1306.xml><?xml version="1.0" encoding="utf-8"?>
<p:tagLst xmlns:p="http://schemas.openxmlformats.org/presentationml/2006/main">
  <p:tag name="RAINPROBLEM" val="ProblemRemark"/>
</p:tagLst>
</file>

<file path=ppt/tags/tag1307.xml><?xml version="1.0" encoding="utf-8"?>
<p:tagLst xmlns:p="http://schemas.openxmlformats.org/presentationml/2006/main">
  <p:tag name="RAINPROBLEM" val="ProblemSubmit"/>
  <p:tag name="RAINPROBLEMTYPE" val="MultipleChoice"/>
</p:tagLst>
</file>

<file path=ppt/tags/tag1308.xml><?xml version="1.0" encoding="utf-8"?>
<p:tagLst xmlns:p="http://schemas.openxmlformats.org/presentationml/2006/main">
  <p:tag name="RAINPROBLEM" val="MultipleChoice"/>
  <p:tag name="PROBLEMHASREMARK" val="True"/>
</p:tagLst>
</file>

<file path=ppt/tags/tag1309.xml><?xml version="1.0" encoding="utf-8"?>
<p:tagLst xmlns:p="http://schemas.openxmlformats.org/presentationml/2006/main">
  <p:tag name="RAINPROBLEM" val="ProblemRemarkBoard"/>
</p:tagLst>
</file>

<file path=ppt/tags/tag1310.xml><?xml version="1.0" encoding="utf-8"?>
<p:tagLst xmlns:p="http://schemas.openxmlformats.org/presentationml/2006/main">
  <p:tag name="RAINPROBLEMTYPE" val="ProblemTypeMarker"/>
</p:tagLst>
</file>

<file path=ppt/tags/tag1311.xml><?xml version="1.0" encoding="utf-8"?>
<p:tagLst xmlns:p="http://schemas.openxmlformats.org/presentationml/2006/main">
  <p:tag name="RAINPROBLEMTYPE" val="ProblemTypeMarker"/>
</p:tagLst>
</file>

<file path=ppt/tags/tag1312.xml><?xml version="1.0" encoding="utf-8"?>
<p:tagLst xmlns:p="http://schemas.openxmlformats.org/presentationml/2006/main">
  <p:tag name="RAINPROBLEMTYPE" val="ProblemTypeMarker"/>
</p:tagLst>
</file>

<file path=ppt/tags/tag1313.xml><?xml version="1.0" encoding="utf-8"?>
<p:tagLst xmlns:p="http://schemas.openxmlformats.org/presentationml/2006/main">
  <p:tag name="RAINPROBLEMTYPE" val="ProblemTypeMarker"/>
</p:tagLst>
</file>

<file path=ppt/tags/tag1314.xml><?xml version="1.0" encoding="utf-8"?>
<p:tagLst xmlns:p="http://schemas.openxmlformats.org/presentationml/2006/main">
  <p:tag name="RAINPROBLEMTYPE" val="ProblemTypeMarker"/>
</p:tagLst>
</file>

<file path=ppt/tags/tag1315.xml><?xml version="1.0" encoding="utf-8"?>
<p:tagLst xmlns:p="http://schemas.openxmlformats.org/presentationml/2006/main">
  <p:tag name="RAINPROBLEM" val="ProblemBody"/>
</p:tagLst>
</file>

<file path=ppt/tags/tag1316.xml><?xml version="1.0" encoding="utf-8"?>
<p:tagLst xmlns:p="http://schemas.openxmlformats.org/presentationml/2006/main">
  <p:tag name="RAINPROBLEM" val="ProblemItem"/>
</p:tagLst>
</file>

<file path=ppt/tags/tag131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318.xml><?xml version="1.0" encoding="utf-8"?>
<p:tagLst xmlns:p="http://schemas.openxmlformats.org/presentationml/2006/main">
  <p:tag name="RAINPROBLEM" val="ProblemItem"/>
</p:tagLst>
</file>

<file path=ppt/tags/tag1319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320.xml><?xml version="1.0" encoding="utf-8"?>
<p:tagLst xmlns:p="http://schemas.openxmlformats.org/presentationml/2006/main">
  <p:tag name="RAINPROBLEM" val="ProblemItem"/>
</p:tagLst>
</file>

<file path=ppt/tags/tag13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322.xml><?xml version="1.0" encoding="utf-8"?>
<p:tagLst xmlns:p="http://schemas.openxmlformats.org/presentationml/2006/main">
  <p:tag name="RAINPROBLEM" val="ProblemItem"/>
</p:tagLst>
</file>

<file path=ppt/tags/tag13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324.xml><?xml version="1.0" encoding="utf-8"?>
<p:tagLst xmlns:p="http://schemas.openxmlformats.org/presentationml/2006/main">
  <p:tag name="PROBLEMREMARKTITLE" val="ProblemRemarkBoardTitle"/>
</p:tagLst>
</file>

<file path=ppt/tags/tag1325.xml><?xml version="1.0" encoding="utf-8"?>
<p:tagLst xmlns:p="http://schemas.openxmlformats.org/presentationml/2006/main">
  <p:tag name="PROBLEMREMARKTITLE" val="ProblemRemarkBoardTitle"/>
</p:tagLst>
</file>

<file path=ppt/tags/tag1326.xml><?xml version="1.0" encoding="utf-8"?>
<p:tagLst xmlns:p="http://schemas.openxmlformats.org/presentationml/2006/main">
  <p:tag name="PROBLEMREMARKTITLE" val="ProblemRemarkBoardTitle"/>
</p:tagLst>
</file>

<file path=ppt/tags/tag1327.xml><?xml version="1.0" encoding="utf-8"?>
<p:tagLst xmlns:p="http://schemas.openxmlformats.org/presentationml/2006/main">
  <p:tag name="PROBLEMREMARKTITLE" val="ProblemRemarkBoardTitle"/>
</p:tagLst>
</file>

<file path=ppt/tags/tag1328.xml><?xml version="1.0" encoding="utf-8"?>
<p:tagLst xmlns:p="http://schemas.openxmlformats.org/presentationml/2006/main">
  <p:tag name="RAINPROBLEM" val="ProblemSetting"/>
  <p:tag name="RAINPROBLEMTYPE" val="MultipleChoice"/>
</p:tagLst>
</file>

<file path=ppt/tags/tag1329.xml><?xml version="1.0" encoding="utf-8"?>
<p:tagLst xmlns:p="http://schemas.openxmlformats.org/presentationml/2006/main">
  <p:tag name="PROBLEMREMARKTITLE" val="ProblemRemarkBoardTip"/>
</p:tagLst>
</file>

<file path=ppt/tags/tag1330.xml><?xml version="1.0" encoding="utf-8"?>
<p:tagLst xmlns:p="http://schemas.openxmlformats.org/presentationml/2006/main">
  <p:tag name="RAINPROBLEM" val="ProblemRemark"/>
</p:tagLst>
</file>

<file path=ppt/tags/tag1331.xml><?xml version="1.0" encoding="utf-8"?>
<p:tagLst xmlns:p="http://schemas.openxmlformats.org/presentationml/2006/main">
  <p:tag name="RAINPROBLEM" val="ProblemRemark"/>
</p:tagLst>
</file>

<file path=ppt/tags/tag1332.xml><?xml version="1.0" encoding="utf-8"?>
<p:tagLst xmlns:p="http://schemas.openxmlformats.org/presentationml/2006/main">
  <p:tag name="RAINPROBLEM" val="ProblemSubmit"/>
  <p:tag name="RAINPROBLEMTYPE" val="MultipleChoice"/>
</p:tagLst>
</file>

<file path=ppt/tags/tag1333.xml><?xml version="1.0" encoding="utf-8"?>
<p:tagLst xmlns:p="http://schemas.openxmlformats.org/presentationml/2006/main">
  <p:tag name="RAINPROBLEM" val="MultipleChoice"/>
  <p:tag name="PROBLEMHASREMARK" val="True"/>
</p:tagLst>
</file>

<file path=ppt/tags/tag1334.xml><?xml version="1.0" encoding="utf-8"?>
<p:tagLst xmlns:p="http://schemas.openxmlformats.org/presentationml/2006/main">
  <p:tag name="RAINPROBLEM" val="ProblemRemarkBoard"/>
</p:tagLst>
</file>

<file path=ppt/tags/tag1335.xml><?xml version="1.0" encoding="utf-8"?>
<p:tagLst xmlns:p="http://schemas.openxmlformats.org/presentationml/2006/main">
  <p:tag name="RAINPROBLEMTYPE" val="ProblemTypeMarker"/>
</p:tagLst>
</file>

<file path=ppt/tags/tag1336.xml><?xml version="1.0" encoding="utf-8"?>
<p:tagLst xmlns:p="http://schemas.openxmlformats.org/presentationml/2006/main">
  <p:tag name="RAINPROBLEMTYPE" val="ProblemTypeMarker"/>
</p:tagLst>
</file>

<file path=ppt/tags/tag1337.xml><?xml version="1.0" encoding="utf-8"?>
<p:tagLst xmlns:p="http://schemas.openxmlformats.org/presentationml/2006/main">
  <p:tag name="RAINPROBLEMTYPE" val="ProblemTypeMarker"/>
</p:tagLst>
</file>

<file path=ppt/tags/tag1338.xml><?xml version="1.0" encoding="utf-8"?>
<p:tagLst xmlns:p="http://schemas.openxmlformats.org/presentationml/2006/main">
  <p:tag name="RAINPROBLEMTYPE" val="ProblemTypeMarker"/>
</p:tagLst>
</file>

<file path=ppt/tags/tag1339.xml><?xml version="1.0" encoding="utf-8"?>
<p:tagLst xmlns:p="http://schemas.openxmlformats.org/presentationml/2006/main">
  <p:tag name="RAINPROBLEMTYPE" val="ProblemTypeMarker"/>
</p:tagLst>
</file>

<file path=ppt/tags/tag1340.xml><?xml version="1.0" encoding="utf-8"?>
<p:tagLst xmlns:p="http://schemas.openxmlformats.org/presentationml/2006/main">
  <p:tag name="RAINPROBLEM" val="ProblemBody"/>
</p:tagLst>
</file>

<file path=ppt/tags/tag1341.xml><?xml version="1.0" encoding="utf-8"?>
<p:tagLst xmlns:p="http://schemas.openxmlformats.org/presentationml/2006/main">
  <p:tag name="RAINPROBLEM" val="ProblemItem"/>
</p:tagLst>
</file>

<file path=ppt/tags/tag134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343.xml><?xml version="1.0" encoding="utf-8"?>
<p:tagLst xmlns:p="http://schemas.openxmlformats.org/presentationml/2006/main">
  <p:tag name="RAINPROBLEM" val="ProblemItem"/>
</p:tagLst>
</file>

<file path=ppt/tags/tag134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345.xml><?xml version="1.0" encoding="utf-8"?>
<p:tagLst xmlns:p="http://schemas.openxmlformats.org/presentationml/2006/main">
  <p:tag name="RAINPROBLEM" val="ProblemItem"/>
</p:tagLst>
</file>

<file path=ppt/tags/tag134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347.xml><?xml version="1.0" encoding="utf-8"?>
<p:tagLst xmlns:p="http://schemas.openxmlformats.org/presentationml/2006/main">
  <p:tag name="RAINPROBLEM" val="ProblemItem"/>
</p:tagLst>
</file>

<file path=ppt/tags/tag134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349.xml><?xml version="1.0" encoding="utf-8"?>
<p:tagLst xmlns:p="http://schemas.openxmlformats.org/presentationml/2006/main">
  <p:tag name="PROBLEMREMARKTITLE" val="ProblemRemarkBoardTitle"/>
</p:tagLst>
</file>

<file path=ppt/tags/tag1350.xml><?xml version="1.0" encoding="utf-8"?>
<p:tagLst xmlns:p="http://schemas.openxmlformats.org/presentationml/2006/main">
  <p:tag name="PROBLEMREMARKTITLE" val="ProblemRemarkBoardTitle"/>
</p:tagLst>
</file>

<file path=ppt/tags/tag1351.xml><?xml version="1.0" encoding="utf-8"?>
<p:tagLst xmlns:p="http://schemas.openxmlformats.org/presentationml/2006/main">
  <p:tag name="PROBLEMREMARKTITLE" val="ProblemRemarkBoardTitle"/>
</p:tagLst>
</file>

<file path=ppt/tags/tag1352.xml><?xml version="1.0" encoding="utf-8"?>
<p:tagLst xmlns:p="http://schemas.openxmlformats.org/presentationml/2006/main">
  <p:tag name="PROBLEMREMARKTITLE" val="ProblemRemarkBoardTitle"/>
</p:tagLst>
</file>

<file path=ppt/tags/tag1353.xml><?xml version="1.0" encoding="utf-8"?>
<p:tagLst xmlns:p="http://schemas.openxmlformats.org/presentationml/2006/main">
  <p:tag name="RAINPROBLEM" val="ProblemSetting"/>
  <p:tag name="RAINPROBLEMTYPE" val="MultipleChoice"/>
</p:tagLst>
</file>

<file path=ppt/tags/tag1354.xml><?xml version="1.0" encoding="utf-8"?>
<p:tagLst xmlns:p="http://schemas.openxmlformats.org/presentationml/2006/main">
  <p:tag name="PROBLEMREMARKTITLE" val="ProblemRemarkBoardTip"/>
</p:tagLst>
</file>

<file path=ppt/tags/tag1355.xml><?xml version="1.0" encoding="utf-8"?>
<p:tagLst xmlns:p="http://schemas.openxmlformats.org/presentationml/2006/main">
  <p:tag name="RAINPROBLEM" val="ProblemRemark"/>
</p:tagLst>
</file>

<file path=ppt/tags/tag1356.xml><?xml version="1.0" encoding="utf-8"?>
<p:tagLst xmlns:p="http://schemas.openxmlformats.org/presentationml/2006/main">
  <p:tag name="RAINPROBLEM" val="ProblemRemark"/>
</p:tagLst>
</file>

<file path=ppt/tags/tag1357.xml><?xml version="1.0" encoding="utf-8"?>
<p:tagLst xmlns:p="http://schemas.openxmlformats.org/presentationml/2006/main">
  <p:tag name="RAINPROBLEM" val="ProblemSubmit"/>
  <p:tag name="RAINPROBLEMTYPE" val="MultipleChoice"/>
</p:tagLst>
</file>

<file path=ppt/tags/tag1358.xml><?xml version="1.0" encoding="utf-8"?>
<p:tagLst xmlns:p="http://schemas.openxmlformats.org/presentationml/2006/main">
  <p:tag name="RAINPROBLEM" val="MultipleChoice"/>
  <p:tag name="PROBLEMHASREMARK" val="True"/>
</p:tagLst>
</file>

<file path=ppt/tags/tag1359.xml><?xml version="1.0" encoding="utf-8"?>
<p:tagLst xmlns:p="http://schemas.openxmlformats.org/presentationml/2006/main">
  <p:tag name="RAINPROBLEM" val="ProblemRemarkBoard"/>
</p:tagLst>
</file>

<file path=ppt/tags/tag1360.xml><?xml version="1.0" encoding="utf-8"?>
<p:tagLst xmlns:p="http://schemas.openxmlformats.org/presentationml/2006/main">
  <p:tag name="RAINPROBLEMTYPE" val="ProblemTypeMarker"/>
</p:tagLst>
</file>

<file path=ppt/tags/tag1361.xml><?xml version="1.0" encoding="utf-8"?>
<p:tagLst xmlns:p="http://schemas.openxmlformats.org/presentationml/2006/main">
  <p:tag name="RAINPROBLEMTYPE" val="ProblemTypeMarker"/>
</p:tagLst>
</file>

<file path=ppt/tags/tag1362.xml><?xml version="1.0" encoding="utf-8"?>
<p:tagLst xmlns:p="http://schemas.openxmlformats.org/presentationml/2006/main">
  <p:tag name="RAINPROBLEMTYPE" val="ProblemTypeMarker"/>
</p:tagLst>
</file>

<file path=ppt/tags/tag1363.xml><?xml version="1.0" encoding="utf-8"?>
<p:tagLst xmlns:p="http://schemas.openxmlformats.org/presentationml/2006/main">
  <p:tag name="RAINPROBLEMTYPE" val="ProblemTypeMarker"/>
</p:tagLst>
</file>

<file path=ppt/tags/tag1364.xml><?xml version="1.0" encoding="utf-8"?>
<p:tagLst xmlns:p="http://schemas.openxmlformats.org/presentationml/2006/main">
  <p:tag name="RAINPROBLEMTYPE" val="ProblemTypeMarker"/>
</p:tagLst>
</file>

<file path=ppt/tags/tag1365.xml><?xml version="1.0" encoding="utf-8"?>
<p:tagLst xmlns:p="http://schemas.openxmlformats.org/presentationml/2006/main">
  <p:tag name="RAINPROBLEM" val="ProblemBody"/>
</p:tagLst>
</file>

<file path=ppt/tags/tag1366.xml><?xml version="1.0" encoding="utf-8"?>
<p:tagLst xmlns:p="http://schemas.openxmlformats.org/presentationml/2006/main">
  <p:tag name="RAINPROBLEM" val="ProblemItem"/>
</p:tagLst>
</file>

<file path=ppt/tags/tag136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368.xml><?xml version="1.0" encoding="utf-8"?>
<p:tagLst xmlns:p="http://schemas.openxmlformats.org/presentationml/2006/main">
  <p:tag name="RAINPROBLEM" val="ProblemItem"/>
</p:tagLst>
</file>

<file path=ppt/tags/tag136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370.xml><?xml version="1.0" encoding="utf-8"?>
<p:tagLst xmlns:p="http://schemas.openxmlformats.org/presentationml/2006/main">
  <p:tag name="RAINPROBLEM" val="ProblemItem"/>
</p:tagLst>
</file>

<file path=ppt/tags/tag137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372.xml><?xml version="1.0" encoding="utf-8"?>
<p:tagLst xmlns:p="http://schemas.openxmlformats.org/presentationml/2006/main">
  <p:tag name="RAINPROBLEM" val="ProblemItem"/>
</p:tagLst>
</file>

<file path=ppt/tags/tag137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374.xml><?xml version="1.0" encoding="utf-8"?>
<p:tagLst xmlns:p="http://schemas.openxmlformats.org/presentationml/2006/main">
  <p:tag name="PROBLEMREMARKTITLE" val="ProblemRemarkBoardTitle"/>
</p:tagLst>
</file>

<file path=ppt/tags/tag1375.xml><?xml version="1.0" encoding="utf-8"?>
<p:tagLst xmlns:p="http://schemas.openxmlformats.org/presentationml/2006/main">
  <p:tag name="PROBLEMREMARKTITLE" val="ProblemRemarkBoardTitle"/>
</p:tagLst>
</file>

<file path=ppt/tags/tag1376.xml><?xml version="1.0" encoding="utf-8"?>
<p:tagLst xmlns:p="http://schemas.openxmlformats.org/presentationml/2006/main">
  <p:tag name="PROBLEMREMARKTITLE" val="ProblemRemarkBoardTitle"/>
</p:tagLst>
</file>

<file path=ppt/tags/tag1377.xml><?xml version="1.0" encoding="utf-8"?>
<p:tagLst xmlns:p="http://schemas.openxmlformats.org/presentationml/2006/main">
  <p:tag name="PROBLEMREMARKTITLE" val="ProblemRemarkBoardTitle"/>
</p:tagLst>
</file>

<file path=ppt/tags/tag1378.xml><?xml version="1.0" encoding="utf-8"?>
<p:tagLst xmlns:p="http://schemas.openxmlformats.org/presentationml/2006/main">
  <p:tag name="RAINPROBLEM" val="ProblemSetting"/>
  <p:tag name="RAINPROBLEMTYPE" val="MultipleChoice"/>
</p:tagLst>
</file>

<file path=ppt/tags/tag1379.xml><?xml version="1.0" encoding="utf-8"?>
<p:tagLst xmlns:p="http://schemas.openxmlformats.org/presentationml/2006/main">
  <p:tag name="PROBLEMREMARKTITLE" val="ProblemRemarkBoardTip"/>
</p:tagLst>
</file>

<file path=ppt/tags/tag1380.xml><?xml version="1.0" encoding="utf-8"?>
<p:tagLst xmlns:p="http://schemas.openxmlformats.org/presentationml/2006/main">
  <p:tag name="RAINPROBLEM" val="ProblemRemark"/>
</p:tagLst>
</file>

<file path=ppt/tags/tag1381.xml><?xml version="1.0" encoding="utf-8"?>
<p:tagLst xmlns:p="http://schemas.openxmlformats.org/presentationml/2006/main">
  <p:tag name="RAINPROBLEM" val="ProblemRemark"/>
</p:tagLst>
</file>

<file path=ppt/tags/tag1382.xml><?xml version="1.0" encoding="utf-8"?>
<p:tagLst xmlns:p="http://schemas.openxmlformats.org/presentationml/2006/main">
  <p:tag name="RAINPROBLEM" val="ProblemSubmit"/>
  <p:tag name="RAINPROBLEMTYPE" val="MultipleChoice"/>
</p:tagLst>
</file>

<file path=ppt/tags/tag1383.xml><?xml version="1.0" encoding="utf-8"?>
<p:tagLst xmlns:p="http://schemas.openxmlformats.org/presentationml/2006/main">
  <p:tag name="RAINPROBLEM" val="MultipleChoice"/>
  <p:tag name="PROBLEMHASREMARK" val="True"/>
</p:tagLst>
</file>

<file path=ppt/tags/tag1384.xml><?xml version="1.0" encoding="utf-8"?>
<p:tagLst xmlns:p="http://schemas.openxmlformats.org/presentationml/2006/main">
  <p:tag name="RAINPROBLEM" val="ProblemRemarkBoard"/>
</p:tagLst>
</file>

<file path=ppt/tags/tag1385.xml><?xml version="1.0" encoding="utf-8"?>
<p:tagLst xmlns:p="http://schemas.openxmlformats.org/presentationml/2006/main">
  <p:tag name="RAINPROBLEMTYPE" val="ProblemTypeMarker"/>
</p:tagLst>
</file>

<file path=ppt/tags/tag1386.xml><?xml version="1.0" encoding="utf-8"?>
<p:tagLst xmlns:p="http://schemas.openxmlformats.org/presentationml/2006/main">
  <p:tag name="RAINPROBLEMTYPE" val="ProblemTypeMarker"/>
</p:tagLst>
</file>

<file path=ppt/tags/tag1387.xml><?xml version="1.0" encoding="utf-8"?>
<p:tagLst xmlns:p="http://schemas.openxmlformats.org/presentationml/2006/main">
  <p:tag name="RAINPROBLEMTYPE" val="ProblemTypeMarker"/>
</p:tagLst>
</file>

<file path=ppt/tags/tag1388.xml><?xml version="1.0" encoding="utf-8"?>
<p:tagLst xmlns:p="http://schemas.openxmlformats.org/presentationml/2006/main">
  <p:tag name="RAINPROBLEMTYPE" val="ProblemTypeMarker"/>
</p:tagLst>
</file>

<file path=ppt/tags/tag1389.xml><?xml version="1.0" encoding="utf-8"?>
<p:tagLst xmlns:p="http://schemas.openxmlformats.org/presentationml/2006/main">
  <p:tag name="RAINPROBLEMTYPE" val="ProblemTypeMarker"/>
</p:tagLst>
</file>

<file path=ppt/tags/tag1390.xml><?xml version="1.0" encoding="utf-8"?>
<p:tagLst xmlns:p="http://schemas.openxmlformats.org/presentationml/2006/main">
  <p:tag name="RAINPROBLEM" val="ProblemBody"/>
</p:tagLst>
</file>

<file path=ppt/tags/tag1391.xml><?xml version="1.0" encoding="utf-8"?>
<p:tagLst xmlns:p="http://schemas.openxmlformats.org/presentationml/2006/main">
  <p:tag name="RAINPROBLEM" val="ProblemItem"/>
</p:tagLst>
</file>

<file path=ppt/tags/tag139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393.xml><?xml version="1.0" encoding="utf-8"?>
<p:tagLst xmlns:p="http://schemas.openxmlformats.org/presentationml/2006/main">
  <p:tag name="RAINPROBLEM" val="ProblemItem"/>
</p:tagLst>
</file>

<file path=ppt/tags/tag139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395.xml><?xml version="1.0" encoding="utf-8"?>
<p:tagLst xmlns:p="http://schemas.openxmlformats.org/presentationml/2006/main">
  <p:tag name="RAINPROBLEM" val="ProblemItem"/>
</p:tagLst>
</file>

<file path=ppt/tags/tag139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397.xml><?xml version="1.0" encoding="utf-8"?>
<p:tagLst xmlns:p="http://schemas.openxmlformats.org/presentationml/2006/main">
  <p:tag name="RAINPROBLEM" val="ProblemItem"/>
</p:tagLst>
</file>

<file path=ppt/tags/tag139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399.xml><?xml version="1.0" encoding="utf-8"?>
<p:tagLst xmlns:p="http://schemas.openxmlformats.org/presentationml/2006/main">
  <p:tag name="PROBLEMREMARKTITLE" val="ProblemRemarkBoardTitle"/>
</p:tagLst>
</file>

<file path=ppt/tags/tag1400.xml><?xml version="1.0" encoding="utf-8"?>
<p:tagLst xmlns:p="http://schemas.openxmlformats.org/presentationml/2006/main">
  <p:tag name="PROBLEMREMARKTITLE" val="ProblemRemarkBoardTitle"/>
</p:tagLst>
</file>

<file path=ppt/tags/tag1401.xml><?xml version="1.0" encoding="utf-8"?>
<p:tagLst xmlns:p="http://schemas.openxmlformats.org/presentationml/2006/main">
  <p:tag name="PROBLEMREMARKTITLE" val="ProblemRemarkBoardTitle"/>
</p:tagLst>
</file>

<file path=ppt/tags/tag1402.xml><?xml version="1.0" encoding="utf-8"?>
<p:tagLst xmlns:p="http://schemas.openxmlformats.org/presentationml/2006/main">
  <p:tag name="PROBLEMREMARKTITLE" val="ProblemRemarkBoardTitle"/>
</p:tagLst>
</file>

<file path=ppt/tags/tag1403.xml><?xml version="1.0" encoding="utf-8"?>
<p:tagLst xmlns:p="http://schemas.openxmlformats.org/presentationml/2006/main">
  <p:tag name="RAINPROBLEM" val="ProblemSetting"/>
  <p:tag name="RAINPROBLEMTYPE" val="MultipleChoice"/>
</p:tagLst>
</file>

<file path=ppt/tags/tag1404.xml><?xml version="1.0" encoding="utf-8"?>
<p:tagLst xmlns:p="http://schemas.openxmlformats.org/presentationml/2006/main">
  <p:tag name="PROBLEMREMARKTITLE" val="ProblemRemarkBoardTip"/>
</p:tagLst>
</file>

<file path=ppt/tags/tag1405.xml><?xml version="1.0" encoding="utf-8"?>
<p:tagLst xmlns:p="http://schemas.openxmlformats.org/presentationml/2006/main">
  <p:tag name="RAINPROBLEM" val="ProblemRemark"/>
</p:tagLst>
</file>

<file path=ppt/tags/tag1406.xml><?xml version="1.0" encoding="utf-8"?>
<p:tagLst xmlns:p="http://schemas.openxmlformats.org/presentationml/2006/main">
  <p:tag name="RAINPROBLEM" val="ProblemRemark"/>
</p:tagLst>
</file>

<file path=ppt/tags/tag1407.xml><?xml version="1.0" encoding="utf-8"?>
<p:tagLst xmlns:p="http://schemas.openxmlformats.org/presentationml/2006/main">
  <p:tag name="RAINPROBLEM" val="ProblemSubmit"/>
  <p:tag name="RAINPROBLEMTYPE" val="MultipleChoice"/>
</p:tagLst>
</file>

<file path=ppt/tags/tag1408.xml><?xml version="1.0" encoding="utf-8"?>
<p:tagLst xmlns:p="http://schemas.openxmlformats.org/presentationml/2006/main">
  <p:tag name="RAINPROBLEM" val="MultipleChoice"/>
  <p:tag name="PROBLEMHASREMARK" val="True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22131</Words>
  <Application>WPS 演示</Application>
  <PresentationFormat>宽屏</PresentationFormat>
  <Paragraphs>3952</Paragraphs>
  <Slides>151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151</vt:i4>
      </vt:variant>
    </vt:vector>
  </HeadingPairs>
  <TitlesOfParts>
    <vt:vector size="162" baseType="lpstr">
      <vt:lpstr>Arial</vt:lpstr>
      <vt:lpstr>宋体</vt:lpstr>
      <vt:lpstr>Wingdings</vt:lpstr>
      <vt:lpstr>Wingdings</vt:lpstr>
      <vt:lpstr>微软雅黑</vt:lpstr>
      <vt:lpstr>Univers (WN)</vt:lpstr>
      <vt:lpstr>FFont-Family</vt:lpstr>
      <vt:lpstr>Arial Unicode MS</vt:lpstr>
      <vt:lpstr>Calibri</vt:lpstr>
      <vt:lpstr>Times New Roman</vt:lpstr>
      <vt:lpstr>WPS</vt:lpstr>
      <vt:lpstr>课堂测试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Milly</cp:lastModifiedBy>
  <cp:revision>158</cp:revision>
  <dcterms:created xsi:type="dcterms:W3CDTF">2019-06-19T02:08:00Z</dcterms:created>
  <dcterms:modified xsi:type="dcterms:W3CDTF">2026-09-11T02:48:05Z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AD62D347518B4DFFACA5881708FBEA1C_11</vt:lpwstr>
  </property>
</Properties>
</file>