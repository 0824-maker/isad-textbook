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659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tags/tag2699.xml" ContentType="application/vnd.openxmlformats-officedocument.presentationml.tags+xml"/>
  <Override PartName="/ppt/tags/tag27.xml" ContentType="application/vnd.openxmlformats-officedocument.presentationml.tags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tags/tag2729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ppt/tags/tag2776.xml" ContentType="application/vnd.openxmlformats-officedocument.presentationml.tags+xml"/>
  <Override PartName="/ppt/tags/tag2777.xml" ContentType="application/vnd.openxmlformats-officedocument.presentationml.tags+xml"/>
  <Override PartName="/ppt/tags/tag2778.xml" ContentType="application/vnd.openxmlformats-officedocument.presentationml.tags+xml"/>
  <Override PartName="/ppt/tags/tag2779.xml" ContentType="application/vnd.openxmlformats-officedocument.presentationml.tags+xml"/>
  <Override PartName="/ppt/tags/tag2780.xml" ContentType="application/vnd.openxmlformats-officedocument.presentationml.tags+xml"/>
  <Override PartName="/ppt/tags/tag2781.xml" ContentType="application/vnd.openxmlformats-officedocument.presentationml.tags+xml"/>
  <Override PartName="/ppt/tags/tag2782.xml" ContentType="application/vnd.openxmlformats-officedocument.presentationml.tags+xml"/>
  <Override PartName="/ppt/tags/tag2783.xml" ContentType="application/vnd.openxmlformats-officedocument.presentationml.tags+xml"/>
  <Override PartName="/ppt/tags/tag2784.xml" ContentType="application/vnd.openxmlformats-officedocument.presentationml.tags+xml"/>
  <Override PartName="/ppt/tags/tag2785.xml" ContentType="application/vnd.openxmlformats-officedocument.presentationml.tags+xml"/>
  <Override PartName="/ppt/tags/tag2786.xml" ContentType="application/vnd.openxmlformats-officedocument.presentationml.tags+xml"/>
  <Override PartName="/ppt/tags/tag2787.xml" ContentType="application/vnd.openxmlformats-officedocument.presentationml.tags+xml"/>
  <Override PartName="/ppt/tags/tag2788.xml" ContentType="application/vnd.openxmlformats-officedocument.presentationml.tags+xml"/>
  <Override PartName="/ppt/tags/tag2789.xml" ContentType="application/vnd.openxmlformats-officedocument.presentationml.tags+xml"/>
  <Override PartName="/ppt/tags/tag2790.xml" ContentType="application/vnd.openxmlformats-officedocument.presentationml.tags+xml"/>
  <Override PartName="/ppt/tags/tag2791.xml" ContentType="application/vnd.openxmlformats-officedocument.presentationml.tags+xml"/>
  <Override PartName="/ppt/tags/tag2792.xml" ContentType="application/vnd.openxmlformats-officedocument.presentationml.tags+xml"/>
  <Override PartName="/ppt/tags/tag2793.xml" ContentType="application/vnd.openxmlformats-officedocument.presentationml.tags+xml"/>
  <Override PartName="/ppt/tags/tag2794.xml" ContentType="application/vnd.openxmlformats-officedocument.presentationml.tags+xml"/>
  <Override PartName="/ppt/tags/tag2795.xml" ContentType="application/vnd.openxmlformats-officedocument.presentationml.tags+xml"/>
  <Override PartName="/ppt/tags/tag2796.xml" ContentType="application/vnd.openxmlformats-officedocument.presentationml.tags+xml"/>
  <Override PartName="/ppt/tags/tag2797.xml" ContentType="application/vnd.openxmlformats-officedocument.presentationml.tags+xml"/>
  <Override PartName="/ppt/tags/tag2798.xml" ContentType="application/vnd.openxmlformats-officedocument.presentationml.tags+xml"/>
  <Override PartName="/ppt/tags/tag2799.xml" ContentType="application/vnd.openxmlformats-officedocument.presentationml.tags+xml"/>
  <Override PartName="/ppt/tags/tag28.xml" ContentType="application/vnd.openxmlformats-officedocument.presentationml.tags+xml"/>
  <Override PartName="/ppt/tags/tag2800.xml" ContentType="application/vnd.openxmlformats-officedocument.presentationml.tags+xml"/>
  <Override PartName="/ppt/tags/tag2801.xml" ContentType="application/vnd.openxmlformats-officedocument.presentationml.tags+xml"/>
  <Override PartName="/ppt/tags/tag2802.xml" ContentType="application/vnd.openxmlformats-officedocument.presentationml.tags+xml"/>
  <Override PartName="/ppt/tags/tag2803.xml" ContentType="application/vnd.openxmlformats-officedocument.presentationml.tags+xml"/>
  <Override PartName="/ppt/tags/tag2804.xml" ContentType="application/vnd.openxmlformats-officedocument.presentationml.tags+xml"/>
  <Override PartName="/ppt/tags/tag2805.xml" ContentType="application/vnd.openxmlformats-officedocument.presentationml.tags+xml"/>
  <Override PartName="/ppt/tags/tag2806.xml" ContentType="application/vnd.openxmlformats-officedocument.presentationml.tags+xml"/>
  <Override PartName="/ppt/tags/tag2807.xml" ContentType="application/vnd.openxmlformats-officedocument.presentationml.tags+xml"/>
  <Override PartName="/ppt/tags/tag2808.xml" ContentType="application/vnd.openxmlformats-officedocument.presentationml.tags+xml"/>
  <Override PartName="/ppt/tags/tag2809.xml" ContentType="application/vnd.openxmlformats-officedocument.presentationml.tags+xml"/>
  <Override PartName="/ppt/tags/tag2810.xml" ContentType="application/vnd.openxmlformats-officedocument.presentationml.tags+xml"/>
  <Override PartName="/ppt/tags/tag2811.xml" ContentType="application/vnd.openxmlformats-officedocument.presentationml.tags+xml"/>
  <Override PartName="/ppt/tags/tag2812.xml" ContentType="application/vnd.openxmlformats-officedocument.presentationml.tags+xml"/>
  <Override PartName="/ppt/tags/tag2813.xml" ContentType="application/vnd.openxmlformats-officedocument.presentationml.tags+xml"/>
  <Override PartName="/ppt/tags/tag2814.xml" ContentType="application/vnd.openxmlformats-officedocument.presentationml.tags+xml"/>
  <Override PartName="/ppt/tags/tag2815.xml" ContentType="application/vnd.openxmlformats-officedocument.presentationml.tags+xml"/>
  <Override PartName="/ppt/tags/tag2816.xml" ContentType="application/vnd.openxmlformats-officedocument.presentationml.tags+xml"/>
  <Override PartName="/ppt/tags/tag2817.xml" ContentType="application/vnd.openxmlformats-officedocument.presentationml.tags+xml"/>
  <Override PartName="/ppt/tags/tag2818.xml" ContentType="application/vnd.openxmlformats-officedocument.presentationml.tags+xml"/>
  <Override PartName="/ppt/tags/tag2819.xml" ContentType="application/vnd.openxmlformats-officedocument.presentationml.tags+xml"/>
  <Override PartName="/ppt/tags/tag2820.xml" ContentType="application/vnd.openxmlformats-officedocument.presentationml.tags+xml"/>
  <Override PartName="/ppt/tags/tag2821.xml" ContentType="application/vnd.openxmlformats-officedocument.presentationml.tags+xml"/>
  <Override PartName="/ppt/tags/tag2822.xml" ContentType="application/vnd.openxmlformats-officedocument.presentationml.tags+xml"/>
  <Override PartName="/ppt/tags/tag2823.xml" ContentType="application/vnd.openxmlformats-officedocument.presentationml.tags+xml"/>
  <Override PartName="/ppt/tags/tag2824.xml" ContentType="application/vnd.openxmlformats-officedocument.presentationml.tags+xml"/>
  <Override PartName="/ppt/tags/tag2825.xml" ContentType="application/vnd.openxmlformats-officedocument.presentationml.tags+xml"/>
  <Override PartName="/ppt/tags/tag2826.xml" ContentType="application/vnd.openxmlformats-officedocument.presentationml.tags+xml"/>
  <Override PartName="/ppt/tags/tag2827.xml" ContentType="application/vnd.openxmlformats-officedocument.presentationml.tags+xml"/>
  <Override PartName="/ppt/tags/tag2828.xml" ContentType="application/vnd.openxmlformats-officedocument.presentationml.tags+xml"/>
  <Override PartName="/ppt/tags/tag2829.xml" ContentType="application/vnd.openxmlformats-officedocument.presentationml.tags+xml"/>
  <Override PartName="/ppt/tags/tag2830.xml" ContentType="application/vnd.openxmlformats-officedocument.presentationml.tags+xml"/>
  <Override PartName="/ppt/tags/tag2831.xml" ContentType="application/vnd.openxmlformats-officedocument.presentationml.tags+xml"/>
  <Override PartName="/ppt/tags/tag2832.xml" ContentType="application/vnd.openxmlformats-officedocument.presentationml.tags+xml"/>
  <Override PartName="/ppt/tags/tag2833.xml" ContentType="application/vnd.openxmlformats-officedocument.presentationml.tags+xml"/>
  <Override PartName="/ppt/tags/tag2834.xml" ContentType="application/vnd.openxmlformats-officedocument.presentationml.tags+xml"/>
  <Override PartName="/ppt/tags/tag2835.xml" ContentType="application/vnd.openxmlformats-officedocument.presentationml.tags+xml"/>
  <Override PartName="/ppt/tags/tag2836.xml" ContentType="application/vnd.openxmlformats-officedocument.presentationml.tags+xml"/>
  <Override PartName="/ppt/tags/tag2837.xml" ContentType="application/vnd.openxmlformats-officedocument.presentationml.tags+xml"/>
  <Override PartName="/ppt/tags/tag2838.xml" ContentType="application/vnd.openxmlformats-officedocument.presentationml.tags+xml"/>
  <Override PartName="/ppt/tags/tag2839.xml" ContentType="application/vnd.openxmlformats-officedocument.presentationml.tags+xml"/>
  <Override PartName="/ppt/tags/tag2840.xml" ContentType="application/vnd.openxmlformats-officedocument.presentationml.tags+xml"/>
  <Override PartName="/ppt/tags/tag2841.xml" ContentType="application/vnd.openxmlformats-officedocument.presentationml.tags+xml"/>
  <Override PartName="/ppt/tags/tag2842.xml" ContentType="application/vnd.openxmlformats-officedocument.presentationml.tags+xml"/>
  <Override PartName="/ppt/tags/tag2843.xml" ContentType="application/vnd.openxmlformats-officedocument.presentationml.tags+xml"/>
  <Override PartName="/ppt/tags/tag2844.xml" ContentType="application/vnd.openxmlformats-officedocument.presentationml.tags+xml"/>
  <Override PartName="/ppt/tags/tag2845.xml" ContentType="application/vnd.openxmlformats-officedocument.presentationml.tags+xml"/>
  <Override PartName="/ppt/tags/tag2846.xml" ContentType="application/vnd.openxmlformats-officedocument.presentationml.tags+xml"/>
  <Override PartName="/ppt/tags/tag2847.xml" ContentType="application/vnd.openxmlformats-officedocument.presentationml.tags+xml"/>
  <Override PartName="/ppt/tags/tag2848.xml" ContentType="application/vnd.openxmlformats-officedocument.presentationml.tags+xml"/>
  <Override PartName="/ppt/tags/tag2849.xml" ContentType="application/vnd.openxmlformats-officedocument.presentationml.tags+xml"/>
  <Override PartName="/ppt/tags/tag2850.xml" ContentType="application/vnd.openxmlformats-officedocument.presentationml.tags+xml"/>
  <Override PartName="/ppt/tags/tag2851.xml" ContentType="application/vnd.openxmlformats-officedocument.presentationml.tags+xml"/>
  <Override PartName="/ppt/tags/tag2852.xml" ContentType="application/vnd.openxmlformats-officedocument.presentationml.tags+xml"/>
  <Override PartName="/ppt/tags/tag2853.xml" ContentType="application/vnd.openxmlformats-officedocument.presentationml.tags+xml"/>
  <Override PartName="/ppt/tags/tag2854.xml" ContentType="application/vnd.openxmlformats-officedocument.presentationml.tags+xml"/>
  <Override PartName="/ppt/tags/tag2855.xml" ContentType="application/vnd.openxmlformats-officedocument.presentationml.tags+xml"/>
  <Override PartName="/ppt/tags/tag2856.xml" ContentType="application/vnd.openxmlformats-officedocument.presentationml.tags+xml"/>
  <Override PartName="/ppt/tags/tag2857.xml" ContentType="application/vnd.openxmlformats-officedocument.presentationml.tags+xml"/>
  <Override PartName="/ppt/tags/tag2858.xml" ContentType="application/vnd.openxmlformats-officedocument.presentationml.tags+xml"/>
  <Override PartName="/ppt/tags/tag2859.xml" ContentType="application/vnd.openxmlformats-officedocument.presentationml.tags+xml"/>
  <Override PartName="/ppt/tags/tag2860.xml" ContentType="application/vnd.openxmlformats-officedocument.presentationml.tags+xml"/>
  <Override PartName="/ppt/tags/tag2861.xml" ContentType="application/vnd.openxmlformats-officedocument.presentationml.tags+xml"/>
  <Override PartName="/ppt/tags/tag2862.xml" ContentType="application/vnd.openxmlformats-officedocument.presentationml.tags+xml"/>
  <Override PartName="/ppt/tags/tag2863.xml" ContentType="application/vnd.openxmlformats-officedocument.presentationml.tags+xml"/>
  <Override PartName="/ppt/tags/tag2864.xml" ContentType="application/vnd.openxmlformats-officedocument.presentationml.tags+xml"/>
  <Override PartName="/ppt/tags/tag2865.xml" ContentType="application/vnd.openxmlformats-officedocument.presentationml.tags+xml"/>
  <Override PartName="/ppt/tags/tag2866.xml" ContentType="application/vnd.openxmlformats-officedocument.presentationml.tags+xml"/>
  <Override PartName="/ppt/tags/tag2867.xml" ContentType="application/vnd.openxmlformats-officedocument.presentationml.tags+xml"/>
  <Override PartName="/ppt/tags/tag2868.xml" ContentType="application/vnd.openxmlformats-officedocument.presentationml.tags+xml"/>
  <Override PartName="/ppt/tags/tag2869.xml" ContentType="application/vnd.openxmlformats-officedocument.presentationml.tags+xml"/>
  <Override PartName="/ppt/tags/tag2870.xml" ContentType="application/vnd.openxmlformats-officedocument.presentationml.tags+xml"/>
  <Override PartName="/ppt/tags/tag2871.xml" ContentType="application/vnd.openxmlformats-officedocument.presentationml.tags+xml"/>
  <Override PartName="/ppt/tags/tag2872.xml" ContentType="application/vnd.openxmlformats-officedocument.presentationml.tags+xml"/>
  <Override PartName="/ppt/tags/tag2873.xml" ContentType="application/vnd.openxmlformats-officedocument.presentationml.tags+xml"/>
  <Override PartName="/ppt/tags/tag2874.xml" ContentType="application/vnd.openxmlformats-officedocument.presentationml.tags+xml"/>
  <Override PartName="/ppt/tags/tag2875.xml" ContentType="application/vnd.openxmlformats-officedocument.presentationml.tags+xml"/>
  <Override PartName="/ppt/tags/tag2876.xml" ContentType="application/vnd.openxmlformats-officedocument.presentationml.tags+xml"/>
  <Override PartName="/ppt/tags/tag2877.xml" ContentType="application/vnd.openxmlformats-officedocument.presentationml.tags+xml"/>
  <Override PartName="/ppt/tags/tag2878.xml" ContentType="application/vnd.openxmlformats-officedocument.presentationml.tags+xml"/>
  <Override PartName="/ppt/tags/tag2879.xml" ContentType="application/vnd.openxmlformats-officedocument.presentationml.tags+xml"/>
  <Override PartName="/ppt/tags/tag2880.xml" ContentType="application/vnd.openxmlformats-officedocument.presentationml.tags+xml"/>
  <Override PartName="/ppt/tags/tag2881.xml" ContentType="application/vnd.openxmlformats-officedocument.presentationml.tags+xml"/>
  <Override PartName="/ppt/tags/tag2882.xml" ContentType="application/vnd.openxmlformats-officedocument.presentationml.tags+xml"/>
  <Override PartName="/ppt/tags/tag2883.xml" ContentType="application/vnd.openxmlformats-officedocument.presentationml.tags+xml"/>
  <Override PartName="/ppt/tags/tag2884.xml" ContentType="application/vnd.openxmlformats-officedocument.presentationml.tags+xml"/>
  <Override PartName="/ppt/tags/tag2885.xml" ContentType="application/vnd.openxmlformats-officedocument.presentationml.tags+xml"/>
  <Override PartName="/ppt/tags/tag2886.xml" ContentType="application/vnd.openxmlformats-officedocument.presentationml.tags+xml"/>
  <Override PartName="/ppt/tags/tag2887.xml" ContentType="application/vnd.openxmlformats-officedocument.presentationml.tags+xml"/>
  <Override PartName="/ppt/tags/tag2888.xml" ContentType="application/vnd.openxmlformats-officedocument.presentationml.tags+xml"/>
  <Override PartName="/ppt/tags/tag2889.xml" ContentType="application/vnd.openxmlformats-officedocument.presentationml.tags+xml"/>
  <Override PartName="/ppt/tags/tag2890.xml" ContentType="application/vnd.openxmlformats-officedocument.presentationml.tags+xml"/>
  <Override PartName="/ppt/tags/tag2891.xml" ContentType="application/vnd.openxmlformats-officedocument.presentationml.tags+xml"/>
  <Override PartName="/ppt/tags/tag2892.xml" ContentType="application/vnd.openxmlformats-officedocument.presentationml.tags+xml"/>
  <Override PartName="/ppt/tags/tag2893.xml" ContentType="application/vnd.openxmlformats-officedocument.presentationml.tags+xml"/>
  <Override PartName="/ppt/tags/tag2894.xml" ContentType="application/vnd.openxmlformats-officedocument.presentationml.tags+xml"/>
  <Override PartName="/ppt/tags/tag2895.xml" ContentType="application/vnd.openxmlformats-officedocument.presentationml.tags+xml"/>
  <Override PartName="/ppt/tags/tag2896.xml" ContentType="application/vnd.openxmlformats-officedocument.presentationml.tags+xml"/>
  <Override PartName="/ppt/tags/tag2897.xml" ContentType="application/vnd.openxmlformats-officedocument.presentationml.tags+xml"/>
  <Override PartName="/ppt/tags/tag2898.xml" ContentType="application/vnd.openxmlformats-officedocument.presentationml.tags+xml"/>
  <Override PartName="/ppt/tags/tag2899.xml" ContentType="application/vnd.openxmlformats-officedocument.presentationml.tags+xml"/>
  <Override PartName="/ppt/tags/tag29.xml" ContentType="application/vnd.openxmlformats-officedocument.presentationml.tags+xml"/>
  <Override PartName="/ppt/tags/tag2900.xml" ContentType="application/vnd.openxmlformats-officedocument.presentationml.tags+xml"/>
  <Override PartName="/ppt/tags/tag2901.xml" ContentType="application/vnd.openxmlformats-officedocument.presentationml.tags+xml"/>
  <Override PartName="/ppt/tags/tag2902.xml" ContentType="application/vnd.openxmlformats-officedocument.presentationml.tags+xml"/>
  <Override PartName="/ppt/tags/tag2903.xml" ContentType="application/vnd.openxmlformats-officedocument.presentationml.tags+xml"/>
  <Override PartName="/ppt/tags/tag2904.xml" ContentType="application/vnd.openxmlformats-officedocument.presentationml.tags+xml"/>
  <Override PartName="/ppt/tags/tag2905.xml" ContentType="application/vnd.openxmlformats-officedocument.presentationml.tags+xml"/>
  <Override PartName="/ppt/tags/tag2906.xml" ContentType="application/vnd.openxmlformats-officedocument.presentationml.tags+xml"/>
  <Override PartName="/ppt/tags/tag2907.xml" ContentType="application/vnd.openxmlformats-officedocument.presentationml.tags+xml"/>
  <Override PartName="/ppt/tags/tag2908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tags" Target="../tags/tag2659.xml"/><Relationship Id="rId2" Type="http://schemas.openxmlformats.org/officeDocument/2006/relationships/tags" Target="../tags/tag2660.xml"/><Relationship Id="rId3" Type="http://schemas.openxmlformats.org/officeDocument/2006/relationships/tags" Target="../tags/tag2661.xml"/><Relationship Id="rId4" Type="http://schemas.openxmlformats.org/officeDocument/2006/relationships/tags" Target="../tags/tag2662.xml"/><Relationship Id="rId5" Type="http://schemas.openxmlformats.org/officeDocument/2006/relationships/tags" Target="../tags/tag2663.xml"/><Relationship Id="rId6" Type="http://schemas.openxmlformats.org/officeDocument/2006/relationships/tags" Target="../tags/tag2664.xml"/><Relationship Id="rId7" Type="http://schemas.openxmlformats.org/officeDocument/2006/relationships/tags" Target="../tags/tag2665.xml"/><Relationship Id="rId8" Type="http://schemas.openxmlformats.org/officeDocument/2006/relationships/tags" Target="../tags/tag2666.xml"/><Relationship Id="rId9" Type="http://schemas.openxmlformats.org/officeDocument/2006/relationships/tags" Target="../tags/tag2667.xml"/><Relationship Id="rId10" Type="http://schemas.openxmlformats.org/officeDocument/2006/relationships/tags" Target="../tags/tag2668.xml"/><Relationship Id="rId11" Type="http://schemas.openxmlformats.org/officeDocument/2006/relationships/tags" Target="../tags/tag2669.xml"/><Relationship Id="rId12" Type="http://schemas.openxmlformats.org/officeDocument/2006/relationships/tags" Target="../tags/tag2670.xml"/><Relationship Id="rId13" Type="http://schemas.openxmlformats.org/officeDocument/2006/relationships/tags" Target="../tags/tag2671.xml"/><Relationship Id="rId14" Type="http://schemas.openxmlformats.org/officeDocument/2006/relationships/tags" Target="../tags/tag2672.xml"/><Relationship Id="rId15" Type="http://schemas.openxmlformats.org/officeDocument/2006/relationships/tags" Target="../tags/tag2673.xml"/><Relationship Id="rId16" Type="http://schemas.openxmlformats.org/officeDocument/2006/relationships/tags" Target="../tags/tag2674.xml"/><Relationship Id="rId17" Type="http://schemas.openxmlformats.org/officeDocument/2006/relationships/tags" Target="../tags/tag2675.xml"/><Relationship Id="rId18" Type="http://schemas.openxmlformats.org/officeDocument/2006/relationships/tags" Target="../tags/tag2676.xml"/><Relationship Id="rId19" Type="http://schemas.openxmlformats.org/officeDocument/2006/relationships/tags" Target="../tags/tag2677.xml"/><Relationship Id="rId20" Type="http://schemas.openxmlformats.org/officeDocument/2006/relationships/tags" Target="../tags/tag2678.xml"/><Relationship Id="rId21" Type="http://schemas.openxmlformats.org/officeDocument/2006/relationships/image" Target="../media/image1.png"/><Relationship Id="rId22" Type="http://schemas.openxmlformats.org/officeDocument/2006/relationships/tags" Target="../tags/tag2679.xml"/><Relationship Id="rId23" Type="http://schemas.openxmlformats.org/officeDocument/2006/relationships/tags" Target="../tags/tag2680.xml"/><Relationship Id="rId24" Type="http://schemas.openxmlformats.org/officeDocument/2006/relationships/tags" Target="../tags/tag2681.xml"/><Relationship Id="rId25" Type="http://schemas.openxmlformats.org/officeDocument/2006/relationships/tags" Target="../tags/tag2682.xml"/><Relationship Id="rId26" Type="http://schemas.openxmlformats.org/officeDocument/2006/relationships/tags" Target="../tags/tag2683.xml"/><Relationship Id="rId27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tags" Target="../tags/tag2684.xml"/><Relationship Id="rId2" Type="http://schemas.openxmlformats.org/officeDocument/2006/relationships/tags" Target="../tags/tag2685.xml"/><Relationship Id="rId3" Type="http://schemas.openxmlformats.org/officeDocument/2006/relationships/tags" Target="../tags/tag2686.xml"/><Relationship Id="rId4" Type="http://schemas.openxmlformats.org/officeDocument/2006/relationships/tags" Target="../tags/tag2687.xml"/><Relationship Id="rId5" Type="http://schemas.openxmlformats.org/officeDocument/2006/relationships/tags" Target="../tags/tag2688.xml"/><Relationship Id="rId6" Type="http://schemas.openxmlformats.org/officeDocument/2006/relationships/tags" Target="../tags/tag2689.xml"/><Relationship Id="rId7" Type="http://schemas.openxmlformats.org/officeDocument/2006/relationships/tags" Target="../tags/tag2690.xml"/><Relationship Id="rId8" Type="http://schemas.openxmlformats.org/officeDocument/2006/relationships/tags" Target="../tags/tag2691.xml"/><Relationship Id="rId9" Type="http://schemas.openxmlformats.org/officeDocument/2006/relationships/tags" Target="../tags/tag2692.xml"/><Relationship Id="rId10" Type="http://schemas.openxmlformats.org/officeDocument/2006/relationships/tags" Target="../tags/tag2693.xml"/><Relationship Id="rId11" Type="http://schemas.openxmlformats.org/officeDocument/2006/relationships/tags" Target="../tags/tag2694.xml"/><Relationship Id="rId12" Type="http://schemas.openxmlformats.org/officeDocument/2006/relationships/tags" Target="../tags/tag2695.xml"/><Relationship Id="rId13" Type="http://schemas.openxmlformats.org/officeDocument/2006/relationships/tags" Target="../tags/tag2696.xml"/><Relationship Id="rId14" Type="http://schemas.openxmlformats.org/officeDocument/2006/relationships/tags" Target="../tags/tag2697.xml"/><Relationship Id="rId15" Type="http://schemas.openxmlformats.org/officeDocument/2006/relationships/tags" Target="../tags/tag2698.xml"/><Relationship Id="rId16" Type="http://schemas.openxmlformats.org/officeDocument/2006/relationships/tags" Target="../tags/tag2699.xml"/><Relationship Id="rId17" Type="http://schemas.openxmlformats.org/officeDocument/2006/relationships/tags" Target="../tags/tag2700.xml"/><Relationship Id="rId18" Type="http://schemas.openxmlformats.org/officeDocument/2006/relationships/tags" Target="../tags/tag2701.xml"/><Relationship Id="rId19" Type="http://schemas.openxmlformats.org/officeDocument/2006/relationships/tags" Target="../tags/tag2702.xml"/><Relationship Id="rId20" Type="http://schemas.openxmlformats.org/officeDocument/2006/relationships/tags" Target="../tags/tag2703.xml"/><Relationship Id="rId21" Type="http://schemas.openxmlformats.org/officeDocument/2006/relationships/image" Target="../media/image1.png"/><Relationship Id="rId22" Type="http://schemas.openxmlformats.org/officeDocument/2006/relationships/tags" Target="../tags/tag2704.xml"/><Relationship Id="rId23" Type="http://schemas.openxmlformats.org/officeDocument/2006/relationships/tags" Target="../tags/tag2705.xml"/><Relationship Id="rId24" Type="http://schemas.openxmlformats.org/officeDocument/2006/relationships/tags" Target="../tags/tag2706.xml"/><Relationship Id="rId25" Type="http://schemas.openxmlformats.org/officeDocument/2006/relationships/tags" Target="../tags/tag2707.xml"/><Relationship Id="rId26" Type="http://schemas.openxmlformats.org/officeDocument/2006/relationships/tags" Target="../tags/tag2708.xml"/><Relationship Id="rId27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tags" Target="../tags/tag2709.xml"/><Relationship Id="rId2" Type="http://schemas.openxmlformats.org/officeDocument/2006/relationships/tags" Target="../tags/tag2710.xml"/><Relationship Id="rId3" Type="http://schemas.openxmlformats.org/officeDocument/2006/relationships/tags" Target="../tags/tag2711.xml"/><Relationship Id="rId4" Type="http://schemas.openxmlformats.org/officeDocument/2006/relationships/tags" Target="../tags/tag2712.xml"/><Relationship Id="rId5" Type="http://schemas.openxmlformats.org/officeDocument/2006/relationships/tags" Target="../tags/tag2713.xml"/><Relationship Id="rId6" Type="http://schemas.openxmlformats.org/officeDocument/2006/relationships/tags" Target="../tags/tag2714.xml"/><Relationship Id="rId7" Type="http://schemas.openxmlformats.org/officeDocument/2006/relationships/tags" Target="../tags/tag2715.xml"/><Relationship Id="rId8" Type="http://schemas.openxmlformats.org/officeDocument/2006/relationships/tags" Target="../tags/tag2716.xml"/><Relationship Id="rId9" Type="http://schemas.openxmlformats.org/officeDocument/2006/relationships/tags" Target="../tags/tag2717.xml"/><Relationship Id="rId10" Type="http://schemas.openxmlformats.org/officeDocument/2006/relationships/tags" Target="../tags/tag2718.xml"/><Relationship Id="rId11" Type="http://schemas.openxmlformats.org/officeDocument/2006/relationships/tags" Target="../tags/tag2719.xml"/><Relationship Id="rId12" Type="http://schemas.openxmlformats.org/officeDocument/2006/relationships/tags" Target="../tags/tag2720.xml"/><Relationship Id="rId13" Type="http://schemas.openxmlformats.org/officeDocument/2006/relationships/tags" Target="../tags/tag2721.xml"/><Relationship Id="rId14" Type="http://schemas.openxmlformats.org/officeDocument/2006/relationships/tags" Target="../tags/tag2722.xml"/><Relationship Id="rId15" Type="http://schemas.openxmlformats.org/officeDocument/2006/relationships/tags" Target="../tags/tag2723.xml"/><Relationship Id="rId16" Type="http://schemas.openxmlformats.org/officeDocument/2006/relationships/tags" Target="../tags/tag2724.xml"/><Relationship Id="rId17" Type="http://schemas.openxmlformats.org/officeDocument/2006/relationships/tags" Target="../tags/tag2725.xml"/><Relationship Id="rId18" Type="http://schemas.openxmlformats.org/officeDocument/2006/relationships/tags" Target="../tags/tag2726.xml"/><Relationship Id="rId19" Type="http://schemas.openxmlformats.org/officeDocument/2006/relationships/tags" Target="../tags/tag2727.xml"/><Relationship Id="rId20" Type="http://schemas.openxmlformats.org/officeDocument/2006/relationships/tags" Target="../tags/tag2728.xml"/><Relationship Id="rId21" Type="http://schemas.openxmlformats.org/officeDocument/2006/relationships/image" Target="../media/image1.png"/><Relationship Id="rId22" Type="http://schemas.openxmlformats.org/officeDocument/2006/relationships/tags" Target="../tags/tag2729.xml"/><Relationship Id="rId23" Type="http://schemas.openxmlformats.org/officeDocument/2006/relationships/tags" Target="../tags/tag2730.xml"/><Relationship Id="rId24" Type="http://schemas.openxmlformats.org/officeDocument/2006/relationships/tags" Target="../tags/tag2731.xml"/><Relationship Id="rId25" Type="http://schemas.openxmlformats.org/officeDocument/2006/relationships/tags" Target="../tags/tag2732.xml"/><Relationship Id="rId26" Type="http://schemas.openxmlformats.org/officeDocument/2006/relationships/tags" Target="../tags/tag2733.xml"/><Relationship Id="rId27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tags" Target="../tags/tag2734.xml"/><Relationship Id="rId2" Type="http://schemas.openxmlformats.org/officeDocument/2006/relationships/tags" Target="../tags/tag2735.xml"/><Relationship Id="rId3" Type="http://schemas.openxmlformats.org/officeDocument/2006/relationships/tags" Target="../tags/tag2736.xml"/><Relationship Id="rId4" Type="http://schemas.openxmlformats.org/officeDocument/2006/relationships/tags" Target="../tags/tag2737.xml"/><Relationship Id="rId5" Type="http://schemas.openxmlformats.org/officeDocument/2006/relationships/tags" Target="../tags/tag2738.xml"/><Relationship Id="rId6" Type="http://schemas.openxmlformats.org/officeDocument/2006/relationships/tags" Target="../tags/tag2739.xml"/><Relationship Id="rId7" Type="http://schemas.openxmlformats.org/officeDocument/2006/relationships/tags" Target="../tags/tag2740.xml"/><Relationship Id="rId8" Type="http://schemas.openxmlformats.org/officeDocument/2006/relationships/tags" Target="../tags/tag2741.xml"/><Relationship Id="rId9" Type="http://schemas.openxmlformats.org/officeDocument/2006/relationships/tags" Target="../tags/tag2742.xml"/><Relationship Id="rId10" Type="http://schemas.openxmlformats.org/officeDocument/2006/relationships/tags" Target="../tags/tag2743.xml"/><Relationship Id="rId11" Type="http://schemas.openxmlformats.org/officeDocument/2006/relationships/tags" Target="../tags/tag2744.xml"/><Relationship Id="rId12" Type="http://schemas.openxmlformats.org/officeDocument/2006/relationships/tags" Target="../tags/tag2745.xml"/><Relationship Id="rId13" Type="http://schemas.openxmlformats.org/officeDocument/2006/relationships/tags" Target="../tags/tag2746.xml"/><Relationship Id="rId14" Type="http://schemas.openxmlformats.org/officeDocument/2006/relationships/tags" Target="../tags/tag2747.xml"/><Relationship Id="rId15" Type="http://schemas.openxmlformats.org/officeDocument/2006/relationships/tags" Target="../tags/tag2748.xml"/><Relationship Id="rId16" Type="http://schemas.openxmlformats.org/officeDocument/2006/relationships/tags" Target="../tags/tag2749.xml"/><Relationship Id="rId17" Type="http://schemas.openxmlformats.org/officeDocument/2006/relationships/tags" Target="../tags/tag2750.xml"/><Relationship Id="rId18" Type="http://schemas.openxmlformats.org/officeDocument/2006/relationships/tags" Target="../tags/tag2751.xml"/><Relationship Id="rId19" Type="http://schemas.openxmlformats.org/officeDocument/2006/relationships/tags" Target="../tags/tag2752.xml"/><Relationship Id="rId20" Type="http://schemas.openxmlformats.org/officeDocument/2006/relationships/tags" Target="../tags/tag2753.xml"/><Relationship Id="rId21" Type="http://schemas.openxmlformats.org/officeDocument/2006/relationships/image" Target="../media/image1.png"/><Relationship Id="rId22" Type="http://schemas.openxmlformats.org/officeDocument/2006/relationships/tags" Target="../tags/tag2754.xml"/><Relationship Id="rId23" Type="http://schemas.openxmlformats.org/officeDocument/2006/relationships/tags" Target="../tags/tag2755.xml"/><Relationship Id="rId24" Type="http://schemas.openxmlformats.org/officeDocument/2006/relationships/tags" Target="../tags/tag2756.xml"/><Relationship Id="rId25" Type="http://schemas.openxmlformats.org/officeDocument/2006/relationships/tags" Target="../tags/tag2757.xml"/><Relationship Id="rId26" Type="http://schemas.openxmlformats.org/officeDocument/2006/relationships/tags" Target="../tags/tag2758.xml"/><Relationship Id="rId27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tags" Target="../tags/tag2759.xml"/><Relationship Id="rId2" Type="http://schemas.openxmlformats.org/officeDocument/2006/relationships/tags" Target="../tags/tag2760.xml"/><Relationship Id="rId3" Type="http://schemas.openxmlformats.org/officeDocument/2006/relationships/tags" Target="../tags/tag2761.xml"/><Relationship Id="rId4" Type="http://schemas.openxmlformats.org/officeDocument/2006/relationships/tags" Target="../tags/tag2762.xml"/><Relationship Id="rId5" Type="http://schemas.openxmlformats.org/officeDocument/2006/relationships/tags" Target="../tags/tag2763.xml"/><Relationship Id="rId6" Type="http://schemas.openxmlformats.org/officeDocument/2006/relationships/tags" Target="../tags/tag2764.xml"/><Relationship Id="rId7" Type="http://schemas.openxmlformats.org/officeDocument/2006/relationships/tags" Target="../tags/tag2765.xml"/><Relationship Id="rId8" Type="http://schemas.openxmlformats.org/officeDocument/2006/relationships/tags" Target="../tags/tag2766.xml"/><Relationship Id="rId9" Type="http://schemas.openxmlformats.org/officeDocument/2006/relationships/tags" Target="../tags/tag2767.xml"/><Relationship Id="rId10" Type="http://schemas.openxmlformats.org/officeDocument/2006/relationships/tags" Target="../tags/tag2768.xml"/><Relationship Id="rId11" Type="http://schemas.openxmlformats.org/officeDocument/2006/relationships/tags" Target="../tags/tag2769.xml"/><Relationship Id="rId12" Type="http://schemas.openxmlformats.org/officeDocument/2006/relationships/tags" Target="../tags/tag2770.xml"/><Relationship Id="rId13" Type="http://schemas.openxmlformats.org/officeDocument/2006/relationships/tags" Target="../tags/tag2771.xml"/><Relationship Id="rId14" Type="http://schemas.openxmlformats.org/officeDocument/2006/relationships/tags" Target="../tags/tag2772.xml"/><Relationship Id="rId15" Type="http://schemas.openxmlformats.org/officeDocument/2006/relationships/tags" Target="../tags/tag2773.xml"/><Relationship Id="rId16" Type="http://schemas.openxmlformats.org/officeDocument/2006/relationships/tags" Target="../tags/tag2774.xml"/><Relationship Id="rId17" Type="http://schemas.openxmlformats.org/officeDocument/2006/relationships/tags" Target="../tags/tag2775.xml"/><Relationship Id="rId18" Type="http://schemas.openxmlformats.org/officeDocument/2006/relationships/tags" Target="../tags/tag2776.xml"/><Relationship Id="rId19" Type="http://schemas.openxmlformats.org/officeDocument/2006/relationships/tags" Target="../tags/tag2777.xml"/><Relationship Id="rId20" Type="http://schemas.openxmlformats.org/officeDocument/2006/relationships/tags" Target="../tags/tag2778.xml"/><Relationship Id="rId21" Type="http://schemas.openxmlformats.org/officeDocument/2006/relationships/image" Target="../media/image1.png"/><Relationship Id="rId22" Type="http://schemas.openxmlformats.org/officeDocument/2006/relationships/tags" Target="../tags/tag2779.xml"/><Relationship Id="rId23" Type="http://schemas.openxmlformats.org/officeDocument/2006/relationships/tags" Target="../tags/tag2780.xml"/><Relationship Id="rId24" Type="http://schemas.openxmlformats.org/officeDocument/2006/relationships/tags" Target="../tags/tag2781.xml"/><Relationship Id="rId25" Type="http://schemas.openxmlformats.org/officeDocument/2006/relationships/tags" Target="../tags/tag2782.xml"/><Relationship Id="rId26" Type="http://schemas.openxmlformats.org/officeDocument/2006/relationships/tags" Target="../tags/tag2783.xml"/><Relationship Id="rId27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tags" Target="../tags/tag2784.xml"/><Relationship Id="rId2" Type="http://schemas.openxmlformats.org/officeDocument/2006/relationships/tags" Target="../tags/tag2785.xml"/><Relationship Id="rId3" Type="http://schemas.openxmlformats.org/officeDocument/2006/relationships/tags" Target="../tags/tag2786.xml"/><Relationship Id="rId4" Type="http://schemas.openxmlformats.org/officeDocument/2006/relationships/tags" Target="../tags/tag2787.xml"/><Relationship Id="rId5" Type="http://schemas.openxmlformats.org/officeDocument/2006/relationships/tags" Target="../tags/tag2788.xml"/><Relationship Id="rId6" Type="http://schemas.openxmlformats.org/officeDocument/2006/relationships/tags" Target="../tags/tag2789.xml"/><Relationship Id="rId7" Type="http://schemas.openxmlformats.org/officeDocument/2006/relationships/tags" Target="../tags/tag2790.xml"/><Relationship Id="rId8" Type="http://schemas.openxmlformats.org/officeDocument/2006/relationships/tags" Target="../tags/tag2791.xml"/><Relationship Id="rId9" Type="http://schemas.openxmlformats.org/officeDocument/2006/relationships/tags" Target="../tags/tag2792.xml"/><Relationship Id="rId10" Type="http://schemas.openxmlformats.org/officeDocument/2006/relationships/tags" Target="../tags/tag2793.xml"/><Relationship Id="rId11" Type="http://schemas.openxmlformats.org/officeDocument/2006/relationships/tags" Target="../tags/tag2794.xml"/><Relationship Id="rId12" Type="http://schemas.openxmlformats.org/officeDocument/2006/relationships/tags" Target="../tags/tag2795.xml"/><Relationship Id="rId13" Type="http://schemas.openxmlformats.org/officeDocument/2006/relationships/tags" Target="../tags/tag2796.xml"/><Relationship Id="rId14" Type="http://schemas.openxmlformats.org/officeDocument/2006/relationships/tags" Target="../tags/tag2797.xml"/><Relationship Id="rId15" Type="http://schemas.openxmlformats.org/officeDocument/2006/relationships/tags" Target="../tags/tag2798.xml"/><Relationship Id="rId16" Type="http://schemas.openxmlformats.org/officeDocument/2006/relationships/tags" Target="../tags/tag2799.xml"/><Relationship Id="rId17" Type="http://schemas.openxmlformats.org/officeDocument/2006/relationships/tags" Target="../tags/tag2800.xml"/><Relationship Id="rId18" Type="http://schemas.openxmlformats.org/officeDocument/2006/relationships/tags" Target="../tags/tag2801.xml"/><Relationship Id="rId19" Type="http://schemas.openxmlformats.org/officeDocument/2006/relationships/tags" Target="../tags/tag2802.xml"/><Relationship Id="rId20" Type="http://schemas.openxmlformats.org/officeDocument/2006/relationships/tags" Target="../tags/tag2803.xml"/><Relationship Id="rId21" Type="http://schemas.openxmlformats.org/officeDocument/2006/relationships/image" Target="../media/image1.png"/><Relationship Id="rId22" Type="http://schemas.openxmlformats.org/officeDocument/2006/relationships/tags" Target="../tags/tag2804.xml"/><Relationship Id="rId23" Type="http://schemas.openxmlformats.org/officeDocument/2006/relationships/tags" Target="../tags/tag2805.xml"/><Relationship Id="rId24" Type="http://schemas.openxmlformats.org/officeDocument/2006/relationships/tags" Target="../tags/tag2806.xml"/><Relationship Id="rId25" Type="http://schemas.openxmlformats.org/officeDocument/2006/relationships/tags" Target="../tags/tag2807.xml"/><Relationship Id="rId26" Type="http://schemas.openxmlformats.org/officeDocument/2006/relationships/tags" Target="../tags/tag2808.xml"/><Relationship Id="rId27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tags" Target="../tags/tag2809.xml"/><Relationship Id="rId2" Type="http://schemas.openxmlformats.org/officeDocument/2006/relationships/tags" Target="../tags/tag2810.xml"/><Relationship Id="rId3" Type="http://schemas.openxmlformats.org/officeDocument/2006/relationships/tags" Target="../tags/tag2811.xml"/><Relationship Id="rId4" Type="http://schemas.openxmlformats.org/officeDocument/2006/relationships/tags" Target="../tags/tag2812.xml"/><Relationship Id="rId5" Type="http://schemas.openxmlformats.org/officeDocument/2006/relationships/tags" Target="../tags/tag2813.xml"/><Relationship Id="rId6" Type="http://schemas.openxmlformats.org/officeDocument/2006/relationships/tags" Target="../tags/tag2814.xml"/><Relationship Id="rId7" Type="http://schemas.openxmlformats.org/officeDocument/2006/relationships/tags" Target="../tags/tag2815.xml"/><Relationship Id="rId8" Type="http://schemas.openxmlformats.org/officeDocument/2006/relationships/tags" Target="../tags/tag2816.xml"/><Relationship Id="rId9" Type="http://schemas.openxmlformats.org/officeDocument/2006/relationships/tags" Target="../tags/tag2817.xml"/><Relationship Id="rId10" Type="http://schemas.openxmlformats.org/officeDocument/2006/relationships/tags" Target="../tags/tag2818.xml"/><Relationship Id="rId11" Type="http://schemas.openxmlformats.org/officeDocument/2006/relationships/tags" Target="../tags/tag2819.xml"/><Relationship Id="rId12" Type="http://schemas.openxmlformats.org/officeDocument/2006/relationships/tags" Target="../tags/tag2820.xml"/><Relationship Id="rId13" Type="http://schemas.openxmlformats.org/officeDocument/2006/relationships/tags" Target="../tags/tag2821.xml"/><Relationship Id="rId14" Type="http://schemas.openxmlformats.org/officeDocument/2006/relationships/tags" Target="../tags/tag2822.xml"/><Relationship Id="rId15" Type="http://schemas.openxmlformats.org/officeDocument/2006/relationships/tags" Target="../tags/tag2823.xml"/><Relationship Id="rId16" Type="http://schemas.openxmlformats.org/officeDocument/2006/relationships/tags" Target="../tags/tag2824.xml"/><Relationship Id="rId17" Type="http://schemas.openxmlformats.org/officeDocument/2006/relationships/tags" Target="../tags/tag2825.xml"/><Relationship Id="rId18" Type="http://schemas.openxmlformats.org/officeDocument/2006/relationships/tags" Target="../tags/tag2826.xml"/><Relationship Id="rId19" Type="http://schemas.openxmlformats.org/officeDocument/2006/relationships/tags" Target="../tags/tag2827.xml"/><Relationship Id="rId20" Type="http://schemas.openxmlformats.org/officeDocument/2006/relationships/tags" Target="../tags/tag2828.xml"/><Relationship Id="rId21" Type="http://schemas.openxmlformats.org/officeDocument/2006/relationships/image" Target="../media/image1.png"/><Relationship Id="rId22" Type="http://schemas.openxmlformats.org/officeDocument/2006/relationships/tags" Target="../tags/tag2829.xml"/><Relationship Id="rId23" Type="http://schemas.openxmlformats.org/officeDocument/2006/relationships/tags" Target="../tags/tag2830.xml"/><Relationship Id="rId24" Type="http://schemas.openxmlformats.org/officeDocument/2006/relationships/tags" Target="../tags/tag2831.xml"/><Relationship Id="rId25" Type="http://schemas.openxmlformats.org/officeDocument/2006/relationships/tags" Target="../tags/tag2832.xml"/><Relationship Id="rId26" Type="http://schemas.openxmlformats.org/officeDocument/2006/relationships/tags" Target="../tags/tag2833.xml"/><Relationship Id="rId27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tags" Target="../tags/tag2834.xml"/><Relationship Id="rId2" Type="http://schemas.openxmlformats.org/officeDocument/2006/relationships/tags" Target="../tags/tag2835.xml"/><Relationship Id="rId3" Type="http://schemas.openxmlformats.org/officeDocument/2006/relationships/tags" Target="../tags/tag2836.xml"/><Relationship Id="rId4" Type="http://schemas.openxmlformats.org/officeDocument/2006/relationships/tags" Target="../tags/tag2837.xml"/><Relationship Id="rId5" Type="http://schemas.openxmlformats.org/officeDocument/2006/relationships/tags" Target="../tags/tag2838.xml"/><Relationship Id="rId6" Type="http://schemas.openxmlformats.org/officeDocument/2006/relationships/tags" Target="../tags/tag2839.xml"/><Relationship Id="rId7" Type="http://schemas.openxmlformats.org/officeDocument/2006/relationships/tags" Target="../tags/tag2840.xml"/><Relationship Id="rId8" Type="http://schemas.openxmlformats.org/officeDocument/2006/relationships/tags" Target="../tags/tag2841.xml"/><Relationship Id="rId9" Type="http://schemas.openxmlformats.org/officeDocument/2006/relationships/tags" Target="../tags/tag2842.xml"/><Relationship Id="rId10" Type="http://schemas.openxmlformats.org/officeDocument/2006/relationships/tags" Target="../tags/tag2843.xml"/><Relationship Id="rId11" Type="http://schemas.openxmlformats.org/officeDocument/2006/relationships/tags" Target="../tags/tag2844.xml"/><Relationship Id="rId12" Type="http://schemas.openxmlformats.org/officeDocument/2006/relationships/tags" Target="../tags/tag2845.xml"/><Relationship Id="rId13" Type="http://schemas.openxmlformats.org/officeDocument/2006/relationships/tags" Target="../tags/tag2846.xml"/><Relationship Id="rId14" Type="http://schemas.openxmlformats.org/officeDocument/2006/relationships/tags" Target="../tags/tag2847.xml"/><Relationship Id="rId15" Type="http://schemas.openxmlformats.org/officeDocument/2006/relationships/tags" Target="../tags/tag2848.xml"/><Relationship Id="rId16" Type="http://schemas.openxmlformats.org/officeDocument/2006/relationships/tags" Target="../tags/tag2849.xml"/><Relationship Id="rId17" Type="http://schemas.openxmlformats.org/officeDocument/2006/relationships/tags" Target="../tags/tag2850.xml"/><Relationship Id="rId18" Type="http://schemas.openxmlformats.org/officeDocument/2006/relationships/tags" Target="../tags/tag2851.xml"/><Relationship Id="rId19" Type="http://schemas.openxmlformats.org/officeDocument/2006/relationships/tags" Target="../tags/tag2852.xml"/><Relationship Id="rId20" Type="http://schemas.openxmlformats.org/officeDocument/2006/relationships/tags" Target="../tags/tag2853.xml"/><Relationship Id="rId21" Type="http://schemas.openxmlformats.org/officeDocument/2006/relationships/image" Target="../media/image1.png"/><Relationship Id="rId22" Type="http://schemas.openxmlformats.org/officeDocument/2006/relationships/tags" Target="../tags/tag2854.xml"/><Relationship Id="rId23" Type="http://schemas.openxmlformats.org/officeDocument/2006/relationships/tags" Target="../tags/tag2855.xml"/><Relationship Id="rId24" Type="http://schemas.openxmlformats.org/officeDocument/2006/relationships/tags" Target="../tags/tag2856.xml"/><Relationship Id="rId25" Type="http://schemas.openxmlformats.org/officeDocument/2006/relationships/tags" Target="../tags/tag2857.xml"/><Relationship Id="rId26" Type="http://schemas.openxmlformats.org/officeDocument/2006/relationships/tags" Target="../tags/tag2858.xml"/><Relationship Id="rId27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tags" Target="../tags/tag2859.xml"/><Relationship Id="rId2" Type="http://schemas.openxmlformats.org/officeDocument/2006/relationships/tags" Target="../tags/tag2860.xml"/><Relationship Id="rId3" Type="http://schemas.openxmlformats.org/officeDocument/2006/relationships/tags" Target="../tags/tag2861.xml"/><Relationship Id="rId4" Type="http://schemas.openxmlformats.org/officeDocument/2006/relationships/tags" Target="../tags/tag2862.xml"/><Relationship Id="rId5" Type="http://schemas.openxmlformats.org/officeDocument/2006/relationships/tags" Target="../tags/tag2863.xml"/><Relationship Id="rId6" Type="http://schemas.openxmlformats.org/officeDocument/2006/relationships/tags" Target="../tags/tag2864.xml"/><Relationship Id="rId7" Type="http://schemas.openxmlformats.org/officeDocument/2006/relationships/tags" Target="../tags/tag2865.xml"/><Relationship Id="rId8" Type="http://schemas.openxmlformats.org/officeDocument/2006/relationships/tags" Target="../tags/tag2866.xml"/><Relationship Id="rId9" Type="http://schemas.openxmlformats.org/officeDocument/2006/relationships/tags" Target="../tags/tag2867.xml"/><Relationship Id="rId10" Type="http://schemas.openxmlformats.org/officeDocument/2006/relationships/tags" Target="../tags/tag2868.xml"/><Relationship Id="rId11" Type="http://schemas.openxmlformats.org/officeDocument/2006/relationships/tags" Target="../tags/tag2869.xml"/><Relationship Id="rId12" Type="http://schemas.openxmlformats.org/officeDocument/2006/relationships/tags" Target="../tags/tag2870.xml"/><Relationship Id="rId13" Type="http://schemas.openxmlformats.org/officeDocument/2006/relationships/tags" Target="../tags/tag2871.xml"/><Relationship Id="rId14" Type="http://schemas.openxmlformats.org/officeDocument/2006/relationships/tags" Target="../tags/tag2872.xml"/><Relationship Id="rId15" Type="http://schemas.openxmlformats.org/officeDocument/2006/relationships/tags" Target="../tags/tag2873.xml"/><Relationship Id="rId16" Type="http://schemas.openxmlformats.org/officeDocument/2006/relationships/tags" Target="../tags/tag2874.xml"/><Relationship Id="rId17" Type="http://schemas.openxmlformats.org/officeDocument/2006/relationships/tags" Target="../tags/tag2875.xml"/><Relationship Id="rId18" Type="http://schemas.openxmlformats.org/officeDocument/2006/relationships/tags" Target="../tags/tag2876.xml"/><Relationship Id="rId19" Type="http://schemas.openxmlformats.org/officeDocument/2006/relationships/tags" Target="../tags/tag2877.xml"/><Relationship Id="rId20" Type="http://schemas.openxmlformats.org/officeDocument/2006/relationships/tags" Target="../tags/tag2878.xml"/><Relationship Id="rId21" Type="http://schemas.openxmlformats.org/officeDocument/2006/relationships/image" Target="../media/image1.png"/><Relationship Id="rId22" Type="http://schemas.openxmlformats.org/officeDocument/2006/relationships/tags" Target="../tags/tag2879.xml"/><Relationship Id="rId23" Type="http://schemas.openxmlformats.org/officeDocument/2006/relationships/tags" Target="../tags/tag2880.xml"/><Relationship Id="rId24" Type="http://schemas.openxmlformats.org/officeDocument/2006/relationships/tags" Target="../tags/tag2881.xml"/><Relationship Id="rId25" Type="http://schemas.openxmlformats.org/officeDocument/2006/relationships/tags" Target="../tags/tag2882.xml"/><Relationship Id="rId26" Type="http://schemas.openxmlformats.org/officeDocument/2006/relationships/tags" Target="../tags/tag2883.xml"/><Relationship Id="rId27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tags" Target="../tags/tag2884.xml"/><Relationship Id="rId2" Type="http://schemas.openxmlformats.org/officeDocument/2006/relationships/tags" Target="../tags/tag2885.xml"/><Relationship Id="rId3" Type="http://schemas.openxmlformats.org/officeDocument/2006/relationships/tags" Target="../tags/tag2886.xml"/><Relationship Id="rId4" Type="http://schemas.openxmlformats.org/officeDocument/2006/relationships/tags" Target="../tags/tag2887.xml"/><Relationship Id="rId5" Type="http://schemas.openxmlformats.org/officeDocument/2006/relationships/tags" Target="../tags/tag2888.xml"/><Relationship Id="rId6" Type="http://schemas.openxmlformats.org/officeDocument/2006/relationships/tags" Target="../tags/tag2889.xml"/><Relationship Id="rId7" Type="http://schemas.openxmlformats.org/officeDocument/2006/relationships/tags" Target="../tags/tag2890.xml"/><Relationship Id="rId8" Type="http://schemas.openxmlformats.org/officeDocument/2006/relationships/tags" Target="../tags/tag2891.xml"/><Relationship Id="rId9" Type="http://schemas.openxmlformats.org/officeDocument/2006/relationships/tags" Target="../tags/tag2892.xml"/><Relationship Id="rId10" Type="http://schemas.openxmlformats.org/officeDocument/2006/relationships/tags" Target="../tags/tag2893.xml"/><Relationship Id="rId11" Type="http://schemas.openxmlformats.org/officeDocument/2006/relationships/tags" Target="../tags/tag2894.xml"/><Relationship Id="rId12" Type="http://schemas.openxmlformats.org/officeDocument/2006/relationships/tags" Target="../tags/tag2895.xml"/><Relationship Id="rId13" Type="http://schemas.openxmlformats.org/officeDocument/2006/relationships/tags" Target="../tags/tag2896.xml"/><Relationship Id="rId14" Type="http://schemas.openxmlformats.org/officeDocument/2006/relationships/tags" Target="../tags/tag2897.xml"/><Relationship Id="rId15" Type="http://schemas.openxmlformats.org/officeDocument/2006/relationships/tags" Target="../tags/tag2898.xml"/><Relationship Id="rId16" Type="http://schemas.openxmlformats.org/officeDocument/2006/relationships/tags" Target="../tags/tag2899.xml"/><Relationship Id="rId17" Type="http://schemas.openxmlformats.org/officeDocument/2006/relationships/tags" Target="../tags/tag2900.xml"/><Relationship Id="rId18" Type="http://schemas.openxmlformats.org/officeDocument/2006/relationships/tags" Target="../tags/tag2901.xml"/><Relationship Id="rId19" Type="http://schemas.openxmlformats.org/officeDocument/2006/relationships/tags" Target="../tags/tag2902.xml"/><Relationship Id="rId20" Type="http://schemas.openxmlformats.org/officeDocument/2006/relationships/tags" Target="../tags/tag2903.xml"/><Relationship Id="rId21" Type="http://schemas.openxmlformats.org/officeDocument/2006/relationships/image" Target="../media/image1.png"/><Relationship Id="rId22" Type="http://schemas.openxmlformats.org/officeDocument/2006/relationships/tags" Target="../tags/tag2904.xml"/><Relationship Id="rId23" Type="http://schemas.openxmlformats.org/officeDocument/2006/relationships/tags" Target="../tags/tag2905.xml"/><Relationship Id="rId24" Type="http://schemas.openxmlformats.org/officeDocument/2006/relationships/tags" Target="../tags/tag2906.xml"/><Relationship Id="rId25" Type="http://schemas.openxmlformats.org/officeDocument/2006/relationships/tags" Target="../tags/tag2907.xml"/><Relationship Id="rId26" Type="http://schemas.openxmlformats.org/officeDocument/2006/relationships/tags" Target="../tags/tag2908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第08章 低代码应用开发与AI编程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08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1.【第08章·低代码应用开发与AI编程】瀑布式开发方法属于哪一类?____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结构化(生命周期法)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敏捷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42811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DevOps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瀑布/SDLC 属结构化方法,强调阶段顺序推进;敏捷、DevOps、低代码是后续演进。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57008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2.【第08章·低代码应用开发与AI编程】敏捷 / Scrum 强调?____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迭代增量、用户故事、看板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一次性交付全部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无版本控制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拒绝沟通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敏捷以迭代增量、用户故事、看板为核心,强调小步快跑与持续反馈。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351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3.【第08章·低代码应用开发与AI编程】架构模式 MVC 主要强调?____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6482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关注点分离(视图/控制器/模型)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把所有代码写一起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只用数据库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取消界面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MVC 通过视图、控制器、模型分层实现关注点分离,便于维护与复用。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709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4.【第08章·低代码应用开发与AI编程】原型法中,"抛弃型原型"主要用于?____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验证需求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作为最终系统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替代测试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压缩代码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1343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抛弃型原型用于快速验证需求,验证后即弃;演化型才长成最终系统。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137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5.【第08章·低代码应用开发与AI编程】低代码的理论基础 MDD 是指?____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680021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模型驱动开发(Model-Driven Development)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手动部署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内存数据库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多端分发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154680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MDD 以模型为中心驱动开发,低代码/可视化编程是其体现。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08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6.【第08章·低代码应用开发与AI编程】项目需要复杂图形界面与多步骤业务流程,应优先选?____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低代码应用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纯大模型对话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524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低代码应用具备独立 UI 与复杂业务逻辑,适合表单/流程/报告类产品形态。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8629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7.【第08章·低代码应用开发与AI编程】Coze AI 编程的核心闭环是?____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编写→编译→运行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3484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描述→预览→对话修正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设计→编码→测试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需求→采购→上线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Agentic Coding 以自然语言描述,经预览与对话式修正迭代,最终部署。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5007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8.【第08章·低代码应用开发与AI编程】低代码应用中,可给按钮绑定什么事件实现前后端联动?____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11150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"点击时调用工作流"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无法绑定任何事件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仅能换颜色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只能刷新页面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9819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事件绑定让前端 UI 与后端工作流联动,如按钮"点击时调用工作流"并传参。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08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9.【第08章·低代码应用开发与AI编程】智能体与低代码应用的主要区别是?____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9724"/>
            <a:ext cx="8462645" cy="47561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智能体以对话为核心(LUI);低代码应用有独立 UI 与业务逻辑</a:t>
            </a:r>
            <a:endParaRPr lang="en-US" altLang="en-US" sz="2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二者完全相同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智能体不能对话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低代码不能发布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智能体以对话交互为主;低代码应用是产品化完整形态,含独立界面与复杂流程。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46340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10.【第08章·低代码应用开发与AI编程】在 Coze 中,"技能 Skill"与"集成服务"的关系通常是?____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34797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Skill=可见工具;集成服务=底层实现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集成服务是用户界面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2345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Skill 是数据库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2262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Skill 是用户可见的工具(知识库中的 Skill 即工具),集成服务是底层实现(模型/数据库/存储/搜索)。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59.xml><?xml version="1.0" encoding="utf-8"?>
<p:tagLst xmlns:p="http://schemas.openxmlformats.org/presentationml/2006/main">
  <p:tag name="RAINPROBLEM" val="ProblemRemarkBoard"/>
</p:tagLst>
</file>

<file path=ppt/tags/tag2660.xml><?xml version="1.0" encoding="utf-8"?>
<p:tagLst xmlns:p="http://schemas.openxmlformats.org/presentationml/2006/main">
  <p:tag name="RAINPROBLEMTYPE" val="ProblemTypeMarker"/>
</p:tagLst>
</file>

<file path=ppt/tags/tag2661.xml><?xml version="1.0" encoding="utf-8"?>
<p:tagLst xmlns:p="http://schemas.openxmlformats.org/presentationml/2006/main">
  <p:tag name="RAINPROBLEMTYPE" val="ProblemTypeMarker"/>
</p:tagLst>
</file>

<file path=ppt/tags/tag2662.xml><?xml version="1.0" encoding="utf-8"?>
<p:tagLst xmlns:p="http://schemas.openxmlformats.org/presentationml/2006/main">
  <p:tag name="RAINPROBLEMTYPE" val="ProblemTypeMarker"/>
</p:tagLst>
</file>

<file path=ppt/tags/tag2663.xml><?xml version="1.0" encoding="utf-8"?>
<p:tagLst xmlns:p="http://schemas.openxmlformats.org/presentationml/2006/main">
  <p:tag name="RAINPROBLEMTYPE" val="ProblemTypeMarker"/>
</p:tagLst>
</file>

<file path=ppt/tags/tag2664.xml><?xml version="1.0" encoding="utf-8"?>
<p:tagLst xmlns:p="http://schemas.openxmlformats.org/presentationml/2006/main">
  <p:tag name="RAINPROBLEMTYPE" val="ProblemTypeMarker"/>
</p:tagLst>
</file>

<file path=ppt/tags/tag2665.xml><?xml version="1.0" encoding="utf-8"?>
<p:tagLst xmlns:p="http://schemas.openxmlformats.org/presentationml/2006/main">
  <p:tag name="RAINPROBLEM" val="ProblemBody"/>
</p:tagLst>
</file>

<file path=ppt/tags/tag2666.xml><?xml version="1.0" encoding="utf-8"?>
<p:tagLst xmlns:p="http://schemas.openxmlformats.org/presentationml/2006/main">
  <p:tag name="RAINPROBLEM" val="ProblemItem"/>
</p:tagLst>
</file>

<file path=ppt/tags/tag26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68.xml><?xml version="1.0" encoding="utf-8"?>
<p:tagLst xmlns:p="http://schemas.openxmlformats.org/presentationml/2006/main">
  <p:tag name="RAINPROBLEM" val="ProblemItem"/>
</p:tagLst>
</file>

<file path=ppt/tags/tag26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70.xml><?xml version="1.0" encoding="utf-8"?>
<p:tagLst xmlns:p="http://schemas.openxmlformats.org/presentationml/2006/main">
  <p:tag name="RAINPROBLEM" val="ProblemItem"/>
</p:tagLst>
</file>

<file path=ppt/tags/tag26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72.xml><?xml version="1.0" encoding="utf-8"?>
<p:tagLst xmlns:p="http://schemas.openxmlformats.org/presentationml/2006/main">
  <p:tag name="RAINPROBLEM" val="ProblemItem"/>
</p:tagLst>
</file>

<file path=ppt/tags/tag26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74.xml><?xml version="1.0" encoding="utf-8"?>
<p:tagLst xmlns:p="http://schemas.openxmlformats.org/presentationml/2006/main">
  <p:tag name="PROBLEMREMARKTITLE" val="ProblemRemarkBoardTitle"/>
</p:tagLst>
</file>

<file path=ppt/tags/tag2675.xml><?xml version="1.0" encoding="utf-8"?>
<p:tagLst xmlns:p="http://schemas.openxmlformats.org/presentationml/2006/main">
  <p:tag name="PROBLEMREMARKTITLE" val="ProblemRemarkBoardTitle"/>
</p:tagLst>
</file>

<file path=ppt/tags/tag2676.xml><?xml version="1.0" encoding="utf-8"?>
<p:tagLst xmlns:p="http://schemas.openxmlformats.org/presentationml/2006/main">
  <p:tag name="PROBLEMREMARKTITLE" val="ProblemRemarkBoardTitle"/>
</p:tagLst>
</file>

<file path=ppt/tags/tag2677.xml><?xml version="1.0" encoding="utf-8"?>
<p:tagLst xmlns:p="http://schemas.openxmlformats.org/presentationml/2006/main">
  <p:tag name="PROBLEMREMARKTITLE" val="ProblemRemarkBoardTitle"/>
</p:tagLst>
</file>

<file path=ppt/tags/tag2678.xml><?xml version="1.0" encoding="utf-8"?>
<p:tagLst xmlns:p="http://schemas.openxmlformats.org/presentationml/2006/main">
  <p:tag name="RAINPROBLEM" val="ProblemSetting"/>
  <p:tag name="RAINPROBLEMTYPE" val="MultipleChoice"/>
</p:tagLst>
</file>

<file path=ppt/tags/tag2679.xml><?xml version="1.0" encoding="utf-8"?>
<p:tagLst xmlns:p="http://schemas.openxmlformats.org/presentationml/2006/main">
  <p:tag name="PROBLEMREMARKTITLE" val="ProblemRemarkBoardTip"/>
</p:tagLst>
</file>

<file path=ppt/tags/tag2680.xml><?xml version="1.0" encoding="utf-8"?>
<p:tagLst xmlns:p="http://schemas.openxmlformats.org/presentationml/2006/main">
  <p:tag name="RAINPROBLEM" val="ProblemRemark"/>
</p:tagLst>
</file>

<file path=ppt/tags/tag2681.xml><?xml version="1.0" encoding="utf-8"?>
<p:tagLst xmlns:p="http://schemas.openxmlformats.org/presentationml/2006/main">
  <p:tag name="RAINPROBLEM" val="ProblemRemark"/>
</p:tagLst>
</file>

<file path=ppt/tags/tag2682.xml><?xml version="1.0" encoding="utf-8"?>
<p:tagLst xmlns:p="http://schemas.openxmlformats.org/presentationml/2006/main">
  <p:tag name="RAINPROBLEM" val="ProblemSubmit"/>
  <p:tag name="RAINPROBLEMTYPE" val="MultipleChoice"/>
</p:tagLst>
</file>

<file path=ppt/tags/tag2683.xml><?xml version="1.0" encoding="utf-8"?>
<p:tagLst xmlns:p="http://schemas.openxmlformats.org/presentationml/2006/main">
  <p:tag name="RAINPROBLEM" val="MultipleChoice"/>
  <p:tag name="PROBLEMHASREMARK" val="True"/>
</p:tagLst>
</file>

<file path=ppt/tags/tag2684.xml><?xml version="1.0" encoding="utf-8"?>
<p:tagLst xmlns:p="http://schemas.openxmlformats.org/presentationml/2006/main">
  <p:tag name="RAINPROBLEM" val="ProblemRemarkBoard"/>
</p:tagLst>
</file>

<file path=ppt/tags/tag2685.xml><?xml version="1.0" encoding="utf-8"?>
<p:tagLst xmlns:p="http://schemas.openxmlformats.org/presentationml/2006/main">
  <p:tag name="RAINPROBLEMTYPE" val="ProblemTypeMarker"/>
</p:tagLst>
</file>

<file path=ppt/tags/tag2686.xml><?xml version="1.0" encoding="utf-8"?>
<p:tagLst xmlns:p="http://schemas.openxmlformats.org/presentationml/2006/main">
  <p:tag name="RAINPROBLEMTYPE" val="ProblemTypeMarker"/>
</p:tagLst>
</file>

<file path=ppt/tags/tag2687.xml><?xml version="1.0" encoding="utf-8"?>
<p:tagLst xmlns:p="http://schemas.openxmlformats.org/presentationml/2006/main">
  <p:tag name="RAINPROBLEMTYPE" val="ProblemTypeMarker"/>
</p:tagLst>
</file>

<file path=ppt/tags/tag2688.xml><?xml version="1.0" encoding="utf-8"?>
<p:tagLst xmlns:p="http://schemas.openxmlformats.org/presentationml/2006/main">
  <p:tag name="RAINPROBLEMTYPE" val="ProblemTypeMarker"/>
</p:tagLst>
</file>

<file path=ppt/tags/tag2689.xml><?xml version="1.0" encoding="utf-8"?>
<p:tagLst xmlns:p="http://schemas.openxmlformats.org/presentationml/2006/main">
  <p:tag name="RAINPROBLEMTYPE" val="ProblemTypeMarker"/>
</p:tagLst>
</file>

<file path=ppt/tags/tag2690.xml><?xml version="1.0" encoding="utf-8"?>
<p:tagLst xmlns:p="http://schemas.openxmlformats.org/presentationml/2006/main">
  <p:tag name="RAINPROBLEM" val="ProblemBody"/>
</p:tagLst>
</file>

<file path=ppt/tags/tag2691.xml><?xml version="1.0" encoding="utf-8"?>
<p:tagLst xmlns:p="http://schemas.openxmlformats.org/presentationml/2006/main">
  <p:tag name="RAINPROBLEM" val="ProblemItem"/>
</p:tagLst>
</file>

<file path=ppt/tags/tag26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93.xml><?xml version="1.0" encoding="utf-8"?>
<p:tagLst xmlns:p="http://schemas.openxmlformats.org/presentationml/2006/main">
  <p:tag name="RAINPROBLEM" val="ProblemItem"/>
</p:tagLst>
</file>

<file path=ppt/tags/tag26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95.xml><?xml version="1.0" encoding="utf-8"?>
<p:tagLst xmlns:p="http://schemas.openxmlformats.org/presentationml/2006/main">
  <p:tag name="RAINPROBLEM" val="ProblemItem"/>
</p:tagLst>
</file>

<file path=ppt/tags/tag26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97.xml><?xml version="1.0" encoding="utf-8"?>
<p:tagLst xmlns:p="http://schemas.openxmlformats.org/presentationml/2006/main">
  <p:tag name="RAINPROBLEM" val="ProblemItem"/>
</p:tagLst>
</file>

<file path=ppt/tags/tag26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99.xml><?xml version="1.0" encoding="utf-8"?>
<p:tagLst xmlns:p="http://schemas.openxmlformats.org/presentationml/2006/main">
  <p:tag name="PROBLEMREMARKTITLE" val="ProblemRemarkBoardTitle"/>
</p:tagLst>
</file>

<file path=ppt/tags/tag2700.xml><?xml version="1.0" encoding="utf-8"?>
<p:tagLst xmlns:p="http://schemas.openxmlformats.org/presentationml/2006/main">
  <p:tag name="PROBLEMREMARKTITLE" val="ProblemRemarkBoardTitle"/>
</p:tagLst>
</file>

<file path=ppt/tags/tag2701.xml><?xml version="1.0" encoding="utf-8"?>
<p:tagLst xmlns:p="http://schemas.openxmlformats.org/presentationml/2006/main">
  <p:tag name="PROBLEMREMARKTITLE" val="ProblemRemarkBoardTitle"/>
</p:tagLst>
</file>

<file path=ppt/tags/tag2702.xml><?xml version="1.0" encoding="utf-8"?>
<p:tagLst xmlns:p="http://schemas.openxmlformats.org/presentationml/2006/main">
  <p:tag name="PROBLEMREMARKTITLE" val="ProblemRemarkBoardTitle"/>
</p:tagLst>
</file>

<file path=ppt/tags/tag2703.xml><?xml version="1.0" encoding="utf-8"?>
<p:tagLst xmlns:p="http://schemas.openxmlformats.org/presentationml/2006/main">
  <p:tag name="RAINPROBLEM" val="ProblemSetting"/>
  <p:tag name="RAINPROBLEMTYPE" val="MultipleChoice"/>
</p:tagLst>
</file>

<file path=ppt/tags/tag2704.xml><?xml version="1.0" encoding="utf-8"?>
<p:tagLst xmlns:p="http://schemas.openxmlformats.org/presentationml/2006/main">
  <p:tag name="PROBLEMREMARKTITLE" val="ProblemRemarkBoardTip"/>
</p:tagLst>
</file>

<file path=ppt/tags/tag2705.xml><?xml version="1.0" encoding="utf-8"?>
<p:tagLst xmlns:p="http://schemas.openxmlformats.org/presentationml/2006/main">
  <p:tag name="RAINPROBLEM" val="ProblemRemark"/>
</p:tagLst>
</file>

<file path=ppt/tags/tag2706.xml><?xml version="1.0" encoding="utf-8"?>
<p:tagLst xmlns:p="http://schemas.openxmlformats.org/presentationml/2006/main">
  <p:tag name="RAINPROBLEM" val="ProblemRemark"/>
</p:tagLst>
</file>

<file path=ppt/tags/tag2707.xml><?xml version="1.0" encoding="utf-8"?>
<p:tagLst xmlns:p="http://schemas.openxmlformats.org/presentationml/2006/main">
  <p:tag name="RAINPROBLEM" val="ProblemSubmit"/>
  <p:tag name="RAINPROBLEMTYPE" val="MultipleChoice"/>
</p:tagLst>
</file>

<file path=ppt/tags/tag2708.xml><?xml version="1.0" encoding="utf-8"?>
<p:tagLst xmlns:p="http://schemas.openxmlformats.org/presentationml/2006/main">
  <p:tag name="RAINPROBLEM" val="MultipleChoice"/>
  <p:tag name="PROBLEMHASREMARK" val="True"/>
</p:tagLst>
</file>

<file path=ppt/tags/tag2709.xml><?xml version="1.0" encoding="utf-8"?>
<p:tagLst xmlns:p="http://schemas.openxmlformats.org/presentationml/2006/main">
  <p:tag name="RAINPROBLEM" val="ProblemRemarkBoard"/>
</p:tagLst>
</file>

<file path=ppt/tags/tag2710.xml><?xml version="1.0" encoding="utf-8"?>
<p:tagLst xmlns:p="http://schemas.openxmlformats.org/presentationml/2006/main">
  <p:tag name="RAINPROBLEMTYPE" val="ProblemTypeMarker"/>
</p:tagLst>
</file>

<file path=ppt/tags/tag2711.xml><?xml version="1.0" encoding="utf-8"?>
<p:tagLst xmlns:p="http://schemas.openxmlformats.org/presentationml/2006/main">
  <p:tag name="RAINPROBLEMTYPE" val="ProblemTypeMarker"/>
</p:tagLst>
</file>

<file path=ppt/tags/tag2712.xml><?xml version="1.0" encoding="utf-8"?>
<p:tagLst xmlns:p="http://schemas.openxmlformats.org/presentationml/2006/main">
  <p:tag name="RAINPROBLEMTYPE" val="ProblemTypeMarker"/>
</p:tagLst>
</file>

<file path=ppt/tags/tag2713.xml><?xml version="1.0" encoding="utf-8"?>
<p:tagLst xmlns:p="http://schemas.openxmlformats.org/presentationml/2006/main">
  <p:tag name="RAINPROBLEMTYPE" val="ProblemTypeMarker"/>
</p:tagLst>
</file>

<file path=ppt/tags/tag2714.xml><?xml version="1.0" encoding="utf-8"?>
<p:tagLst xmlns:p="http://schemas.openxmlformats.org/presentationml/2006/main">
  <p:tag name="RAINPROBLEMTYPE" val="ProblemTypeMarker"/>
</p:tagLst>
</file>

<file path=ppt/tags/tag2715.xml><?xml version="1.0" encoding="utf-8"?>
<p:tagLst xmlns:p="http://schemas.openxmlformats.org/presentationml/2006/main">
  <p:tag name="RAINPROBLEM" val="ProblemBody"/>
</p:tagLst>
</file>

<file path=ppt/tags/tag2716.xml><?xml version="1.0" encoding="utf-8"?>
<p:tagLst xmlns:p="http://schemas.openxmlformats.org/presentationml/2006/main">
  <p:tag name="RAINPROBLEM" val="ProblemItem"/>
</p:tagLst>
</file>

<file path=ppt/tags/tag27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18.xml><?xml version="1.0" encoding="utf-8"?>
<p:tagLst xmlns:p="http://schemas.openxmlformats.org/presentationml/2006/main">
  <p:tag name="RAINPROBLEM" val="ProblemItem"/>
</p:tagLst>
</file>

<file path=ppt/tags/tag27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20.xml><?xml version="1.0" encoding="utf-8"?>
<p:tagLst xmlns:p="http://schemas.openxmlformats.org/presentationml/2006/main">
  <p:tag name="RAINPROBLEM" val="ProblemItem"/>
</p:tagLst>
</file>

<file path=ppt/tags/tag27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22.xml><?xml version="1.0" encoding="utf-8"?>
<p:tagLst xmlns:p="http://schemas.openxmlformats.org/presentationml/2006/main">
  <p:tag name="RAINPROBLEM" val="ProblemItem"/>
</p:tagLst>
</file>

<file path=ppt/tags/tag27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24.xml><?xml version="1.0" encoding="utf-8"?>
<p:tagLst xmlns:p="http://schemas.openxmlformats.org/presentationml/2006/main">
  <p:tag name="PROBLEMREMARKTITLE" val="ProblemRemarkBoardTitle"/>
</p:tagLst>
</file>

<file path=ppt/tags/tag2725.xml><?xml version="1.0" encoding="utf-8"?>
<p:tagLst xmlns:p="http://schemas.openxmlformats.org/presentationml/2006/main">
  <p:tag name="PROBLEMREMARKTITLE" val="ProblemRemarkBoardTitle"/>
</p:tagLst>
</file>

<file path=ppt/tags/tag2726.xml><?xml version="1.0" encoding="utf-8"?>
<p:tagLst xmlns:p="http://schemas.openxmlformats.org/presentationml/2006/main">
  <p:tag name="PROBLEMREMARKTITLE" val="ProblemRemarkBoardTitle"/>
</p:tagLst>
</file>

<file path=ppt/tags/tag2727.xml><?xml version="1.0" encoding="utf-8"?>
<p:tagLst xmlns:p="http://schemas.openxmlformats.org/presentationml/2006/main">
  <p:tag name="PROBLEMREMARKTITLE" val="ProblemRemarkBoardTitle"/>
</p:tagLst>
</file>

<file path=ppt/tags/tag2728.xml><?xml version="1.0" encoding="utf-8"?>
<p:tagLst xmlns:p="http://schemas.openxmlformats.org/presentationml/2006/main">
  <p:tag name="RAINPROBLEM" val="ProblemSetting"/>
  <p:tag name="RAINPROBLEMTYPE" val="MultipleChoice"/>
</p:tagLst>
</file>

<file path=ppt/tags/tag2729.xml><?xml version="1.0" encoding="utf-8"?>
<p:tagLst xmlns:p="http://schemas.openxmlformats.org/presentationml/2006/main">
  <p:tag name="PROBLEMREMARKTITLE" val="ProblemRemarkBoardTip"/>
</p:tagLst>
</file>

<file path=ppt/tags/tag2730.xml><?xml version="1.0" encoding="utf-8"?>
<p:tagLst xmlns:p="http://schemas.openxmlformats.org/presentationml/2006/main">
  <p:tag name="RAINPROBLEM" val="ProblemRemark"/>
</p:tagLst>
</file>

<file path=ppt/tags/tag2731.xml><?xml version="1.0" encoding="utf-8"?>
<p:tagLst xmlns:p="http://schemas.openxmlformats.org/presentationml/2006/main">
  <p:tag name="RAINPROBLEM" val="ProblemRemark"/>
</p:tagLst>
</file>

<file path=ppt/tags/tag2732.xml><?xml version="1.0" encoding="utf-8"?>
<p:tagLst xmlns:p="http://schemas.openxmlformats.org/presentationml/2006/main">
  <p:tag name="RAINPROBLEM" val="ProblemSubmit"/>
  <p:tag name="RAINPROBLEMTYPE" val="MultipleChoice"/>
</p:tagLst>
</file>

<file path=ppt/tags/tag2733.xml><?xml version="1.0" encoding="utf-8"?>
<p:tagLst xmlns:p="http://schemas.openxmlformats.org/presentationml/2006/main">
  <p:tag name="RAINPROBLEM" val="MultipleChoice"/>
  <p:tag name="PROBLEMHASREMARK" val="True"/>
</p:tagLst>
</file>

<file path=ppt/tags/tag2734.xml><?xml version="1.0" encoding="utf-8"?>
<p:tagLst xmlns:p="http://schemas.openxmlformats.org/presentationml/2006/main">
  <p:tag name="RAINPROBLEM" val="ProblemRemarkBoard"/>
</p:tagLst>
</file>

<file path=ppt/tags/tag2735.xml><?xml version="1.0" encoding="utf-8"?>
<p:tagLst xmlns:p="http://schemas.openxmlformats.org/presentationml/2006/main">
  <p:tag name="RAINPROBLEMTYPE" val="ProblemTypeMarker"/>
</p:tagLst>
</file>

<file path=ppt/tags/tag2736.xml><?xml version="1.0" encoding="utf-8"?>
<p:tagLst xmlns:p="http://schemas.openxmlformats.org/presentationml/2006/main">
  <p:tag name="RAINPROBLEMTYPE" val="ProblemTypeMarker"/>
</p:tagLst>
</file>

<file path=ppt/tags/tag2737.xml><?xml version="1.0" encoding="utf-8"?>
<p:tagLst xmlns:p="http://schemas.openxmlformats.org/presentationml/2006/main">
  <p:tag name="RAINPROBLEMTYPE" val="ProblemTypeMarker"/>
</p:tagLst>
</file>

<file path=ppt/tags/tag2738.xml><?xml version="1.0" encoding="utf-8"?>
<p:tagLst xmlns:p="http://schemas.openxmlformats.org/presentationml/2006/main">
  <p:tag name="RAINPROBLEMTYPE" val="ProblemTypeMarker"/>
</p:tagLst>
</file>

<file path=ppt/tags/tag2739.xml><?xml version="1.0" encoding="utf-8"?>
<p:tagLst xmlns:p="http://schemas.openxmlformats.org/presentationml/2006/main">
  <p:tag name="RAINPROBLEMTYPE" val="ProblemTypeMarker"/>
</p:tagLst>
</file>

<file path=ppt/tags/tag2740.xml><?xml version="1.0" encoding="utf-8"?>
<p:tagLst xmlns:p="http://schemas.openxmlformats.org/presentationml/2006/main">
  <p:tag name="RAINPROBLEM" val="ProblemBody"/>
</p:tagLst>
</file>

<file path=ppt/tags/tag2741.xml><?xml version="1.0" encoding="utf-8"?>
<p:tagLst xmlns:p="http://schemas.openxmlformats.org/presentationml/2006/main">
  <p:tag name="RAINPROBLEM" val="ProblemItem"/>
</p:tagLst>
</file>

<file path=ppt/tags/tag27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43.xml><?xml version="1.0" encoding="utf-8"?>
<p:tagLst xmlns:p="http://schemas.openxmlformats.org/presentationml/2006/main">
  <p:tag name="RAINPROBLEM" val="ProblemItem"/>
</p:tagLst>
</file>

<file path=ppt/tags/tag27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45.xml><?xml version="1.0" encoding="utf-8"?>
<p:tagLst xmlns:p="http://schemas.openxmlformats.org/presentationml/2006/main">
  <p:tag name="RAINPROBLEM" val="ProblemItem"/>
</p:tagLst>
</file>

<file path=ppt/tags/tag27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47.xml><?xml version="1.0" encoding="utf-8"?>
<p:tagLst xmlns:p="http://schemas.openxmlformats.org/presentationml/2006/main">
  <p:tag name="RAINPROBLEM" val="ProblemItem"/>
</p:tagLst>
</file>

<file path=ppt/tags/tag27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49.xml><?xml version="1.0" encoding="utf-8"?>
<p:tagLst xmlns:p="http://schemas.openxmlformats.org/presentationml/2006/main">
  <p:tag name="PROBLEMREMARKTITLE" val="ProblemRemarkBoardTitle"/>
</p:tagLst>
</file>

<file path=ppt/tags/tag2750.xml><?xml version="1.0" encoding="utf-8"?>
<p:tagLst xmlns:p="http://schemas.openxmlformats.org/presentationml/2006/main">
  <p:tag name="PROBLEMREMARKTITLE" val="ProblemRemarkBoardTitle"/>
</p:tagLst>
</file>

<file path=ppt/tags/tag2751.xml><?xml version="1.0" encoding="utf-8"?>
<p:tagLst xmlns:p="http://schemas.openxmlformats.org/presentationml/2006/main">
  <p:tag name="PROBLEMREMARKTITLE" val="ProblemRemarkBoardTitle"/>
</p:tagLst>
</file>

<file path=ppt/tags/tag2752.xml><?xml version="1.0" encoding="utf-8"?>
<p:tagLst xmlns:p="http://schemas.openxmlformats.org/presentationml/2006/main">
  <p:tag name="PROBLEMREMARKTITLE" val="ProblemRemarkBoardTitle"/>
</p:tagLst>
</file>

<file path=ppt/tags/tag2753.xml><?xml version="1.0" encoding="utf-8"?>
<p:tagLst xmlns:p="http://schemas.openxmlformats.org/presentationml/2006/main">
  <p:tag name="RAINPROBLEM" val="ProblemSetting"/>
  <p:tag name="RAINPROBLEMTYPE" val="MultipleChoice"/>
</p:tagLst>
</file>

<file path=ppt/tags/tag2754.xml><?xml version="1.0" encoding="utf-8"?>
<p:tagLst xmlns:p="http://schemas.openxmlformats.org/presentationml/2006/main">
  <p:tag name="PROBLEMREMARKTITLE" val="ProblemRemarkBoardTip"/>
</p:tagLst>
</file>

<file path=ppt/tags/tag2755.xml><?xml version="1.0" encoding="utf-8"?>
<p:tagLst xmlns:p="http://schemas.openxmlformats.org/presentationml/2006/main">
  <p:tag name="RAINPROBLEM" val="ProblemRemark"/>
</p:tagLst>
</file>

<file path=ppt/tags/tag2756.xml><?xml version="1.0" encoding="utf-8"?>
<p:tagLst xmlns:p="http://schemas.openxmlformats.org/presentationml/2006/main">
  <p:tag name="RAINPROBLEM" val="ProblemRemark"/>
</p:tagLst>
</file>

<file path=ppt/tags/tag2757.xml><?xml version="1.0" encoding="utf-8"?>
<p:tagLst xmlns:p="http://schemas.openxmlformats.org/presentationml/2006/main">
  <p:tag name="RAINPROBLEM" val="ProblemSubmit"/>
  <p:tag name="RAINPROBLEMTYPE" val="MultipleChoice"/>
</p:tagLst>
</file>

<file path=ppt/tags/tag2758.xml><?xml version="1.0" encoding="utf-8"?>
<p:tagLst xmlns:p="http://schemas.openxmlformats.org/presentationml/2006/main">
  <p:tag name="RAINPROBLEM" val="MultipleChoice"/>
  <p:tag name="PROBLEMHASREMARK" val="True"/>
</p:tagLst>
</file>

<file path=ppt/tags/tag2759.xml><?xml version="1.0" encoding="utf-8"?>
<p:tagLst xmlns:p="http://schemas.openxmlformats.org/presentationml/2006/main">
  <p:tag name="RAINPROBLEM" val="ProblemRemarkBoard"/>
</p:tagLst>
</file>

<file path=ppt/tags/tag2760.xml><?xml version="1.0" encoding="utf-8"?>
<p:tagLst xmlns:p="http://schemas.openxmlformats.org/presentationml/2006/main">
  <p:tag name="RAINPROBLEMTYPE" val="ProblemTypeMarker"/>
</p:tagLst>
</file>

<file path=ppt/tags/tag2761.xml><?xml version="1.0" encoding="utf-8"?>
<p:tagLst xmlns:p="http://schemas.openxmlformats.org/presentationml/2006/main">
  <p:tag name="RAINPROBLEMTYPE" val="ProblemTypeMarker"/>
</p:tagLst>
</file>

<file path=ppt/tags/tag2762.xml><?xml version="1.0" encoding="utf-8"?>
<p:tagLst xmlns:p="http://schemas.openxmlformats.org/presentationml/2006/main">
  <p:tag name="RAINPROBLEMTYPE" val="ProblemTypeMarker"/>
</p:tagLst>
</file>

<file path=ppt/tags/tag2763.xml><?xml version="1.0" encoding="utf-8"?>
<p:tagLst xmlns:p="http://schemas.openxmlformats.org/presentationml/2006/main">
  <p:tag name="RAINPROBLEMTYPE" val="ProblemTypeMarker"/>
</p:tagLst>
</file>

<file path=ppt/tags/tag2764.xml><?xml version="1.0" encoding="utf-8"?>
<p:tagLst xmlns:p="http://schemas.openxmlformats.org/presentationml/2006/main">
  <p:tag name="RAINPROBLEMTYPE" val="ProblemTypeMarker"/>
</p:tagLst>
</file>

<file path=ppt/tags/tag2765.xml><?xml version="1.0" encoding="utf-8"?>
<p:tagLst xmlns:p="http://schemas.openxmlformats.org/presentationml/2006/main">
  <p:tag name="RAINPROBLEM" val="ProblemBody"/>
</p:tagLst>
</file>

<file path=ppt/tags/tag2766.xml><?xml version="1.0" encoding="utf-8"?>
<p:tagLst xmlns:p="http://schemas.openxmlformats.org/presentationml/2006/main">
  <p:tag name="RAINPROBLEM" val="ProblemItem"/>
</p:tagLst>
</file>

<file path=ppt/tags/tag27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68.xml><?xml version="1.0" encoding="utf-8"?>
<p:tagLst xmlns:p="http://schemas.openxmlformats.org/presentationml/2006/main">
  <p:tag name="RAINPROBLEM" val="ProblemItem"/>
</p:tagLst>
</file>

<file path=ppt/tags/tag27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0.xml><?xml version="1.0" encoding="utf-8"?>
<p:tagLst xmlns:p="http://schemas.openxmlformats.org/presentationml/2006/main">
  <p:tag name="RAINPROBLEM" val="ProblemItem"/>
</p:tagLst>
</file>

<file path=ppt/tags/tag27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2.xml><?xml version="1.0" encoding="utf-8"?>
<p:tagLst xmlns:p="http://schemas.openxmlformats.org/presentationml/2006/main">
  <p:tag name="RAINPROBLEM" val="ProblemItem"/>
</p:tagLst>
</file>

<file path=ppt/tags/tag27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74.xml><?xml version="1.0" encoding="utf-8"?>
<p:tagLst xmlns:p="http://schemas.openxmlformats.org/presentationml/2006/main">
  <p:tag name="PROBLEMREMARKTITLE" val="ProblemRemarkBoardTitle"/>
</p:tagLst>
</file>

<file path=ppt/tags/tag2775.xml><?xml version="1.0" encoding="utf-8"?>
<p:tagLst xmlns:p="http://schemas.openxmlformats.org/presentationml/2006/main">
  <p:tag name="PROBLEMREMARKTITLE" val="ProblemRemarkBoardTitle"/>
</p:tagLst>
</file>

<file path=ppt/tags/tag2776.xml><?xml version="1.0" encoding="utf-8"?>
<p:tagLst xmlns:p="http://schemas.openxmlformats.org/presentationml/2006/main">
  <p:tag name="PROBLEMREMARKTITLE" val="ProblemRemarkBoardTitle"/>
</p:tagLst>
</file>

<file path=ppt/tags/tag2777.xml><?xml version="1.0" encoding="utf-8"?>
<p:tagLst xmlns:p="http://schemas.openxmlformats.org/presentationml/2006/main">
  <p:tag name="PROBLEMREMARKTITLE" val="ProblemRemarkBoardTitle"/>
</p:tagLst>
</file>

<file path=ppt/tags/tag2778.xml><?xml version="1.0" encoding="utf-8"?>
<p:tagLst xmlns:p="http://schemas.openxmlformats.org/presentationml/2006/main">
  <p:tag name="RAINPROBLEM" val="ProblemSetting"/>
  <p:tag name="RAINPROBLEMTYPE" val="MultipleChoice"/>
</p:tagLst>
</file>

<file path=ppt/tags/tag2779.xml><?xml version="1.0" encoding="utf-8"?>
<p:tagLst xmlns:p="http://schemas.openxmlformats.org/presentationml/2006/main">
  <p:tag name="PROBLEMREMARKTITLE" val="ProblemRemarkBoardTip"/>
</p:tagLst>
</file>

<file path=ppt/tags/tag2780.xml><?xml version="1.0" encoding="utf-8"?>
<p:tagLst xmlns:p="http://schemas.openxmlformats.org/presentationml/2006/main">
  <p:tag name="RAINPROBLEM" val="ProblemRemark"/>
</p:tagLst>
</file>

<file path=ppt/tags/tag2781.xml><?xml version="1.0" encoding="utf-8"?>
<p:tagLst xmlns:p="http://schemas.openxmlformats.org/presentationml/2006/main">
  <p:tag name="RAINPROBLEM" val="ProblemRemark"/>
</p:tagLst>
</file>

<file path=ppt/tags/tag2782.xml><?xml version="1.0" encoding="utf-8"?>
<p:tagLst xmlns:p="http://schemas.openxmlformats.org/presentationml/2006/main">
  <p:tag name="RAINPROBLEM" val="ProblemSubmit"/>
  <p:tag name="RAINPROBLEMTYPE" val="MultipleChoice"/>
</p:tagLst>
</file>

<file path=ppt/tags/tag2783.xml><?xml version="1.0" encoding="utf-8"?>
<p:tagLst xmlns:p="http://schemas.openxmlformats.org/presentationml/2006/main">
  <p:tag name="RAINPROBLEM" val="MultipleChoice"/>
  <p:tag name="PROBLEMHASREMARK" val="True"/>
</p:tagLst>
</file>

<file path=ppt/tags/tag2784.xml><?xml version="1.0" encoding="utf-8"?>
<p:tagLst xmlns:p="http://schemas.openxmlformats.org/presentationml/2006/main">
  <p:tag name="RAINPROBLEM" val="ProblemRemarkBoard"/>
</p:tagLst>
</file>

<file path=ppt/tags/tag2785.xml><?xml version="1.0" encoding="utf-8"?>
<p:tagLst xmlns:p="http://schemas.openxmlformats.org/presentationml/2006/main">
  <p:tag name="RAINPROBLEMTYPE" val="ProblemTypeMarker"/>
</p:tagLst>
</file>

<file path=ppt/tags/tag2786.xml><?xml version="1.0" encoding="utf-8"?>
<p:tagLst xmlns:p="http://schemas.openxmlformats.org/presentationml/2006/main">
  <p:tag name="RAINPROBLEMTYPE" val="ProblemTypeMarker"/>
</p:tagLst>
</file>

<file path=ppt/tags/tag2787.xml><?xml version="1.0" encoding="utf-8"?>
<p:tagLst xmlns:p="http://schemas.openxmlformats.org/presentationml/2006/main">
  <p:tag name="RAINPROBLEMTYPE" val="ProblemTypeMarker"/>
</p:tagLst>
</file>

<file path=ppt/tags/tag2788.xml><?xml version="1.0" encoding="utf-8"?>
<p:tagLst xmlns:p="http://schemas.openxmlformats.org/presentationml/2006/main">
  <p:tag name="RAINPROBLEMTYPE" val="ProblemTypeMarker"/>
</p:tagLst>
</file>

<file path=ppt/tags/tag2789.xml><?xml version="1.0" encoding="utf-8"?>
<p:tagLst xmlns:p="http://schemas.openxmlformats.org/presentationml/2006/main">
  <p:tag name="RAINPROBLEMTYPE" val="ProblemTypeMarker"/>
</p:tagLst>
</file>

<file path=ppt/tags/tag2790.xml><?xml version="1.0" encoding="utf-8"?>
<p:tagLst xmlns:p="http://schemas.openxmlformats.org/presentationml/2006/main">
  <p:tag name="RAINPROBLEM" val="ProblemBody"/>
</p:tagLst>
</file>

<file path=ppt/tags/tag2791.xml><?xml version="1.0" encoding="utf-8"?>
<p:tagLst xmlns:p="http://schemas.openxmlformats.org/presentationml/2006/main">
  <p:tag name="RAINPROBLEM" val="ProblemItem"/>
</p:tagLst>
</file>

<file path=ppt/tags/tag27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3.xml><?xml version="1.0" encoding="utf-8"?>
<p:tagLst xmlns:p="http://schemas.openxmlformats.org/presentationml/2006/main">
  <p:tag name="RAINPROBLEM" val="ProblemItem"/>
</p:tagLst>
</file>

<file path=ppt/tags/tag27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95.xml><?xml version="1.0" encoding="utf-8"?>
<p:tagLst xmlns:p="http://schemas.openxmlformats.org/presentationml/2006/main">
  <p:tag name="RAINPROBLEM" val="ProblemItem"/>
</p:tagLst>
</file>

<file path=ppt/tags/tag27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7.xml><?xml version="1.0" encoding="utf-8"?>
<p:tagLst xmlns:p="http://schemas.openxmlformats.org/presentationml/2006/main">
  <p:tag name="RAINPROBLEM" val="ProblemItem"/>
</p:tagLst>
</file>

<file path=ppt/tags/tag27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99.xml><?xml version="1.0" encoding="utf-8"?>
<p:tagLst xmlns:p="http://schemas.openxmlformats.org/presentationml/2006/main">
  <p:tag name="PROBLEMREMARKTITLE" val="ProblemRemarkBoardTitle"/>
</p:tagLst>
</file>

<file path=ppt/tags/tag2800.xml><?xml version="1.0" encoding="utf-8"?>
<p:tagLst xmlns:p="http://schemas.openxmlformats.org/presentationml/2006/main">
  <p:tag name="PROBLEMREMARKTITLE" val="ProblemRemarkBoardTitle"/>
</p:tagLst>
</file>

<file path=ppt/tags/tag2801.xml><?xml version="1.0" encoding="utf-8"?>
<p:tagLst xmlns:p="http://schemas.openxmlformats.org/presentationml/2006/main">
  <p:tag name="PROBLEMREMARKTITLE" val="ProblemRemarkBoardTitle"/>
</p:tagLst>
</file>

<file path=ppt/tags/tag2802.xml><?xml version="1.0" encoding="utf-8"?>
<p:tagLst xmlns:p="http://schemas.openxmlformats.org/presentationml/2006/main">
  <p:tag name="PROBLEMREMARKTITLE" val="ProblemRemarkBoardTitle"/>
</p:tagLst>
</file>

<file path=ppt/tags/tag2803.xml><?xml version="1.0" encoding="utf-8"?>
<p:tagLst xmlns:p="http://schemas.openxmlformats.org/presentationml/2006/main">
  <p:tag name="RAINPROBLEM" val="ProblemSetting"/>
  <p:tag name="RAINPROBLEMTYPE" val="MultipleChoice"/>
</p:tagLst>
</file>

<file path=ppt/tags/tag2804.xml><?xml version="1.0" encoding="utf-8"?>
<p:tagLst xmlns:p="http://schemas.openxmlformats.org/presentationml/2006/main">
  <p:tag name="PROBLEMREMARKTITLE" val="ProblemRemarkBoardTip"/>
</p:tagLst>
</file>

<file path=ppt/tags/tag2805.xml><?xml version="1.0" encoding="utf-8"?>
<p:tagLst xmlns:p="http://schemas.openxmlformats.org/presentationml/2006/main">
  <p:tag name="RAINPROBLEM" val="ProblemRemark"/>
</p:tagLst>
</file>

<file path=ppt/tags/tag2806.xml><?xml version="1.0" encoding="utf-8"?>
<p:tagLst xmlns:p="http://schemas.openxmlformats.org/presentationml/2006/main">
  <p:tag name="RAINPROBLEM" val="ProblemRemark"/>
</p:tagLst>
</file>

<file path=ppt/tags/tag2807.xml><?xml version="1.0" encoding="utf-8"?>
<p:tagLst xmlns:p="http://schemas.openxmlformats.org/presentationml/2006/main">
  <p:tag name="RAINPROBLEM" val="ProblemSubmit"/>
  <p:tag name="RAINPROBLEMTYPE" val="MultipleChoice"/>
</p:tagLst>
</file>

<file path=ppt/tags/tag2808.xml><?xml version="1.0" encoding="utf-8"?>
<p:tagLst xmlns:p="http://schemas.openxmlformats.org/presentationml/2006/main">
  <p:tag name="RAINPROBLEM" val="MultipleChoice"/>
  <p:tag name="PROBLEMHASREMARK" val="True"/>
</p:tagLst>
</file>

<file path=ppt/tags/tag2809.xml><?xml version="1.0" encoding="utf-8"?>
<p:tagLst xmlns:p="http://schemas.openxmlformats.org/presentationml/2006/main">
  <p:tag name="RAINPROBLEM" val="ProblemRemarkBoard"/>
</p:tagLst>
</file>

<file path=ppt/tags/tag2810.xml><?xml version="1.0" encoding="utf-8"?>
<p:tagLst xmlns:p="http://schemas.openxmlformats.org/presentationml/2006/main">
  <p:tag name="RAINPROBLEMTYPE" val="ProblemTypeMarker"/>
</p:tagLst>
</file>

<file path=ppt/tags/tag2811.xml><?xml version="1.0" encoding="utf-8"?>
<p:tagLst xmlns:p="http://schemas.openxmlformats.org/presentationml/2006/main">
  <p:tag name="RAINPROBLEMTYPE" val="ProblemTypeMarker"/>
</p:tagLst>
</file>

<file path=ppt/tags/tag2812.xml><?xml version="1.0" encoding="utf-8"?>
<p:tagLst xmlns:p="http://schemas.openxmlformats.org/presentationml/2006/main">
  <p:tag name="RAINPROBLEMTYPE" val="ProblemTypeMarker"/>
</p:tagLst>
</file>

<file path=ppt/tags/tag2813.xml><?xml version="1.0" encoding="utf-8"?>
<p:tagLst xmlns:p="http://schemas.openxmlformats.org/presentationml/2006/main">
  <p:tag name="RAINPROBLEMTYPE" val="ProblemTypeMarker"/>
</p:tagLst>
</file>

<file path=ppt/tags/tag2814.xml><?xml version="1.0" encoding="utf-8"?>
<p:tagLst xmlns:p="http://schemas.openxmlformats.org/presentationml/2006/main">
  <p:tag name="RAINPROBLEMTYPE" val="ProblemTypeMarker"/>
</p:tagLst>
</file>

<file path=ppt/tags/tag2815.xml><?xml version="1.0" encoding="utf-8"?>
<p:tagLst xmlns:p="http://schemas.openxmlformats.org/presentationml/2006/main">
  <p:tag name="RAINPROBLEM" val="ProblemBody"/>
</p:tagLst>
</file>

<file path=ppt/tags/tag2816.xml><?xml version="1.0" encoding="utf-8"?>
<p:tagLst xmlns:p="http://schemas.openxmlformats.org/presentationml/2006/main">
  <p:tag name="RAINPROBLEM" val="ProblemItem"/>
</p:tagLst>
</file>

<file path=ppt/tags/tag28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18.xml><?xml version="1.0" encoding="utf-8"?>
<p:tagLst xmlns:p="http://schemas.openxmlformats.org/presentationml/2006/main">
  <p:tag name="RAINPROBLEM" val="ProblemItem"/>
</p:tagLst>
</file>

<file path=ppt/tags/tag281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20.xml><?xml version="1.0" encoding="utf-8"?>
<p:tagLst xmlns:p="http://schemas.openxmlformats.org/presentationml/2006/main">
  <p:tag name="RAINPROBLEM" val="ProblemItem"/>
</p:tagLst>
</file>

<file path=ppt/tags/tag28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22.xml><?xml version="1.0" encoding="utf-8"?>
<p:tagLst xmlns:p="http://schemas.openxmlformats.org/presentationml/2006/main">
  <p:tag name="RAINPROBLEM" val="ProblemItem"/>
</p:tagLst>
</file>

<file path=ppt/tags/tag28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24.xml><?xml version="1.0" encoding="utf-8"?>
<p:tagLst xmlns:p="http://schemas.openxmlformats.org/presentationml/2006/main">
  <p:tag name="PROBLEMREMARKTITLE" val="ProblemRemarkBoardTitle"/>
</p:tagLst>
</file>

<file path=ppt/tags/tag2825.xml><?xml version="1.0" encoding="utf-8"?>
<p:tagLst xmlns:p="http://schemas.openxmlformats.org/presentationml/2006/main">
  <p:tag name="PROBLEMREMARKTITLE" val="ProblemRemarkBoardTitle"/>
</p:tagLst>
</file>

<file path=ppt/tags/tag2826.xml><?xml version="1.0" encoding="utf-8"?>
<p:tagLst xmlns:p="http://schemas.openxmlformats.org/presentationml/2006/main">
  <p:tag name="PROBLEMREMARKTITLE" val="ProblemRemarkBoardTitle"/>
</p:tagLst>
</file>

<file path=ppt/tags/tag2827.xml><?xml version="1.0" encoding="utf-8"?>
<p:tagLst xmlns:p="http://schemas.openxmlformats.org/presentationml/2006/main">
  <p:tag name="PROBLEMREMARKTITLE" val="ProblemRemarkBoardTitle"/>
</p:tagLst>
</file>

<file path=ppt/tags/tag2828.xml><?xml version="1.0" encoding="utf-8"?>
<p:tagLst xmlns:p="http://schemas.openxmlformats.org/presentationml/2006/main">
  <p:tag name="RAINPROBLEM" val="ProblemSetting"/>
  <p:tag name="RAINPROBLEMTYPE" val="MultipleChoice"/>
</p:tagLst>
</file>

<file path=ppt/tags/tag2829.xml><?xml version="1.0" encoding="utf-8"?>
<p:tagLst xmlns:p="http://schemas.openxmlformats.org/presentationml/2006/main">
  <p:tag name="PROBLEMREMARKTITLE" val="ProblemRemarkBoardTip"/>
</p:tagLst>
</file>

<file path=ppt/tags/tag2830.xml><?xml version="1.0" encoding="utf-8"?>
<p:tagLst xmlns:p="http://schemas.openxmlformats.org/presentationml/2006/main">
  <p:tag name="RAINPROBLEM" val="ProblemRemark"/>
</p:tagLst>
</file>

<file path=ppt/tags/tag2831.xml><?xml version="1.0" encoding="utf-8"?>
<p:tagLst xmlns:p="http://schemas.openxmlformats.org/presentationml/2006/main">
  <p:tag name="RAINPROBLEM" val="ProblemRemark"/>
</p:tagLst>
</file>

<file path=ppt/tags/tag2832.xml><?xml version="1.0" encoding="utf-8"?>
<p:tagLst xmlns:p="http://schemas.openxmlformats.org/presentationml/2006/main">
  <p:tag name="RAINPROBLEM" val="ProblemSubmit"/>
  <p:tag name="RAINPROBLEMTYPE" val="MultipleChoice"/>
</p:tagLst>
</file>

<file path=ppt/tags/tag2833.xml><?xml version="1.0" encoding="utf-8"?>
<p:tagLst xmlns:p="http://schemas.openxmlformats.org/presentationml/2006/main">
  <p:tag name="RAINPROBLEM" val="MultipleChoice"/>
  <p:tag name="PROBLEMHASREMARK" val="True"/>
</p:tagLst>
</file>

<file path=ppt/tags/tag2834.xml><?xml version="1.0" encoding="utf-8"?>
<p:tagLst xmlns:p="http://schemas.openxmlformats.org/presentationml/2006/main">
  <p:tag name="RAINPROBLEM" val="ProblemRemarkBoard"/>
</p:tagLst>
</file>

<file path=ppt/tags/tag2835.xml><?xml version="1.0" encoding="utf-8"?>
<p:tagLst xmlns:p="http://schemas.openxmlformats.org/presentationml/2006/main">
  <p:tag name="RAINPROBLEMTYPE" val="ProblemTypeMarker"/>
</p:tagLst>
</file>

<file path=ppt/tags/tag2836.xml><?xml version="1.0" encoding="utf-8"?>
<p:tagLst xmlns:p="http://schemas.openxmlformats.org/presentationml/2006/main">
  <p:tag name="RAINPROBLEMTYPE" val="ProblemTypeMarker"/>
</p:tagLst>
</file>

<file path=ppt/tags/tag2837.xml><?xml version="1.0" encoding="utf-8"?>
<p:tagLst xmlns:p="http://schemas.openxmlformats.org/presentationml/2006/main">
  <p:tag name="RAINPROBLEMTYPE" val="ProblemTypeMarker"/>
</p:tagLst>
</file>

<file path=ppt/tags/tag2838.xml><?xml version="1.0" encoding="utf-8"?>
<p:tagLst xmlns:p="http://schemas.openxmlformats.org/presentationml/2006/main">
  <p:tag name="RAINPROBLEMTYPE" val="ProblemTypeMarker"/>
</p:tagLst>
</file>

<file path=ppt/tags/tag2839.xml><?xml version="1.0" encoding="utf-8"?>
<p:tagLst xmlns:p="http://schemas.openxmlformats.org/presentationml/2006/main">
  <p:tag name="RAINPROBLEMTYPE" val="ProblemTypeMarker"/>
</p:tagLst>
</file>

<file path=ppt/tags/tag2840.xml><?xml version="1.0" encoding="utf-8"?>
<p:tagLst xmlns:p="http://schemas.openxmlformats.org/presentationml/2006/main">
  <p:tag name="RAINPROBLEM" val="ProblemBody"/>
</p:tagLst>
</file>

<file path=ppt/tags/tag2841.xml><?xml version="1.0" encoding="utf-8"?>
<p:tagLst xmlns:p="http://schemas.openxmlformats.org/presentationml/2006/main">
  <p:tag name="RAINPROBLEM" val="ProblemItem"/>
</p:tagLst>
</file>

<file path=ppt/tags/tag28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43.xml><?xml version="1.0" encoding="utf-8"?>
<p:tagLst xmlns:p="http://schemas.openxmlformats.org/presentationml/2006/main">
  <p:tag name="RAINPROBLEM" val="ProblemItem"/>
</p:tagLst>
</file>

<file path=ppt/tags/tag28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45.xml><?xml version="1.0" encoding="utf-8"?>
<p:tagLst xmlns:p="http://schemas.openxmlformats.org/presentationml/2006/main">
  <p:tag name="RAINPROBLEM" val="ProblemItem"/>
</p:tagLst>
</file>

<file path=ppt/tags/tag28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47.xml><?xml version="1.0" encoding="utf-8"?>
<p:tagLst xmlns:p="http://schemas.openxmlformats.org/presentationml/2006/main">
  <p:tag name="RAINPROBLEM" val="ProblemItem"/>
</p:tagLst>
</file>

<file path=ppt/tags/tag28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49.xml><?xml version="1.0" encoding="utf-8"?>
<p:tagLst xmlns:p="http://schemas.openxmlformats.org/presentationml/2006/main">
  <p:tag name="PROBLEMREMARKTITLE" val="ProblemRemarkBoardTitle"/>
</p:tagLst>
</file>

<file path=ppt/tags/tag2850.xml><?xml version="1.0" encoding="utf-8"?>
<p:tagLst xmlns:p="http://schemas.openxmlformats.org/presentationml/2006/main">
  <p:tag name="PROBLEMREMARKTITLE" val="ProblemRemarkBoardTitle"/>
</p:tagLst>
</file>

<file path=ppt/tags/tag2851.xml><?xml version="1.0" encoding="utf-8"?>
<p:tagLst xmlns:p="http://schemas.openxmlformats.org/presentationml/2006/main">
  <p:tag name="PROBLEMREMARKTITLE" val="ProblemRemarkBoardTitle"/>
</p:tagLst>
</file>

<file path=ppt/tags/tag2852.xml><?xml version="1.0" encoding="utf-8"?>
<p:tagLst xmlns:p="http://schemas.openxmlformats.org/presentationml/2006/main">
  <p:tag name="PROBLEMREMARKTITLE" val="ProblemRemarkBoardTitle"/>
</p:tagLst>
</file>

<file path=ppt/tags/tag2853.xml><?xml version="1.0" encoding="utf-8"?>
<p:tagLst xmlns:p="http://schemas.openxmlformats.org/presentationml/2006/main">
  <p:tag name="RAINPROBLEM" val="ProblemSetting"/>
  <p:tag name="RAINPROBLEMTYPE" val="MultipleChoice"/>
</p:tagLst>
</file>

<file path=ppt/tags/tag2854.xml><?xml version="1.0" encoding="utf-8"?>
<p:tagLst xmlns:p="http://schemas.openxmlformats.org/presentationml/2006/main">
  <p:tag name="PROBLEMREMARKTITLE" val="ProblemRemarkBoardTip"/>
</p:tagLst>
</file>

<file path=ppt/tags/tag2855.xml><?xml version="1.0" encoding="utf-8"?>
<p:tagLst xmlns:p="http://schemas.openxmlformats.org/presentationml/2006/main">
  <p:tag name="RAINPROBLEM" val="ProblemRemark"/>
</p:tagLst>
</file>

<file path=ppt/tags/tag2856.xml><?xml version="1.0" encoding="utf-8"?>
<p:tagLst xmlns:p="http://schemas.openxmlformats.org/presentationml/2006/main">
  <p:tag name="RAINPROBLEM" val="ProblemRemark"/>
</p:tagLst>
</file>

<file path=ppt/tags/tag2857.xml><?xml version="1.0" encoding="utf-8"?>
<p:tagLst xmlns:p="http://schemas.openxmlformats.org/presentationml/2006/main">
  <p:tag name="RAINPROBLEM" val="ProblemSubmit"/>
  <p:tag name="RAINPROBLEMTYPE" val="MultipleChoice"/>
</p:tagLst>
</file>

<file path=ppt/tags/tag2858.xml><?xml version="1.0" encoding="utf-8"?>
<p:tagLst xmlns:p="http://schemas.openxmlformats.org/presentationml/2006/main">
  <p:tag name="RAINPROBLEM" val="MultipleChoice"/>
  <p:tag name="PROBLEMHASREMARK" val="True"/>
</p:tagLst>
</file>

<file path=ppt/tags/tag2859.xml><?xml version="1.0" encoding="utf-8"?>
<p:tagLst xmlns:p="http://schemas.openxmlformats.org/presentationml/2006/main">
  <p:tag name="RAINPROBLEM" val="ProblemRemarkBoard"/>
</p:tagLst>
</file>

<file path=ppt/tags/tag2860.xml><?xml version="1.0" encoding="utf-8"?>
<p:tagLst xmlns:p="http://schemas.openxmlformats.org/presentationml/2006/main">
  <p:tag name="RAINPROBLEMTYPE" val="ProblemTypeMarker"/>
</p:tagLst>
</file>

<file path=ppt/tags/tag2861.xml><?xml version="1.0" encoding="utf-8"?>
<p:tagLst xmlns:p="http://schemas.openxmlformats.org/presentationml/2006/main">
  <p:tag name="RAINPROBLEMTYPE" val="ProblemTypeMarker"/>
</p:tagLst>
</file>

<file path=ppt/tags/tag2862.xml><?xml version="1.0" encoding="utf-8"?>
<p:tagLst xmlns:p="http://schemas.openxmlformats.org/presentationml/2006/main">
  <p:tag name="RAINPROBLEMTYPE" val="ProblemTypeMarker"/>
</p:tagLst>
</file>

<file path=ppt/tags/tag2863.xml><?xml version="1.0" encoding="utf-8"?>
<p:tagLst xmlns:p="http://schemas.openxmlformats.org/presentationml/2006/main">
  <p:tag name="RAINPROBLEMTYPE" val="ProblemTypeMarker"/>
</p:tagLst>
</file>

<file path=ppt/tags/tag2864.xml><?xml version="1.0" encoding="utf-8"?>
<p:tagLst xmlns:p="http://schemas.openxmlformats.org/presentationml/2006/main">
  <p:tag name="RAINPROBLEMTYPE" val="ProblemTypeMarker"/>
</p:tagLst>
</file>

<file path=ppt/tags/tag2865.xml><?xml version="1.0" encoding="utf-8"?>
<p:tagLst xmlns:p="http://schemas.openxmlformats.org/presentationml/2006/main">
  <p:tag name="RAINPROBLEM" val="ProblemBody"/>
</p:tagLst>
</file>

<file path=ppt/tags/tag2866.xml><?xml version="1.0" encoding="utf-8"?>
<p:tagLst xmlns:p="http://schemas.openxmlformats.org/presentationml/2006/main">
  <p:tag name="RAINPROBLEM" val="ProblemItem"/>
</p:tagLst>
</file>

<file path=ppt/tags/tag28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68.xml><?xml version="1.0" encoding="utf-8"?>
<p:tagLst xmlns:p="http://schemas.openxmlformats.org/presentationml/2006/main">
  <p:tag name="RAINPROBLEM" val="ProblemItem"/>
</p:tagLst>
</file>

<file path=ppt/tags/tag28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70.xml><?xml version="1.0" encoding="utf-8"?>
<p:tagLst xmlns:p="http://schemas.openxmlformats.org/presentationml/2006/main">
  <p:tag name="RAINPROBLEM" val="ProblemItem"/>
</p:tagLst>
</file>

<file path=ppt/tags/tag28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72.xml><?xml version="1.0" encoding="utf-8"?>
<p:tagLst xmlns:p="http://schemas.openxmlformats.org/presentationml/2006/main">
  <p:tag name="RAINPROBLEM" val="ProblemItem"/>
</p:tagLst>
</file>

<file path=ppt/tags/tag28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74.xml><?xml version="1.0" encoding="utf-8"?>
<p:tagLst xmlns:p="http://schemas.openxmlformats.org/presentationml/2006/main">
  <p:tag name="PROBLEMREMARKTITLE" val="ProblemRemarkBoardTitle"/>
</p:tagLst>
</file>

<file path=ppt/tags/tag2875.xml><?xml version="1.0" encoding="utf-8"?>
<p:tagLst xmlns:p="http://schemas.openxmlformats.org/presentationml/2006/main">
  <p:tag name="PROBLEMREMARKTITLE" val="ProblemRemarkBoardTitle"/>
</p:tagLst>
</file>

<file path=ppt/tags/tag2876.xml><?xml version="1.0" encoding="utf-8"?>
<p:tagLst xmlns:p="http://schemas.openxmlformats.org/presentationml/2006/main">
  <p:tag name="PROBLEMREMARKTITLE" val="ProblemRemarkBoardTitle"/>
</p:tagLst>
</file>

<file path=ppt/tags/tag2877.xml><?xml version="1.0" encoding="utf-8"?>
<p:tagLst xmlns:p="http://schemas.openxmlformats.org/presentationml/2006/main">
  <p:tag name="PROBLEMREMARKTITLE" val="ProblemRemarkBoardTitle"/>
</p:tagLst>
</file>

<file path=ppt/tags/tag2878.xml><?xml version="1.0" encoding="utf-8"?>
<p:tagLst xmlns:p="http://schemas.openxmlformats.org/presentationml/2006/main">
  <p:tag name="RAINPROBLEM" val="ProblemSetting"/>
  <p:tag name="RAINPROBLEMTYPE" val="MultipleChoice"/>
</p:tagLst>
</file>

<file path=ppt/tags/tag2879.xml><?xml version="1.0" encoding="utf-8"?>
<p:tagLst xmlns:p="http://schemas.openxmlformats.org/presentationml/2006/main">
  <p:tag name="PROBLEMREMARKTITLE" val="ProblemRemarkBoardTip"/>
</p:tagLst>
</file>

<file path=ppt/tags/tag2880.xml><?xml version="1.0" encoding="utf-8"?>
<p:tagLst xmlns:p="http://schemas.openxmlformats.org/presentationml/2006/main">
  <p:tag name="RAINPROBLEM" val="ProblemRemark"/>
</p:tagLst>
</file>

<file path=ppt/tags/tag2881.xml><?xml version="1.0" encoding="utf-8"?>
<p:tagLst xmlns:p="http://schemas.openxmlformats.org/presentationml/2006/main">
  <p:tag name="RAINPROBLEM" val="ProblemRemark"/>
</p:tagLst>
</file>

<file path=ppt/tags/tag2882.xml><?xml version="1.0" encoding="utf-8"?>
<p:tagLst xmlns:p="http://schemas.openxmlformats.org/presentationml/2006/main">
  <p:tag name="RAINPROBLEM" val="ProblemSubmit"/>
  <p:tag name="RAINPROBLEMTYPE" val="MultipleChoice"/>
</p:tagLst>
</file>

<file path=ppt/tags/tag2883.xml><?xml version="1.0" encoding="utf-8"?>
<p:tagLst xmlns:p="http://schemas.openxmlformats.org/presentationml/2006/main">
  <p:tag name="RAINPROBLEM" val="MultipleChoice"/>
  <p:tag name="PROBLEMHASREMARK" val="True"/>
</p:tagLst>
</file>

<file path=ppt/tags/tag2884.xml><?xml version="1.0" encoding="utf-8"?>
<p:tagLst xmlns:p="http://schemas.openxmlformats.org/presentationml/2006/main">
  <p:tag name="RAINPROBLEM" val="ProblemRemarkBoard"/>
</p:tagLst>
</file>

<file path=ppt/tags/tag2885.xml><?xml version="1.0" encoding="utf-8"?>
<p:tagLst xmlns:p="http://schemas.openxmlformats.org/presentationml/2006/main">
  <p:tag name="RAINPROBLEMTYPE" val="ProblemTypeMarker"/>
</p:tagLst>
</file>

<file path=ppt/tags/tag2886.xml><?xml version="1.0" encoding="utf-8"?>
<p:tagLst xmlns:p="http://schemas.openxmlformats.org/presentationml/2006/main">
  <p:tag name="RAINPROBLEMTYPE" val="ProblemTypeMarker"/>
</p:tagLst>
</file>

<file path=ppt/tags/tag2887.xml><?xml version="1.0" encoding="utf-8"?>
<p:tagLst xmlns:p="http://schemas.openxmlformats.org/presentationml/2006/main">
  <p:tag name="RAINPROBLEMTYPE" val="ProblemTypeMarker"/>
</p:tagLst>
</file>

<file path=ppt/tags/tag2888.xml><?xml version="1.0" encoding="utf-8"?>
<p:tagLst xmlns:p="http://schemas.openxmlformats.org/presentationml/2006/main">
  <p:tag name="RAINPROBLEMTYPE" val="ProblemTypeMarker"/>
</p:tagLst>
</file>

<file path=ppt/tags/tag2889.xml><?xml version="1.0" encoding="utf-8"?>
<p:tagLst xmlns:p="http://schemas.openxmlformats.org/presentationml/2006/main">
  <p:tag name="RAINPROBLEMTYPE" val="ProblemTypeMarker"/>
</p:tagLst>
</file>

<file path=ppt/tags/tag2890.xml><?xml version="1.0" encoding="utf-8"?>
<p:tagLst xmlns:p="http://schemas.openxmlformats.org/presentationml/2006/main">
  <p:tag name="RAINPROBLEM" val="ProblemBody"/>
</p:tagLst>
</file>

<file path=ppt/tags/tag2891.xml><?xml version="1.0" encoding="utf-8"?>
<p:tagLst xmlns:p="http://schemas.openxmlformats.org/presentationml/2006/main">
  <p:tag name="RAINPROBLEM" val="ProblemItem"/>
</p:tagLst>
</file>

<file path=ppt/tags/tag28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93.xml><?xml version="1.0" encoding="utf-8"?>
<p:tagLst xmlns:p="http://schemas.openxmlformats.org/presentationml/2006/main">
  <p:tag name="RAINPROBLEM" val="ProblemItem"/>
</p:tagLst>
</file>

<file path=ppt/tags/tag28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95.xml><?xml version="1.0" encoding="utf-8"?>
<p:tagLst xmlns:p="http://schemas.openxmlformats.org/presentationml/2006/main">
  <p:tag name="RAINPROBLEM" val="ProblemItem"/>
</p:tagLst>
</file>

<file path=ppt/tags/tag28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97.xml><?xml version="1.0" encoding="utf-8"?>
<p:tagLst xmlns:p="http://schemas.openxmlformats.org/presentationml/2006/main">
  <p:tag name="RAINPROBLEM" val="ProblemItem"/>
</p:tagLst>
</file>

<file path=ppt/tags/tag28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99.xml><?xml version="1.0" encoding="utf-8"?>
<p:tagLst xmlns:p="http://schemas.openxmlformats.org/presentationml/2006/main">
  <p:tag name="PROBLEMREMARKTITLE" val="ProblemRemarkBoardTitle"/>
</p:tagLst>
</file>

<file path=ppt/tags/tag2900.xml><?xml version="1.0" encoding="utf-8"?>
<p:tagLst xmlns:p="http://schemas.openxmlformats.org/presentationml/2006/main">
  <p:tag name="PROBLEMREMARKTITLE" val="ProblemRemarkBoardTitle"/>
</p:tagLst>
</file>

<file path=ppt/tags/tag2901.xml><?xml version="1.0" encoding="utf-8"?>
<p:tagLst xmlns:p="http://schemas.openxmlformats.org/presentationml/2006/main">
  <p:tag name="PROBLEMREMARKTITLE" val="ProblemRemarkBoardTitle"/>
</p:tagLst>
</file>

<file path=ppt/tags/tag2902.xml><?xml version="1.0" encoding="utf-8"?>
<p:tagLst xmlns:p="http://schemas.openxmlformats.org/presentationml/2006/main">
  <p:tag name="PROBLEMREMARKTITLE" val="ProblemRemarkBoardTitle"/>
</p:tagLst>
</file>

<file path=ppt/tags/tag2903.xml><?xml version="1.0" encoding="utf-8"?>
<p:tagLst xmlns:p="http://schemas.openxmlformats.org/presentationml/2006/main">
  <p:tag name="RAINPROBLEM" val="ProblemSetting"/>
  <p:tag name="RAINPROBLEMTYPE" val="MultipleChoice"/>
</p:tagLst>
</file>

<file path=ppt/tags/tag2904.xml><?xml version="1.0" encoding="utf-8"?>
<p:tagLst xmlns:p="http://schemas.openxmlformats.org/presentationml/2006/main">
  <p:tag name="PROBLEMREMARKTITLE" val="ProblemRemarkBoardTip"/>
</p:tagLst>
</file>

<file path=ppt/tags/tag2905.xml><?xml version="1.0" encoding="utf-8"?>
<p:tagLst xmlns:p="http://schemas.openxmlformats.org/presentationml/2006/main">
  <p:tag name="RAINPROBLEM" val="ProblemRemark"/>
</p:tagLst>
</file>

<file path=ppt/tags/tag2906.xml><?xml version="1.0" encoding="utf-8"?>
<p:tagLst xmlns:p="http://schemas.openxmlformats.org/presentationml/2006/main">
  <p:tag name="RAINPROBLEM" val="ProblemRemark"/>
</p:tagLst>
</file>

<file path=ppt/tags/tag2907.xml><?xml version="1.0" encoding="utf-8"?>
<p:tagLst xmlns:p="http://schemas.openxmlformats.org/presentationml/2006/main">
  <p:tag name="RAINPROBLEM" val="ProblemSubmit"/>
  <p:tag name="RAINPROBLEMTYPE" val="MultipleChoice"/>
</p:tagLst>
</file>

<file path=ppt/tags/tag2908.xml><?xml version="1.0" encoding="utf-8"?>
<p:tagLst xmlns:p="http://schemas.openxmlformats.org/presentationml/2006/main">
  <p:tag name="RAINPROBLEM" val="MultipleChoice"/>
  <p:tag name="PROBLEMHASREMARK" val="Tru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