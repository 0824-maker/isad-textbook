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33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2909.xml" ContentType="application/vnd.openxmlformats-officedocument.presentationml.tags+xml"/>
  <Override PartName="/ppt/tags/tag2910.xml" ContentType="application/vnd.openxmlformats-officedocument.presentationml.tags+xml"/>
  <Override PartName="/ppt/tags/tag2911.xml" ContentType="application/vnd.openxmlformats-officedocument.presentationml.tags+xml"/>
  <Override PartName="/ppt/tags/tag2912.xml" ContentType="application/vnd.openxmlformats-officedocument.presentationml.tags+xml"/>
  <Override PartName="/ppt/tags/tag2913.xml" ContentType="application/vnd.openxmlformats-officedocument.presentationml.tags+xml"/>
  <Override PartName="/ppt/tags/tag2914.xml" ContentType="application/vnd.openxmlformats-officedocument.presentationml.tags+xml"/>
  <Override PartName="/ppt/tags/tag2915.xml" ContentType="application/vnd.openxmlformats-officedocument.presentationml.tags+xml"/>
  <Override PartName="/ppt/tags/tag2916.xml" ContentType="application/vnd.openxmlformats-officedocument.presentationml.tags+xml"/>
  <Override PartName="/ppt/tags/tag2917.xml" ContentType="application/vnd.openxmlformats-officedocument.presentationml.tags+xml"/>
  <Override PartName="/ppt/tags/tag2918.xml" ContentType="application/vnd.openxmlformats-officedocument.presentationml.tags+xml"/>
  <Override PartName="/ppt/tags/tag2919.xml" ContentType="application/vnd.openxmlformats-officedocument.presentationml.tags+xml"/>
  <Override PartName="/ppt/tags/tag2920.xml" ContentType="application/vnd.openxmlformats-officedocument.presentationml.tags+xml"/>
  <Override PartName="/ppt/tags/tag2921.xml" ContentType="application/vnd.openxmlformats-officedocument.presentationml.tags+xml"/>
  <Override PartName="/ppt/tags/tag2922.xml" ContentType="application/vnd.openxmlformats-officedocument.presentationml.tags+xml"/>
  <Override PartName="/ppt/tags/tag2923.xml" ContentType="application/vnd.openxmlformats-officedocument.presentationml.tags+xml"/>
  <Override PartName="/ppt/tags/tag2924.xml" ContentType="application/vnd.openxmlformats-officedocument.presentationml.tags+xml"/>
  <Override PartName="/ppt/tags/tag2925.xml" ContentType="application/vnd.openxmlformats-officedocument.presentationml.tags+xml"/>
  <Override PartName="/ppt/tags/tag2926.xml" ContentType="application/vnd.openxmlformats-officedocument.presentationml.tags+xml"/>
  <Override PartName="/ppt/tags/tag2927.xml" ContentType="application/vnd.openxmlformats-officedocument.presentationml.tags+xml"/>
  <Override PartName="/ppt/tags/tag2928.xml" ContentType="application/vnd.openxmlformats-officedocument.presentationml.tags+xml"/>
  <Override PartName="/ppt/tags/tag2929.xml" ContentType="application/vnd.openxmlformats-officedocument.presentationml.tags+xml"/>
  <Override PartName="/ppt/tags/tag2930.xml" ContentType="application/vnd.openxmlformats-officedocument.presentationml.tags+xml"/>
  <Override PartName="/ppt/tags/tag2931.xml" ContentType="application/vnd.openxmlformats-officedocument.presentationml.tags+xml"/>
  <Override PartName="/ppt/tags/tag2932.xml" ContentType="application/vnd.openxmlformats-officedocument.presentationml.tags+xml"/>
  <Override PartName="/ppt/tags/tag2933.xml" ContentType="application/vnd.openxmlformats-officedocument.presentationml.tags+xml"/>
  <Override PartName="/ppt/tags/tag2943.xml" ContentType="application/vnd.openxmlformats-officedocument.presentationml.tags+xml"/>
  <Override PartName="/ppt/tags/tag2944.xml" ContentType="application/vnd.openxmlformats-officedocument.presentationml.tags+xml"/>
  <Override PartName="/ppt/tags/tag2945.xml" ContentType="application/vnd.openxmlformats-officedocument.presentationml.tags+xml"/>
  <Override PartName="/ppt/tags/tag2946.xml" ContentType="application/vnd.openxmlformats-officedocument.presentationml.tags+xml"/>
  <Override PartName="/ppt/tags/tag2947.xml" ContentType="application/vnd.openxmlformats-officedocument.presentationml.tags+xml"/>
  <Override PartName="/ppt/tags/tag2948.xml" ContentType="application/vnd.openxmlformats-officedocument.presentationml.tags+xml"/>
  <Override PartName="/ppt/tags/tag2949.xml" ContentType="application/vnd.openxmlformats-officedocument.presentationml.tags+xml"/>
  <Override PartName="/ppt/tags/tag2950.xml" ContentType="application/vnd.openxmlformats-officedocument.presentationml.tags+xml"/>
  <Override PartName="/ppt/tags/tag2951.xml" ContentType="application/vnd.openxmlformats-officedocument.presentationml.tags+xml"/>
  <Override PartName="/ppt/tags/tag2952.xml" ContentType="application/vnd.openxmlformats-officedocument.presentationml.tags+xml"/>
  <Override PartName="/ppt/tags/tag2953.xml" ContentType="application/vnd.openxmlformats-officedocument.presentationml.tags+xml"/>
  <Override PartName="/ppt/tags/tag2954.xml" ContentType="application/vnd.openxmlformats-officedocument.presentationml.tags+xml"/>
  <Override PartName="/ppt/tags/tag2955.xml" ContentType="application/vnd.openxmlformats-officedocument.presentationml.tags+xml"/>
  <Override PartName="/ppt/tags/tag2956.xml" ContentType="application/vnd.openxmlformats-officedocument.presentationml.tags+xml"/>
  <Override PartName="/ppt/tags/tag2957.xml" ContentType="application/vnd.openxmlformats-officedocument.presentationml.tags+xml"/>
  <Override PartName="/ppt/tags/tag2958.xml" ContentType="application/vnd.openxmlformats-officedocument.presentationml.tags+xml"/>
  <Override PartName="/ppt/tags/tag2959.xml" ContentType="application/vnd.openxmlformats-officedocument.presentationml.tags+xml"/>
  <Override PartName="/ppt/tags/tag2960.xml" ContentType="application/vnd.openxmlformats-officedocument.presentationml.tags+xml"/>
  <Override PartName="/ppt/tags/tag2961.xml" ContentType="application/vnd.openxmlformats-officedocument.presentationml.tags+xml"/>
  <Override PartName="/ppt/tags/tag2962.xml" ContentType="application/vnd.openxmlformats-officedocument.presentationml.tags+xml"/>
  <Override PartName="/ppt/tags/tag2963.xml" ContentType="application/vnd.openxmlformats-officedocument.presentationml.tags+xml"/>
  <Override PartName="/ppt/tags/tag2964.xml" ContentType="application/vnd.openxmlformats-officedocument.presentationml.tags+xml"/>
  <Override PartName="/ppt/tags/tag2965.xml" ContentType="application/vnd.openxmlformats-officedocument.presentationml.tags+xml"/>
  <Override PartName="/ppt/tags/tag2966.xml" ContentType="application/vnd.openxmlformats-officedocument.presentationml.tags+xml"/>
  <Override PartName="/ppt/tags/tag2967.xml" ContentType="application/vnd.openxmlformats-officedocument.presentationml.tags+xml"/>
  <Override PartName="/ppt/tags/tag2968.xml" ContentType="application/vnd.openxmlformats-officedocument.presentationml.tags+xml"/>
  <Override PartName="/ppt/tags/tag2969.xml" ContentType="application/vnd.openxmlformats-officedocument.presentationml.tags+xml"/>
  <Override PartName="/ppt/tags/tag2970.xml" ContentType="application/vnd.openxmlformats-officedocument.presentationml.tags+xml"/>
  <Override PartName="/ppt/tags/tag2971.xml" ContentType="application/vnd.openxmlformats-officedocument.presentationml.tags+xml"/>
  <Override PartName="/ppt/tags/tag2972.xml" ContentType="application/vnd.openxmlformats-officedocument.presentationml.tags+xml"/>
  <Override PartName="/ppt/tags/tag2973.xml" ContentType="application/vnd.openxmlformats-officedocument.presentationml.tags+xml"/>
  <Override PartName="/ppt/tags/tag2974.xml" ContentType="application/vnd.openxmlformats-officedocument.presentationml.tags+xml"/>
  <Override PartName="/ppt/tags/tag2975.xml" ContentType="application/vnd.openxmlformats-officedocument.presentationml.tags+xml"/>
  <Override PartName="/ppt/tags/tag2976.xml" ContentType="application/vnd.openxmlformats-officedocument.presentationml.tags+xml"/>
  <Override PartName="/ppt/tags/tag2977.xml" ContentType="application/vnd.openxmlformats-officedocument.presentationml.tags+xml"/>
  <Override PartName="/ppt/tags/tag2978.xml" ContentType="application/vnd.openxmlformats-officedocument.presentationml.tags+xml"/>
  <Override PartName="/ppt/tags/tag2979.xml" ContentType="application/vnd.openxmlformats-officedocument.presentationml.tags+xml"/>
  <Override PartName="/ppt/tags/tag2980.xml" ContentType="application/vnd.openxmlformats-officedocument.presentationml.tags+xml"/>
  <Override PartName="/ppt/tags/tag2981.xml" ContentType="application/vnd.openxmlformats-officedocument.presentationml.tags+xml"/>
  <Override PartName="/ppt/tags/tag2982.xml" ContentType="application/vnd.openxmlformats-officedocument.presentationml.tags+xml"/>
  <Override PartName="/ppt/tags/tag2983.xml" ContentType="application/vnd.openxmlformats-officedocument.presentationml.tags+xml"/>
  <Override PartName="/ppt/tags/tag2984.xml" ContentType="application/vnd.openxmlformats-officedocument.presentationml.tags+xml"/>
  <Override PartName="/ppt/tags/tag2985.xml" ContentType="application/vnd.openxmlformats-officedocument.presentationml.tags+xml"/>
  <Override PartName="/ppt/tags/tag2986.xml" ContentType="application/vnd.openxmlformats-officedocument.presentationml.tags+xml"/>
  <Override PartName="/ppt/tags/tag2987.xml" ContentType="application/vnd.openxmlformats-officedocument.presentationml.tags+xml"/>
  <Override PartName="/ppt/tags/tag2988.xml" ContentType="application/vnd.openxmlformats-officedocument.presentationml.tags+xml"/>
  <Override PartName="/ppt/tags/tag2989.xml" ContentType="application/vnd.openxmlformats-officedocument.presentationml.tags+xml"/>
  <Override PartName="/ppt/tags/tag2990.xml" ContentType="application/vnd.openxmlformats-officedocument.presentationml.tags+xml"/>
  <Override PartName="/ppt/tags/tag2991.xml" ContentType="application/vnd.openxmlformats-officedocument.presentationml.tags+xml"/>
  <Override PartName="/ppt/tags/tag2992.xml" ContentType="application/vnd.openxmlformats-officedocument.presentationml.tags+xml"/>
  <Override PartName="/ppt/tags/tag2993.xml" ContentType="application/vnd.openxmlformats-officedocument.presentationml.tags+xml"/>
  <Override PartName="/ppt/tags/tag2994.xml" ContentType="application/vnd.openxmlformats-officedocument.presentationml.tags+xml"/>
  <Override PartName="/ppt/tags/tag2995.xml" ContentType="application/vnd.openxmlformats-officedocument.presentationml.tags+xml"/>
  <Override PartName="/ppt/tags/tag2996.xml" ContentType="application/vnd.openxmlformats-officedocument.presentationml.tags+xml"/>
  <Override PartName="/ppt/tags/tag2997.xml" ContentType="application/vnd.openxmlformats-officedocument.presentationml.tags+xml"/>
  <Override PartName="/ppt/tags/tag2998.xml" ContentType="application/vnd.openxmlformats-officedocument.presentationml.tags+xml"/>
  <Override PartName="/ppt/tags/tag29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0.xml" ContentType="application/vnd.openxmlformats-officedocument.presentationml.tags+xml"/>
  <Override PartName="/ppt/tags/tag3001.xml" ContentType="application/vnd.openxmlformats-officedocument.presentationml.tags+xml"/>
  <Override PartName="/ppt/tags/tag3002.xml" ContentType="application/vnd.openxmlformats-officedocument.presentationml.tags+xml"/>
  <Override PartName="/ppt/tags/tag3003.xml" ContentType="application/vnd.openxmlformats-officedocument.presentationml.tags+xml"/>
  <Override PartName="/ppt/tags/tag3004.xml" ContentType="application/vnd.openxmlformats-officedocument.presentationml.tags+xml"/>
  <Override PartName="/ppt/tags/tag3005.xml" ContentType="application/vnd.openxmlformats-officedocument.presentationml.tags+xml"/>
  <Override PartName="/ppt/tags/tag3006.xml" ContentType="application/vnd.openxmlformats-officedocument.presentationml.tags+xml"/>
  <Override PartName="/ppt/tags/tag3007.xml" ContentType="application/vnd.openxmlformats-officedocument.presentationml.tags+xml"/>
  <Override PartName="/ppt/tags/tag3008.xml" ContentType="application/vnd.openxmlformats-officedocument.presentationml.tags+xml"/>
  <Override PartName="/ppt/tags/tag3009.xml" ContentType="application/vnd.openxmlformats-officedocument.presentationml.tags+xml"/>
  <Override PartName="/ppt/tags/tag3010.xml" ContentType="application/vnd.openxmlformats-officedocument.presentationml.tags+xml"/>
  <Override PartName="/ppt/tags/tag3011.xml" ContentType="application/vnd.openxmlformats-officedocument.presentationml.tags+xml"/>
  <Override PartName="/ppt/tags/tag3012.xml" ContentType="application/vnd.openxmlformats-officedocument.presentationml.tags+xml"/>
  <Override PartName="/ppt/tags/tag3013.xml" ContentType="application/vnd.openxmlformats-officedocument.presentationml.tags+xml"/>
  <Override PartName="/ppt/tags/tag3014.xml" ContentType="application/vnd.openxmlformats-officedocument.presentationml.tags+xml"/>
  <Override PartName="/ppt/tags/tag3015.xml" ContentType="application/vnd.openxmlformats-officedocument.presentationml.tags+xml"/>
  <Override PartName="/ppt/tags/tag3016.xml" ContentType="application/vnd.openxmlformats-officedocument.presentationml.tags+xml"/>
  <Override PartName="/ppt/tags/tag3017.xml" ContentType="application/vnd.openxmlformats-officedocument.presentationml.tags+xml"/>
  <Override PartName="/ppt/tags/tag3018.xml" ContentType="application/vnd.openxmlformats-officedocument.presentationml.tags+xml"/>
  <Override PartName="/ppt/tags/tag3019.xml" ContentType="application/vnd.openxmlformats-officedocument.presentationml.tags+xml"/>
  <Override PartName="/ppt/tags/tag3020.xml" ContentType="application/vnd.openxmlformats-officedocument.presentationml.tags+xml"/>
  <Override PartName="/ppt/tags/tag3021.xml" ContentType="application/vnd.openxmlformats-officedocument.presentationml.tags+xml"/>
  <Override PartName="/ppt/tags/tag3022.xml" ContentType="application/vnd.openxmlformats-officedocument.presentationml.tags+xml"/>
  <Override PartName="/ppt/tags/tag3023.xml" ContentType="application/vnd.openxmlformats-officedocument.presentationml.tags+xml"/>
  <Override PartName="/ppt/tags/tag3024.xml" ContentType="application/vnd.openxmlformats-officedocument.presentationml.tags+xml"/>
  <Override PartName="/ppt/tags/tag3025.xml" ContentType="application/vnd.openxmlformats-officedocument.presentationml.tags+xml"/>
  <Override PartName="/ppt/tags/tag3026.xml" ContentType="application/vnd.openxmlformats-officedocument.presentationml.tags+xml"/>
  <Override PartName="/ppt/tags/tag3027.xml" ContentType="application/vnd.openxmlformats-officedocument.presentationml.tags+xml"/>
  <Override PartName="/ppt/tags/tag3028.xml" ContentType="application/vnd.openxmlformats-officedocument.presentationml.tags+xml"/>
  <Override PartName="/ppt/tags/tag3029.xml" ContentType="application/vnd.openxmlformats-officedocument.presentationml.tags+xml"/>
  <Override PartName="/ppt/tags/tag3030.xml" ContentType="application/vnd.openxmlformats-officedocument.presentationml.tags+xml"/>
  <Override PartName="/ppt/tags/tag3031.xml" ContentType="application/vnd.openxmlformats-officedocument.presentationml.tags+xml"/>
  <Override PartName="/ppt/tags/tag3032.xml" ContentType="application/vnd.openxmlformats-officedocument.presentationml.tags+xml"/>
  <Override PartName="/ppt/tags/tag3033.xml" ContentType="application/vnd.openxmlformats-officedocument.presentationml.tags+xml"/>
  <Override PartName="/ppt/tags/tag3034.xml" ContentType="application/vnd.openxmlformats-officedocument.presentationml.tags+xml"/>
  <Override PartName="/ppt/tags/tag3035.xml" ContentType="application/vnd.openxmlformats-officedocument.presentationml.tags+xml"/>
  <Override PartName="/ppt/tags/tag3036.xml" ContentType="application/vnd.openxmlformats-officedocument.presentationml.tags+xml"/>
  <Override PartName="/ppt/tags/tag3037.xml" ContentType="application/vnd.openxmlformats-officedocument.presentationml.tags+xml"/>
  <Override PartName="/ppt/tags/tag3038.xml" ContentType="application/vnd.openxmlformats-officedocument.presentationml.tags+xml"/>
  <Override PartName="/ppt/tags/tag3039.xml" ContentType="application/vnd.openxmlformats-officedocument.presentationml.tags+xml"/>
  <Override PartName="/ppt/tags/tag3040.xml" ContentType="application/vnd.openxmlformats-officedocument.presentationml.tags+xml"/>
  <Override PartName="/ppt/tags/tag3041.xml" ContentType="application/vnd.openxmlformats-officedocument.presentationml.tags+xml"/>
  <Override PartName="/ppt/tags/tag3042.xml" ContentType="application/vnd.openxmlformats-officedocument.presentationml.tags+xml"/>
  <Override PartName="/ppt/tags/tag3043.xml" ContentType="application/vnd.openxmlformats-officedocument.presentationml.tags+xml"/>
  <Override PartName="/ppt/tags/tag3044.xml" ContentType="application/vnd.openxmlformats-officedocument.presentationml.tags+xml"/>
  <Override PartName="/ppt/tags/tag3045.xml" ContentType="application/vnd.openxmlformats-officedocument.presentationml.tags+xml"/>
  <Override PartName="/ppt/tags/tag3046.xml" ContentType="application/vnd.openxmlformats-officedocument.presentationml.tags+xml"/>
  <Override PartName="/ppt/tags/tag3047.xml" ContentType="application/vnd.openxmlformats-officedocument.presentationml.tags+xml"/>
  <Override PartName="/ppt/tags/tag3048.xml" ContentType="application/vnd.openxmlformats-officedocument.presentationml.tags+xml"/>
  <Override PartName="/ppt/tags/tag3049.xml" ContentType="application/vnd.openxmlformats-officedocument.presentationml.tags+xml"/>
  <Override PartName="/ppt/tags/tag3050.xml" ContentType="application/vnd.openxmlformats-officedocument.presentationml.tags+xml"/>
  <Override PartName="/ppt/tags/tag3051.xml" ContentType="application/vnd.openxmlformats-officedocument.presentationml.tags+xml"/>
  <Override PartName="/ppt/tags/tag3052.xml" ContentType="application/vnd.openxmlformats-officedocument.presentationml.tags+xml"/>
  <Override PartName="/ppt/tags/tag3053.xml" ContentType="application/vnd.openxmlformats-officedocument.presentationml.tags+xml"/>
  <Override PartName="/ppt/tags/tag3054.xml" ContentType="application/vnd.openxmlformats-officedocument.presentationml.tags+xml"/>
  <Override PartName="/ppt/tags/tag3055.xml" ContentType="application/vnd.openxmlformats-officedocument.presentationml.tags+xml"/>
  <Override PartName="/ppt/tags/tag3056.xml" ContentType="application/vnd.openxmlformats-officedocument.presentationml.tags+xml"/>
  <Override PartName="/ppt/tags/tag3057.xml" ContentType="application/vnd.openxmlformats-officedocument.presentationml.tags+xml"/>
  <Override PartName="/ppt/tags/tag3058.xml" ContentType="application/vnd.openxmlformats-officedocument.presentationml.tags+xml"/>
  <Override PartName="/ppt/tags/tag3059.xml" ContentType="application/vnd.openxmlformats-officedocument.presentationml.tags+xml"/>
  <Override PartName="/ppt/tags/tag3060.xml" ContentType="application/vnd.openxmlformats-officedocument.presentationml.tags+xml"/>
  <Override PartName="/ppt/tags/tag3061.xml" ContentType="application/vnd.openxmlformats-officedocument.presentationml.tags+xml"/>
  <Override PartName="/ppt/tags/tag3062.xml" ContentType="application/vnd.openxmlformats-officedocument.presentationml.tags+xml"/>
  <Override PartName="/ppt/tags/tag3063.xml" ContentType="application/vnd.openxmlformats-officedocument.presentationml.tags+xml"/>
  <Override PartName="/ppt/tags/tag3064.xml" ContentType="application/vnd.openxmlformats-officedocument.presentationml.tags+xml"/>
  <Override PartName="/ppt/tags/tag3065.xml" ContentType="application/vnd.openxmlformats-officedocument.presentationml.tags+xml"/>
  <Override PartName="/ppt/tags/tag3066.xml" ContentType="application/vnd.openxmlformats-officedocument.presentationml.tags+xml"/>
  <Override PartName="/ppt/tags/tag3067.xml" ContentType="application/vnd.openxmlformats-officedocument.presentationml.tags+xml"/>
  <Override PartName="/ppt/tags/tag3068.xml" ContentType="application/vnd.openxmlformats-officedocument.presentationml.tags+xml"/>
  <Override PartName="/ppt/tags/tag3069.xml" ContentType="application/vnd.openxmlformats-officedocument.presentationml.tags+xml"/>
  <Override PartName="/ppt/tags/tag3070.xml" ContentType="application/vnd.openxmlformats-officedocument.presentationml.tags+xml"/>
  <Override PartName="/ppt/tags/tag3071.xml" ContentType="application/vnd.openxmlformats-officedocument.presentationml.tags+xml"/>
  <Override PartName="/ppt/tags/tag3072.xml" ContentType="application/vnd.openxmlformats-officedocument.presentationml.tags+xml"/>
  <Override PartName="/ppt/tags/tag3073.xml" ContentType="application/vnd.openxmlformats-officedocument.presentationml.tags+xml"/>
  <Override PartName="/ppt/tags/tag3074.xml" ContentType="application/vnd.openxmlformats-officedocument.presentationml.tags+xml"/>
  <Override PartName="/ppt/tags/tag3075.xml" ContentType="application/vnd.openxmlformats-officedocument.presentationml.tags+xml"/>
  <Override PartName="/ppt/tags/tag3076.xml" ContentType="application/vnd.openxmlformats-officedocument.presentationml.tags+xml"/>
  <Override PartName="/ppt/tags/tag3077.xml" ContentType="application/vnd.openxmlformats-officedocument.presentationml.tags+xml"/>
  <Override PartName="/ppt/tags/tag3078.xml" ContentType="application/vnd.openxmlformats-officedocument.presentationml.tags+xml"/>
  <Override PartName="/ppt/tags/tag3079.xml" ContentType="application/vnd.openxmlformats-officedocument.presentationml.tags+xml"/>
  <Override PartName="/ppt/tags/tag3080.xml" ContentType="application/vnd.openxmlformats-officedocument.presentationml.tags+xml"/>
  <Override PartName="/ppt/tags/tag3081.xml" ContentType="application/vnd.openxmlformats-officedocument.presentationml.tags+xml"/>
  <Override PartName="/ppt/tags/tag3082.xml" ContentType="application/vnd.openxmlformats-officedocument.presentationml.tags+xml"/>
  <Override PartName="/ppt/tags/tag3083.xml" ContentType="application/vnd.openxmlformats-officedocument.presentationml.tags+xml"/>
  <Override PartName="/ppt/tags/tag3084.xml" ContentType="application/vnd.openxmlformats-officedocument.presentationml.tags+xml"/>
  <Override PartName="/ppt/tags/tag3085.xml" ContentType="application/vnd.openxmlformats-officedocument.presentationml.tags+xml"/>
  <Override PartName="/ppt/tags/tag3086.xml" ContentType="application/vnd.openxmlformats-officedocument.presentationml.tags+xml"/>
  <Override PartName="/ppt/tags/tag3087.xml" ContentType="application/vnd.openxmlformats-officedocument.presentationml.tags+xml"/>
  <Override PartName="/ppt/tags/tag3088.xml" ContentType="application/vnd.openxmlformats-officedocument.presentationml.tags+xml"/>
  <Override PartName="/ppt/tags/tag3089.xml" ContentType="application/vnd.openxmlformats-officedocument.presentationml.tags+xml"/>
  <Override PartName="/ppt/tags/tag3090.xml" ContentType="application/vnd.openxmlformats-officedocument.presentationml.tags+xml"/>
  <Override PartName="/ppt/tags/tag3091.xml" ContentType="application/vnd.openxmlformats-officedocument.presentationml.tags+xml"/>
  <Override PartName="/ppt/tags/tag3092.xml" ContentType="application/vnd.openxmlformats-officedocument.presentationml.tags+xml"/>
  <Override PartName="/ppt/tags/tag3093.xml" ContentType="application/vnd.openxmlformats-officedocument.presentationml.tags+xml"/>
  <Override PartName="/ppt/tags/tag3094.xml" ContentType="application/vnd.openxmlformats-officedocument.presentationml.tags+xml"/>
  <Override PartName="/ppt/tags/tag3095.xml" ContentType="application/vnd.openxmlformats-officedocument.presentationml.tags+xml"/>
  <Override PartName="/ppt/tags/tag3096.xml" ContentType="application/vnd.openxmlformats-officedocument.presentationml.tags+xml"/>
  <Override PartName="/ppt/tags/tag3097.xml" ContentType="application/vnd.openxmlformats-officedocument.presentationml.tags+xml"/>
  <Override PartName="/ppt/tags/tag3098.xml" ContentType="application/vnd.openxmlformats-officedocument.presentationml.tags+xml"/>
  <Override PartName="/ppt/tags/tag3099.xml" ContentType="application/vnd.openxmlformats-officedocument.presentationml.tags+xml"/>
  <Override PartName="/ppt/tags/tag31.xml" ContentType="application/vnd.openxmlformats-officedocument.presentationml.tags+xml"/>
  <Override PartName="/ppt/tags/tag3100.xml" ContentType="application/vnd.openxmlformats-officedocument.presentationml.tags+xml"/>
  <Override PartName="/ppt/tags/tag3101.xml" ContentType="application/vnd.openxmlformats-officedocument.presentationml.tags+xml"/>
  <Override PartName="/ppt/tags/tag3102.xml" ContentType="application/vnd.openxmlformats-officedocument.presentationml.tags+xml"/>
  <Override PartName="/ppt/tags/tag3103.xml" ContentType="application/vnd.openxmlformats-officedocument.presentationml.tags+xml"/>
  <Override PartName="/ppt/tags/tag3104.xml" ContentType="application/vnd.openxmlformats-officedocument.presentationml.tags+xml"/>
  <Override PartName="/ppt/tags/tag3105.xml" ContentType="application/vnd.openxmlformats-officedocument.presentationml.tags+xml"/>
  <Override PartName="/ppt/tags/tag3106.xml" ContentType="application/vnd.openxmlformats-officedocument.presentationml.tags+xml"/>
  <Override PartName="/ppt/tags/tag3107.xml" ContentType="application/vnd.openxmlformats-officedocument.presentationml.tags+xml"/>
  <Override PartName="/ppt/tags/tag3108.xml" ContentType="application/vnd.openxmlformats-officedocument.presentationml.tags+xml"/>
  <Override PartName="/ppt/tags/tag3109.xml" ContentType="application/vnd.openxmlformats-officedocument.presentationml.tags+xml"/>
  <Override PartName="/ppt/tags/tag3110.xml" ContentType="application/vnd.openxmlformats-officedocument.presentationml.tags+xml"/>
  <Override PartName="/ppt/tags/tag3111.xml" ContentType="application/vnd.openxmlformats-officedocument.presentationml.tags+xml"/>
  <Override PartName="/ppt/tags/tag3112.xml" ContentType="application/vnd.openxmlformats-officedocument.presentationml.tags+xml"/>
  <Override PartName="/ppt/tags/tag3113.xml" ContentType="application/vnd.openxmlformats-officedocument.presentationml.tags+xml"/>
  <Override PartName="/ppt/tags/tag3114.xml" ContentType="application/vnd.openxmlformats-officedocument.presentationml.tags+xml"/>
  <Override PartName="/ppt/tags/tag3115.xml" ContentType="application/vnd.openxmlformats-officedocument.presentationml.tags+xml"/>
  <Override PartName="/ppt/tags/tag3116.xml" ContentType="application/vnd.openxmlformats-officedocument.presentationml.tags+xml"/>
  <Override PartName="/ppt/tags/tag3117.xml" ContentType="application/vnd.openxmlformats-officedocument.presentationml.tags+xml"/>
  <Override PartName="/ppt/tags/tag3118.xml" ContentType="application/vnd.openxmlformats-officedocument.presentationml.tags+xml"/>
  <Override PartName="/ppt/tags/tag3119.xml" ContentType="application/vnd.openxmlformats-officedocument.presentationml.tags+xml"/>
  <Override PartName="/ppt/tags/tag3120.xml" ContentType="application/vnd.openxmlformats-officedocument.presentationml.tags+xml"/>
  <Override PartName="/ppt/tags/tag3121.xml" ContentType="application/vnd.openxmlformats-officedocument.presentationml.tags+xml"/>
  <Override PartName="/ppt/tags/tag3122.xml" ContentType="application/vnd.openxmlformats-officedocument.presentationml.tags+xml"/>
  <Override PartName="/ppt/tags/tag3123.xml" ContentType="application/vnd.openxmlformats-officedocument.presentationml.tags+xml"/>
  <Override PartName="/ppt/tags/tag3124.xml" ContentType="application/vnd.openxmlformats-officedocument.presentationml.tags+xml"/>
  <Override PartName="/ppt/tags/tag3125.xml" ContentType="application/vnd.openxmlformats-officedocument.presentationml.tags+xml"/>
  <Override PartName="/ppt/tags/tag3126.xml" ContentType="application/vnd.openxmlformats-officedocument.presentationml.tags+xml"/>
  <Override PartName="/ppt/tags/tag3127.xml" ContentType="application/vnd.openxmlformats-officedocument.presentationml.tags+xml"/>
  <Override PartName="/ppt/tags/tag3128.xml" ContentType="application/vnd.openxmlformats-officedocument.presentationml.tags+xml"/>
  <Override PartName="/ppt/tags/tag3129.xml" ContentType="application/vnd.openxmlformats-officedocument.presentationml.tags+xml"/>
  <Override PartName="/ppt/tags/tag3130.xml" ContentType="application/vnd.openxmlformats-officedocument.presentationml.tags+xml"/>
  <Override PartName="/ppt/tags/tag3131.xml" ContentType="application/vnd.openxmlformats-officedocument.presentationml.tags+xml"/>
  <Override PartName="/ppt/tags/tag3132.xml" ContentType="application/vnd.openxmlformats-officedocument.presentationml.tags+xml"/>
  <Override PartName="/ppt/tags/tag3133.xml" ContentType="application/vnd.openxmlformats-officedocument.presentationml.tags+xml"/>
  <Override PartName="/ppt/tags/tag3134.xml" ContentType="application/vnd.openxmlformats-officedocument.presentationml.tags+xml"/>
  <Override PartName="/ppt/tags/tag3135.xml" ContentType="application/vnd.openxmlformats-officedocument.presentationml.tags+xml"/>
  <Override PartName="/ppt/tags/tag3136.xml" ContentType="application/vnd.openxmlformats-officedocument.presentationml.tags+xml"/>
  <Override PartName="/ppt/tags/tag3137.xml" ContentType="application/vnd.openxmlformats-officedocument.presentationml.tags+xml"/>
  <Override PartName="/ppt/tags/tag3138.xml" ContentType="application/vnd.openxmlformats-officedocument.presentationml.tags+xml"/>
  <Override PartName="/ppt/tags/tag3139.xml" ContentType="application/vnd.openxmlformats-officedocument.presentationml.tags+xml"/>
  <Override PartName="/ppt/tags/tag3140.xml" ContentType="application/vnd.openxmlformats-officedocument.presentationml.tags+xml"/>
  <Override PartName="/ppt/tags/tag3141.xml" ContentType="application/vnd.openxmlformats-officedocument.presentationml.tags+xml"/>
  <Override PartName="/ppt/tags/tag3142.xml" ContentType="application/vnd.openxmlformats-officedocument.presentationml.tags+xml"/>
  <Override PartName="/ppt/tags/tag3143.xml" ContentType="application/vnd.openxmlformats-officedocument.presentationml.tags+xml"/>
  <Override PartName="/ppt/tags/tag3144.xml" ContentType="application/vnd.openxmlformats-officedocument.presentationml.tags+xml"/>
  <Override PartName="/ppt/tags/tag3145.xml" ContentType="application/vnd.openxmlformats-officedocument.presentationml.tags+xml"/>
  <Override PartName="/ppt/tags/tag3146.xml" ContentType="application/vnd.openxmlformats-officedocument.presentationml.tags+xml"/>
  <Override PartName="/ppt/tags/tag3147.xml" ContentType="application/vnd.openxmlformats-officedocument.presentationml.tags+xml"/>
  <Override PartName="/ppt/tags/tag3148.xml" ContentType="application/vnd.openxmlformats-officedocument.presentationml.tags+xml"/>
  <Override PartName="/ppt/tags/tag3149.xml" ContentType="application/vnd.openxmlformats-officedocument.presentationml.tags+xml"/>
  <Override PartName="/ppt/tags/tag3150.xml" ContentType="application/vnd.openxmlformats-officedocument.presentationml.tags+xml"/>
  <Override PartName="/ppt/tags/tag3151.xml" ContentType="application/vnd.openxmlformats-officedocument.presentationml.tags+xml"/>
  <Override PartName="/ppt/tags/tag3152.xml" ContentType="application/vnd.openxmlformats-officedocument.presentationml.tags+xml"/>
  <Override PartName="/ppt/tags/tag3153.xml" ContentType="application/vnd.openxmlformats-officedocument.presentationml.tags+xml"/>
  <Override PartName="/ppt/tags/tag3154.xml" ContentType="application/vnd.openxmlformats-officedocument.presentationml.tags+xml"/>
  <Override PartName="/ppt/tags/tag3155.xml" ContentType="application/vnd.openxmlformats-officedocument.presentationml.tags+xml"/>
  <Override PartName="/ppt/tags/tag3156.xml" ContentType="application/vnd.openxmlformats-officedocument.presentationml.tags+xml"/>
  <Override PartName="/ppt/tags/tag3157.xml" ContentType="application/vnd.openxmlformats-officedocument.presentationml.tags+xml"/>
  <Override PartName="/ppt/tags/tag3158.xml" ContentType="application/vnd.openxmlformats-officedocument.presentationml.tags+xml"/>
  <Override PartName="/ppt/tags/tag3159.xml" ContentType="application/vnd.openxmlformats-officedocument.presentationml.tags+xml"/>
  <Override PartName="/ppt/tags/tag3160.xml" ContentType="application/vnd.openxmlformats-officedocument.presentationml.tags+xml"/>
  <Override PartName="/ppt/tags/tag3161.xml" ContentType="application/vnd.openxmlformats-officedocument.presentationml.tags+xml"/>
  <Override PartName="/ppt/tags/tag3162.xml" ContentType="application/vnd.openxmlformats-officedocument.presentationml.tags+xml"/>
  <Override PartName="/ppt/tags/tag3163.xml" ContentType="application/vnd.openxmlformats-officedocument.presentationml.tags+xml"/>
  <Override PartName="/ppt/tags/tag3164.xml" ContentType="application/vnd.openxmlformats-officedocument.presentationml.tags+xml"/>
  <Override PartName="/ppt/tags/tag3165.xml" ContentType="application/vnd.openxmlformats-officedocument.presentationml.tags+xml"/>
  <Override PartName="/ppt/tags/tag3166.xml" ContentType="application/vnd.openxmlformats-officedocument.presentationml.tags+xml"/>
  <Override PartName="/ppt/tags/tag3167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6" r:id="rId3"/>
    <p:sldId id="302" r:id="rId50"/>
    <p:sldId id="303" r:id="rId51"/>
    <p:sldId id="304" r:id="rId52"/>
    <p:sldId id="305" r:id="rId53"/>
    <p:sldId id="306" r:id="rId54"/>
    <p:sldId id="307" r:id="rId55"/>
    <p:sldId id="388" r:id="rId136"/>
    <p:sldId id="389" r:id="rId138"/>
    <p:sldId id="390" r:id="rId139"/>
    <p:sldId id="391" r:id="rId140"/>
    <p:sldId id="392" r:id="rId141"/>
    <p:sldId id="393" r:id="rId142"/>
    <p:sldId id="394" r:id="rId143"/>
    <p:sldId id="395" r:id="rId144"/>
    <p:sldId id="396" r:id="rId145"/>
    <p:sldId id="397" r:id="rId14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3a284598-0e29-4bcc-8f10-7776425ba88f}">
          <p14:sldIdLst>
            <p14:sldId id="256"/>
          </p14:sldIdLst>
        </p14:section>
        <p14:section name="ch1" id="{d2e06d3c-54bd-4908-a893-a31f3724ba11}">
          <p14:sldIdLst>
            <p14:sldId id="257"/>
            <p14:sldId id="258"/>
            <p14:sldId id="259"/>
          </p14:sldIdLst>
        </p14:section>
        <p14:section name="ch2" id="{9243656e-8cdb-4d44-8729-ce06bddfad62}">
          <p14:sldIdLst>
            <p14:sldId id="262"/>
            <p14:sldId id="261"/>
            <p14:sldId id="260"/>
          </p14:sldIdLst>
        </p14:section>
        <p14:section name="ch3" id="{9e0cd0b5-8198-4093-84cf-3778d52f21f7}">
          <p14:sldIdLst>
            <p14:sldId id="263"/>
            <p14:sldId id="264"/>
            <p14:sldId id="265"/>
            <p14:sldId id="266"/>
          </p14:sldIdLst>
        </p14:section>
        <p14:section name="ch4" id="{01be23f7-c997-475c-941e-87bae54b8c92}">
          <p14:sldIdLst>
            <p14:sldId id="267"/>
            <p14:sldId id="268"/>
            <p14:sldId id="269"/>
          </p14:sldIdLst>
        </p14:section>
        <p14:section name="ch5" id="{95cf910f-a3a5-4190-937e-2ed4d3df3c1d}">
          <p14:sldIdLst>
            <p14:sldId id="270"/>
            <p14:sldId id="271"/>
          </p14:sldIdLst>
        </p14:section>
        <p14:section name="ch6" id="{a035fd72-1483-44f0-8ac7-1f13960946c8}">
          <p14:sldIdLst>
            <p14:sldId id="272"/>
            <p14:sldId id="273"/>
            <p14:sldId id="274"/>
            <p14:sldId id="275"/>
          </p14:sldIdLst>
        </p14:section>
        <p14:section name="ch7" id="{24f589d4-665d-4fc7-99d2-ace5cc0c911a}">
          <p14:sldIdLst>
            <p14:sldId id="276"/>
            <p14:sldId id="277"/>
            <p14:sldId id="278"/>
          </p14:sldIdLst>
        </p14:section>
        <p14:section name="ch8" id="{50c99227-c692-438b-851c-cada430d3961}">
          <p14:sldIdLst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ch9" id="{aefd41b4-88f0-46ee-9365-5e24b20a5c04}">
          <p14:sldIdLst>
            <p14:sldId id="285"/>
            <p14:sldId id="286"/>
            <p14:sldId id="287"/>
          </p14:sldIdLst>
        </p14:section>
        <p14:section name="ch10" id="{626a3dca-c6de-405d-b881-25667b31d23b}">
          <p14:sldIdLst>
            <p14:sldId id="288"/>
            <p14:sldId id="289"/>
            <p14:sldId id="290"/>
          </p14:sldIdLst>
        </p14:section>
        <p14:section name="ch11" id="{5a97981a-f0ee-4582-a685-14237da14fc1}">
          <p14:sldIdLst>
            <p14:sldId id="292"/>
            <p14:sldId id="291"/>
          </p14:sldIdLst>
        </p14:section>
        <p14:section name="ch12" id="{7aa1e7fb-9862-43d9-b1eb-1df284e1c576}">
          <p14:sldIdLst>
            <p14:sldId id="293"/>
            <p14:sldId id="294"/>
            <p14:sldId id="295"/>
            <p14:sldId id="296"/>
          </p14:sldIdLst>
        </p14:section>
        <p14:section name="ch13" id="{b3cb5a09-d424-45c7-bbe2-c5f4ce19bd79}">
          <p14:sldIdLst>
            <p14:sldId id="297"/>
            <p14:sldId id="298"/>
          </p14:sldIdLst>
        </p14:section>
        <p14:section name="ch14" id="{3efc7207-38d8-46a5-8d41-916b73c6bb8f}">
          <p14:sldIdLst>
            <p14:sldId id="299"/>
            <p14:sldId id="300"/>
          </p14:sldIdLst>
        </p14:section>
        <p14:section name="ch15" id="{b5595902-4a67-41e6-b525-3b6e768ea1d5}">
          <p14:sldIdLst>
            <p14:sldId id="301"/>
            <p14:sldId id="302"/>
            <p14:sldId id="303"/>
          </p14:sldIdLst>
        </p14:section>
        <p14:section name="ch16" id="{03dbc854-96bc-4388-b35f-c1897d3f08c2}">
          <p14:sldIdLst>
            <p14:sldId id="304"/>
            <p14:sldId id="305"/>
          </p14:sldIdLst>
        </p14:section>
        <p14:section name="ch17" id="{7c73581b-a559-410e-b9d6-28d27dff6914}">
          <p14:sldIdLst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9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</p14:sldIdLst>
        </p14:section>
        <p14:section name="无标题节" id="{d6b238d0-bfe7-4415-9dd3-a61e432f39e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晓敏" initials="王晓敏" lastIdx="0" clrIdx="0"/>
  <p:cmAuthor id="2" name="cc gg" initials="cg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136" Type="http://schemas.openxmlformats.org/officeDocument/2006/relationships/slide" Target="slides/slide133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55" Type="http://schemas.openxmlformats.org/officeDocument/2006/relationships/presProps" Target="presProps.xml"/><Relationship Id="rId156" Type="http://schemas.openxmlformats.org/officeDocument/2006/relationships/viewProps" Target="viewProps.xml"/><Relationship Id="rId157" Type="http://schemas.openxmlformats.org/officeDocument/2006/relationships/tableStyles" Target="tableStyles.xml"/><Relationship Id="rId158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tags" Target="../tags/tag807.xml"/><Relationship Id="rId2" Type="http://schemas.openxmlformats.org/officeDocument/2006/relationships/tags" Target="../tags/tag808.xml"/><Relationship Id="rId3" Type="http://schemas.openxmlformats.org/officeDocument/2006/relationships/tags" Target="../tags/tag809.xml"/><Relationship Id="rId4" Type="http://schemas.openxmlformats.org/officeDocument/2006/relationships/tags" Target="../tags/tag810.xml"/><Relationship Id="rId5" Type="http://schemas.openxmlformats.org/officeDocument/2006/relationships/tags" Target="../tags/tag811.xml"/><Relationship Id="rId6" Type="http://schemas.openxmlformats.org/officeDocument/2006/relationships/tags" Target="../tags/tag812.xml"/><Relationship Id="rId7" Type="http://schemas.openxmlformats.org/officeDocument/2006/relationships/image" Target="../media/image1.png"/><Relationship Id="rId8" Type="http://schemas.openxmlformats.org/officeDocument/2006/relationships/tags" Target="../tags/tag813.xml"/><Relationship Id="rId9" Type="http://schemas.openxmlformats.org/officeDocument/2006/relationships/tags" Target="../tags/tag814.xml"/><Relationship Id="rId10" Type="http://schemas.openxmlformats.org/officeDocument/2006/relationships/tags" Target="../tags/tag815.xml"/><Relationship Id="rId11" Type="http://schemas.openxmlformats.org/officeDocument/2006/relationships/tags" Target="../tags/tag816.xml"/><Relationship Id="rId12" Type="http://schemas.openxmlformats.org/officeDocument/2006/relationships/tags" Target="../tags/tag817.xml"/><Relationship Id="rId13" Type="http://schemas.openxmlformats.org/officeDocument/2006/relationships/tags" Target="../tags/tag818.xml"/><Relationship Id="rId14" Type="http://schemas.openxmlformats.org/officeDocument/2006/relationships/tags" Target="../tags/tag819.xml"/><Relationship Id="rId15" Type="http://schemas.openxmlformats.org/officeDocument/2006/relationships/tags" Target="../tags/tag820.xml"/><Relationship Id="rId16" Type="http://schemas.openxmlformats.org/officeDocument/2006/relationships/tags" Target="../tags/tag821.xml"/><Relationship Id="rId17" Type="http://schemas.openxmlformats.org/officeDocument/2006/relationships/tags" Target="../tags/tag822.xml"/><Relationship Id="rId18" Type="http://schemas.openxmlformats.org/officeDocument/2006/relationships/tags" Target="../tags/tag823.xml"/><Relationship Id="rId19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tags" Target="../tags/tag824.xml"/><Relationship Id="rId2" Type="http://schemas.openxmlformats.org/officeDocument/2006/relationships/tags" Target="../tags/tag825.xml"/><Relationship Id="rId3" Type="http://schemas.openxmlformats.org/officeDocument/2006/relationships/tags" Target="../tags/tag826.xml"/><Relationship Id="rId4" Type="http://schemas.openxmlformats.org/officeDocument/2006/relationships/tags" Target="../tags/tag827.xml"/><Relationship Id="rId5" Type="http://schemas.openxmlformats.org/officeDocument/2006/relationships/tags" Target="../tags/tag828.xml"/><Relationship Id="rId6" Type="http://schemas.openxmlformats.org/officeDocument/2006/relationships/tags" Target="../tags/tag829.xml"/><Relationship Id="rId7" Type="http://schemas.openxmlformats.org/officeDocument/2006/relationships/tags" Target="../tags/tag830.xml"/><Relationship Id="rId8" Type="http://schemas.openxmlformats.org/officeDocument/2006/relationships/tags" Target="../tags/tag831.xml"/><Relationship Id="rId9" Type="http://schemas.openxmlformats.org/officeDocument/2006/relationships/tags" Target="../tags/tag832.xml"/><Relationship Id="rId10" Type="http://schemas.openxmlformats.org/officeDocument/2006/relationships/tags" Target="../tags/tag833.xml"/><Relationship Id="rId11" Type="http://schemas.openxmlformats.org/officeDocument/2006/relationships/tags" Target="../tags/tag834.xml"/><Relationship Id="rId12" Type="http://schemas.openxmlformats.org/officeDocument/2006/relationships/tags" Target="../tags/tag835.xml"/><Relationship Id="rId13" Type="http://schemas.openxmlformats.org/officeDocument/2006/relationships/tags" Target="../tags/tag836.xml"/><Relationship Id="rId14" Type="http://schemas.openxmlformats.org/officeDocument/2006/relationships/tags" Target="../tags/tag837.xml"/><Relationship Id="rId15" Type="http://schemas.openxmlformats.org/officeDocument/2006/relationships/tags" Target="../tags/tag838.xml"/><Relationship Id="rId16" Type="http://schemas.openxmlformats.org/officeDocument/2006/relationships/tags" Target="../tags/tag839.xml"/><Relationship Id="rId17" Type="http://schemas.openxmlformats.org/officeDocument/2006/relationships/image" Target="../media/image1.png"/><Relationship Id="rId18" Type="http://schemas.openxmlformats.org/officeDocument/2006/relationships/tags" Target="../tags/tag840.xml"/><Relationship Id="rId19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tags" Target="../tags/tag841.xml"/><Relationship Id="rId2" Type="http://schemas.openxmlformats.org/officeDocument/2006/relationships/tags" Target="../tags/tag842.xml"/><Relationship Id="rId3" Type="http://schemas.openxmlformats.org/officeDocument/2006/relationships/tags" Target="../tags/tag843.xml"/><Relationship Id="rId4" Type="http://schemas.openxmlformats.org/officeDocument/2006/relationships/tags" Target="../tags/tag844.xml"/><Relationship Id="rId5" Type="http://schemas.openxmlformats.org/officeDocument/2006/relationships/tags" Target="../tags/tag845.xml"/><Relationship Id="rId6" Type="http://schemas.openxmlformats.org/officeDocument/2006/relationships/tags" Target="../tags/tag846.xml"/><Relationship Id="rId7" Type="http://schemas.openxmlformats.org/officeDocument/2006/relationships/tags" Target="../tags/tag847.xml"/><Relationship Id="rId8" Type="http://schemas.openxmlformats.org/officeDocument/2006/relationships/tags" Target="../tags/tag848.xml"/><Relationship Id="rId9" Type="http://schemas.openxmlformats.org/officeDocument/2006/relationships/tags" Target="../tags/tag849.xml"/><Relationship Id="rId10" Type="http://schemas.openxmlformats.org/officeDocument/2006/relationships/tags" Target="../tags/tag850.xml"/><Relationship Id="rId11" Type="http://schemas.openxmlformats.org/officeDocument/2006/relationships/tags" Target="../tags/tag851.xml"/><Relationship Id="rId12" Type="http://schemas.openxmlformats.org/officeDocument/2006/relationships/tags" Target="../tags/tag852.xml"/><Relationship Id="rId13" Type="http://schemas.openxmlformats.org/officeDocument/2006/relationships/tags" Target="../tags/tag853.xml"/><Relationship Id="rId14" Type="http://schemas.openxmlformats.org/officeDocument/2006/relationships/tags" Target="../tags/tag854.xml"/><Relationship Id="rId15" Type="http://schemas.openxmlformats.org/officeDocument/2006/relationships/tags" Target="../tags/tag855.xml"/><Relationship Id="rId16" Type="http://schemas.openxmlformats.org/officeDocument/2006/relationships/tags" Target="../tags/tag856.xml"/><Relationship Id="rId17" Type="http://schemas.openxmlformats.org/officeDocument/2006/relationships/image" Target="../media/image1.png"/><Relationship Id="rId18" Type="http://schemas.openxmlformats.org/officeDocument/2006/relationships/tags" Target="../tags/tag857.xml"/><Relationship Id="rId19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tags" Target="../tags/tag858.xml"/><Relationship Id="rId2" Type="http://schemas.openxmlformats.org/officeDocument/2006/relationships/tags" Target="../tags/tag859.xml"/><Relationship Id="rId3" Type="http://schemas.openxmlformats.org/officeDocument/2006/relationships/tags" Target="../tags/tag860.xml"/><Relationship Id="rId4" Type="http://schemas.openxmlformats.org/officeDocument/2006/relationships/tags" Target="../tags/tag861.xml"/><Relationship Id="rId5" Type="http://schemas.openxmlformats.org/officeDocument/2006/relationships/tags" Target="../tags/tag862.xml"/><Relationship Id="rId6" Type="http://schemas.openxmlformats.org/officeDocument/2006/relationships/tags" Target="../tags/tag863.xml"/><Relationship Id="rId7" Type="http://schemas.openxmlformats.org/officeDocument/2006/relationships/tags" Target="../tags/tag864.xml"/><Relationship Id="rId8" Type="http://schemas.openxmlformats.org/officeDocument/2006/relationships/tags" Target="../tags/tag865.xml"/><Relationship Id="rId9" Type="http://schemas.openxmlformats.org/officeDocument/2006/relationships/tags" Target="../tags/tag866.xml"/><Relationship Id="rId10" Type="http://schemas.openxmlformats.org/officeDocument/2006/relationships/tags" Target="../tags/tag867.xml"/><Relationship Id="rId11" Type="http://schemas.openxmlformats.org/officeDocument/2006/relationships/tags" Target="../tags/tag868.xml"/><Relationship Id="rId12" Type="http://schemas.openxmlformats.org/officeDocument/2006/relationships/tags" Target="../tags/tag869.xml"/><Relationship Id="rId13" Type="http://schemas.openxmlformats.org/officeDocument/2006/relationships/tags" Target="../tags/tag870.xml"/><Relationship Id="rId14" Type="http://schemas.openxmlformats.org/officeDocument/2006/relationships/tags" Target="../tags/tag871.xml"/><Relationship Id="rId15" Type="http://schemas.openxmlformats.org/officeDocument/2006/relationships/tags" Target="../tags/tag872.xml"/><Relationship Id="rId16" Type="http://schemas.openxmlformats.org/officeDocument/2006/relationships/tags" Target="../tags/tag873.xml"/><Relationship Id="rId17" Type="http://schemas.openxmlformats.org/officeDocument/2006/relationships/image" Target="../media/image1.png"/><Relationship Id="rId18" Type="http://schemas.openxmlformats.org/officeDocument/2006/relationships/tags" Target="../tags/tag874.xml"/><Relationship Id="rId19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tags" Target="../tags/tag875.xml"/><Relationship Id="rId2" Type="http://schemas.openxmlformats.org/officeDocument/2006/relationships/tags" Target="../tags/tag876.xml"/><Relationship Id="rId3" Type="http://schemas.openxmlformats.org/officeDocument/2006/relationships/tags" Target="../tags/tag877.xml"/><Relationship Id="rId4" Type="http://schemas.openxmlformats.org/officeDocument/2006/relationships/tags" Target="../tags/tag878.xml"/><Relationship Id="rId5" Type="http://schemas.openxmlformats.org/officeDocument/2006/relationships/tags" Target="../tags/tag879.xml"/><Relationship Id="rId6" Type="http://schemas.openxmlformats.org/officeDocument/2006/relationships/tags" Target="../tags/tag880.xml"/><Relationship Id="rId7" Type="http://schemas.openxmlformats.org/officeDocument/2006/relationships/image" Target="../media/image1.png"/><Relationship Id="rId8" Type="http://schemas.openxmlformats.org/officeDocument/2006/relationships/tags" Target="../tags/tag881.xml"/><Relationship Id="rId9" Type="http://schemas.openxmlformats.org/officeDocument/2006/relationships/tags" Target="../tags/tag882.xml"/><Relationship Id="rId10" Type="http://schemas.openxmlformats.org/officeDocument/2006/relationships/tags" Target="../tags/tag883.xml"/><Relationship Id="rId11" Type="http://schemas.openxmlformats.org/officeDocument/2006/relationships/tags" Target="../tags/tag884.xml"/><Relationship Id="rId12" Type="http://schemas.openxmlformats.org/officeDocument/2006/relationships/tags" Target="../tags/tag885.xml"/><Relationship Id="rId13" Type="http://schemas.openxmlformats.org/officeDocument/2006/relationships/tags" Target="../tags/tag886.xml"/><Relationship Id="rId14" Type="http://schemas.openxmlformats.org/officeDocument/2006/relationships/tags" Target="../tags/tag887.xml"/><Relationship Id="rId15" Type="http://schemas.openxmlformats.org/officeDocument/2006/relationships/tags" Target="../tags/tag888.xml"/><Relationship Id="rId16" Type="http://schemas.openxmlformats.org/officeDocument/2006/relationships/tags" Target="../tags/tag889.xml"/><Relationship Id="rId17" Type="http://schemas.openxmlformats.org/officeDocument/2006/relationships/tags" Target="../tags/tag890.xml"/><Relationship Id="rId18" Type="http://schemas.openxmlformats.org/officeDocument/2006/relationships/tags" Target="../tags/tag891.xml"/><Relationship Id="rId19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tags" Target="../tags/tag892.xml"/><Relationship Id="rId2" Type="http://schemas.openxmlformats.org/officeDocument/2006/relationships/tags" Target="../tags/tag893.xml"/><Relationship Id="rId3" Type="http://schemas.openxmlformats.org/officeDocument/2006/relationships/tags" Target="../tags/tag894.xml"/><Relationship Id="rId4" Type="http://schemas.openxmlformats.org/officeDocument/2006/relationships/tags" Target="../tags/tag895.xml"/><Relationship Id="rId5" Type="http://schemas.openxmlformats.org/officeDocument/2006/relationships/tags" Target="../tags/tag896.xml"/><Relationship Id="rId6" Type="http://schemas.openxmlformats.org/officeDocument/2006/relationships/tags" Target="../tags/tag897.xml"/><Relationship Id="rId7" Type="http://schemas.openxmlformats.org/officeDocument/2006/relationships/tags" Target="../tags/tag898.xml"/><Relationship Id="rId8" Type="http://schemas.openxmlformats.org/officeDocument/2006/relationships/tags" Target="../tags/tag899.xml"/><Relationship Id="rId9" Type="http://schemas.openxmlformats.org/officeDocument/2006/relationships/tags" Target="../tags/tag900.xml"/><Relationship Id="rId10" Type="http://schemas.openxmlformats.org/officeDocument/2006/relationships/tags" Target="../tags/tag901.xml"/><Relationship Id="rId11" Type="http://schemas.openxmlformats.org/officeDocument/2006/relationships/tags" Target="../tags/tag902.xml"/><Relationship Id="rId12" Type="http://schemas.openxmlformats.org/officeDocument/2006/relationships/tags" Target="../tags/tag903.xml"/><Relationship Id="rId13" Type="http://schemas.openxmlformats.org/officeDocument/2006/relationships/tags" Target="../tags/tag904.xml"/><Relationship Id="rId14" Type="http://schemas.openxmlformats.org/officeDocument/2006/relationships/tags" Target="../tags/tag905.xml"/><Relationship Id="rId15" Type="http://schemas.openxmlformats.org/officeDocument/2006/relationships/tags" Target="../tags/tag906.xml"/><Relationship Id="rId16" Type="http://schemas.openxmlformats.org/officeDocument/2006/relationships/tags" Target="../tags/tag907.xml"/><Relationship Id="rId17" Type="http://schemas.openxmlformats.org/officeDocument/2006/relationships/image" Target="../media/image1.png"/><Relationship Id="rId18" Type="http://schemas.openxmlformats.org/officeDocument/2006/relationships/tags" Target="../tags/tag908.xml"/><Relationship Id="rId19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tags" Target="../tags/tag2909.xml"/><Relationship Id="rId2" Type="http://schemas.openxmlformats.org/officeDocument/2006/relationships/tags" Target="../tags/tag2910.xml"/><Relationship Id="rId3" Type="http://schemas.openxmlformats.org/officeDocument/2006/relationships/tags" Target="../tags/tag2911.xml"/><Relationship Id="rId4" Type="http://schemas.openxmlformats.org/officeDocument/2006/relationships/tags" Target="../tags/tag2912.xml"/><Relationship Id="rId5" Type="http://schemas.openxmlformats.org/officeDocument/2006/relationships/tags" Target="../tags/tag2913.xml"/><Relationship Id="rId6" Type="http://schemas.openxmlformats.org/officeDocument/2006/relationships/tags" Target="../tags/tag2914.xml"/><Relationship Id="rId7" Type="http://schemas.openxmlformats.org/officeDocument/2006/relationships/tags" Target="../tags/tag2915.xml"/><Relationship Id="rId8" Type="http://schemas.openxmlformats.org/officeDocument/2006/relationships/tags" Target="../tags/tag2916.xml"/><Relationship Id="rId9" Type="http://schemas.openxmlformats.org/officeDocument/2006/relationships/tags" Target="../tags/tag2917.xml"/><Relationship Id="rId10" Type="http://schemas.openxmlformats.org/officeDocument/2006/relationships/tags" Target="../tags/tag2918.xml"/><Relationship Id="rId11" Type="http://schemas.openxmlformats.org/officeDocument/2006/relationships/tags" Target="../tags/tag2919.xml"/><Relationship Id="rId12" Type="http://schemas.openxmlformats.org/officeDocument/2006/relationships/tags" Target="../tags/tag2920.xml"/><Relationship Id="rId13" Type="http://schemas.openxmlformats.org/officeDocument/2006/relationships/tags" Target="../tags/tag2921.xml"/><Relationship Id="rId14" Type="http://schemas.openxmlformats.org/officeDocument/2006/relationships/tags" Target="../tags/tag2922.xml"/><Relationship Id="rId15" Type="http://schemas.openxmlformats.org/officeDocument/2006/relationships/tags" Target="../tags/tag2923.xml"/><Relationship Id="rId16" Type="http://schemas.openxmlformats.org/officeDocument/2006/relationships/tags" Target="../tags/tag2924.xml"/><Relationship Id="rId17" Type="http://schemas.openxmlformats.org/officeDocument/2006/relationships/tags" Target="../tags/tag2925.xml"/><Relationship Id="rId18" Type="http://schemas.openxmlformats.org/officeDocument/2006/relationships/tags" Target="../tags/tag2926.xml"/><Relationship Id="rId19" Type="http://schemas.openxmlformats.org/officeDocument/2006/relationships/tags" Target="../tags/tag2927.xml"/><Relationship Id="rId20" Type="http://schemas.openxmlformats.org/officeDocument/2006/relationships/tags" Target="../tags/tag2928.xml"/><Relationship Id="rId21" Type="http://schemas.openxmlformats.org/officeDocument/2006/relationships/tags" Target="../tags/tag2929.xml"/><Relationship Id="rId22" Type="http://schemas.openxmlformats.org/officeDocument/2006/relationships/tags" Target="../tags/tag2930.xml"/><Relationship Id="rId23" Type="http://schemas.openxmlformats.org/officeDocument/2006/relationships/tags" Target="../tags/tag2931.xml"/><Relationship Id="rId24" Type="http://schemas.openxmlformats.org/officeDocument/2006/relationships/tags" Target="../tags/tag2932.xml"/><Relationship Id="rId25" Type="http://schemas.openxmlformats.org/officeDocument/2006/relationships/image" Target="../media/image1.png"/><Relationship Id="rId26" Type="http://schemas.openxmlformats.org/officeDocument/2006/relationships/tags" Target="../tags/tag2933.xml"/><Relationship Id="rId27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tags" Target="../tags/tag2943.xml"/><Relationship Id="rId2" Type="http://schemas.openxmlformats.org/officeDocument/2006/relationships/tags" Target="../tags/tag2944.xml"/><Relationship Id="rId3" Type="http://schemas.openxmlformats.org/officeDocument/2006/relationships/tags" Target="../tags/tag2945.xml"/><Relationship Id="rId4" Type="http://schemas.openxmlformats.org/officeDocument/2006/relationships/tags" Target="../tags/tag2946.xml"/><Relationship Id="rId5" Type="http://schemas.openxmlformats.org/officeDocument/2006/relationships/tags" Target="../tags/tag2947.xml"/><Relationship Id="rId6" Type="http://schemas.openxmlformats.org/officeDocument/2006/relationships/tags" Target="../tags/tag2948.xml"/><Relationship Id="rId7" Type="http://schemas.openxmlformats.org/officeDocument/2006/relationships/tags" Target="../tags/tag2949.xml"/><Relationship Id="rId8" Type="http://schemas.openxmlformats.org/officeDocument/2006/relationships/tags" Target="../tags/tag2950.xml"/><Relationship Id="rId9" Type="http://schemas.openxmlformats.org/officeDocument/2006/relationships/tags" Target="../tags/tag2951.xml"/><Relationship Id="rId10" Type="http://schemas.openxmlformats.org/officeDocument/2006/relationships/tags" Target="../tags/tag2952.xml"/><Relationship Id="rId11" Type="http://schemas.openxmlformats.org/officeDocument/2006/relationships/tags" Target="../tags/tag2953.xml"/><Relationship Id="rId12" Type="http://schemas.openxmlformats.org/officeDocument/2006/relationships/tags" Target="../tags/tag2954.xml"/><Relationship Id="rId13" Type="http://schemas.openxmlformats.org/officeDocument/2006/relationships/tags" Target="../tags/tag2955.xml"/><Relationship Id="rId14" Type="http://schemas.openxmlformats.org/officeDocument/2006/relationships/tags" Target="../tags/tag2956.xml"/><Relationship Id="rId15" Type="http://schemas.openxmlformats.org/officeDocument/2006/relationships/tags" Target="../tags/tag2957.xml"/><Relationship Id="rId16" Type="http://schemas.openxmlformats.org/officeDocument/2006/relationships/tags" Target="../tags/tag2958.xml"/><Relationship Id="rId17" Type="http://schemas.openxmlformats.org/officeDocument/2006/relationships/tags" Target="../tags/tag2959.xml"/><Relationship Id="rId18" Type="http://schemas.openxmlformats.org/officeDocument/2006/relationships/tags" Target="../tags/tag2960.xml"/><Relationship Id="rId19" Type="http://schemas.openxmlformats.org/officeDocument/2006/relationships/tags" Target="../tags/tag2961.xml"/><Relationship Id="rId20" Type="http://schemas.openxmlformats.org/officeDocument/2006/relationships/tags" Target="../tags/tag2962.xml"/><Relationship Id="rId21" Type="http://schemas.openxmlformats.org/officeDocument/2006/relationships/tags" Target="../tags/tag2963.xml"/><Relationship Id="rId22" Type="http://schemas.openxmlformats.org/officeDocument/2006/relationships/tags" Target="../tags/tag2964.xml"/><Relationship Id="rId23" Type="http://schemas.openxmlformats.org/officeDocument/2006/relationships/tags" Target="../tags/tag2965.xml"/><Relationship Id="rId24" Type="http://schemas.openxmlformats.org/officeDocument/2006/relationships/tags" Target="../tags/tag2966.xml"/><Relationship Id="rId25" Type="http://schemas.openxmlformats.org/officeDocument/2006/relationships/image" Target="../media/image1.png"/><Relationship Id="rId26" Type="http://schemas.openxmlformats.org/officeDocument/2006/relationships/tags" Target="../tags/tag2967.xml"/><Relationship Id="rId27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tags" Target="../tags/tag2968.xml"/><Relationship Id="rId2" Type="http://schemas.openxmlformats.org/officeDocument/2006/relationships/tags" Target="../tags/tag2969.xml"/><Relationship Id="rId3" Type="http://schemas.openxmlformats.org/officeDocument/2006/relationships/tags" Target="../tags/tag2970.xml"/><Relationship Id="rId4" Type="http://schemas.openxmlformats.org/officeDocument/2006/relationships/tags" Target="../tags/tag2971.xml"/><Relationship Id="rId5" Type="http://schemas.openxmlformats.org/officeDocument/2006/relationships/tags" Target="../tags/tag2972.xml"/><Relationship Id="rId6" Type="http://schemas.openxmlformats.org/officeDocument/2006/relationships/tags" Target="../tags/tag2973.xml"/><Relationship Id="rId7" Type="http://schemas.openxmlformats.org/officeDocument/2006/relationships/tags" Target="../tags/tag2974.xml"/><Relationship Id="rId8" Type="http://schemas.openxmlformats.org/officeDocument/2006/relationships/tags" Target="../tags/tag2975.xml"/><Relationship Id="rId9" Type="http://schemas.openxmlformats.org/officeDocument/2006/relationships/tags" Target="../tags/tag2976.xml"/><Relationship Id="rId10" Type="http://schemas.openxmlformats.org/officeDocument/2006/relationships/tags" Target="../tags/tag2977.xml"/><Relationship Id="rId11" Type="http://schemas.openxmlformats.org/officeDocument/2006/relationships/tags" Target="../tags/tag2978.xml"/><Relationship Id="rId12" Type="http://schemas.openxmlformats.org/officeDocument/2006/relationships/tags" Target="../tags/tag2979.xml"/><Relationship Id="rId13" Type="http://schemas.openxmlformats.org/officeDocument/2006/relationships/tags" Target="../tags/tag2980.xml"/><Relationship Id="rId14" Type="http://schemas.openxmlformats.org/officeDocument/2006/relationships/tags" Target="../tags/tag2981.xml"/><Relationship Id="rId15" Type="http://schemas.openxmlformats.org/officeDocument/2006/relationships/tags" Target="../tags/tag2982.xml"/><Relationship Id="rId16" Type="http://schemas.openxmlformats.org/officeDocument/2006/relationships/tags" Target="../tags/tag2983.xml"/><Relationship Id="rId17" Type="http://schemas.openxmlformats.org/officeDocument/2006/relationships/tags" Target="../tags/tag2984.xml"/><Relationship Id="rId18" Type="http://schemas.openxmlformats.org/officeDocument/2006/relationships/tags" Target="../tags/tag2985.xml"/><Relationship Id="rId19" Type="http://schemas.openxmlformats.org/officeDocument/2006/relationships/tags" Target="../tags/tag2986.xml"/><Relationship Id="rId20" Type="http://schemas.openxmlformats.org/officeDocument/2006/relationships/tags" Target="../tags/tag2987.xml"/><Relationship Id="rId21" Type="http://schemas.openxmlformats.org/officeDocument/2006/relationships/tags" Target="../tags/tag2988.xml"/><Relationship Id="rId22" Type="http://schemas.openxmlformats.org/officeDocument/2006/relationships/tags" Target="../tags/tag2989.xml"/><Relationship Id="rId23" Type="http://schemas.openxmlformats.org/officeDocument/2006/relationships/tags" Target="../tags/tag2990.xml"/><Relationship Id="rId24" Type="http://schemas.openxmlformats.org/officeDocument/2006/relationships/tags" Target="../tags/tag2991.xml"/><Relationship Id="rId25" Type="http://schemas.openxmlformats.org/officeDocument/2006/relationships/image" Target="../media/image1.png"/><Relationship Id="rId26" Type="http://schemas.openxmlformats.org/officeDocument/2006/relationships/tags" Target="../tags/tag2992.xml"/><Relationship Id="rId27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tags" Target="../tags/tag2993.xml"/><Relationship Id="rId2" Type="http://schemas.openxmlformats.org/officeDocument/2006/relationships/tags" Target="../tags/tag2994.xml"/><Relationship Id="rId3" Type="http://schemas.openxmlformats.org/officeDocument/2006/relationships/tags" Target="../tags/tag2995.xml"/><Relationship Id="rId4" Type="http://schemas.openxmlformats.org/officeDocument/2006/relationships/tags" Target="../tags/tag2996.xml"/><Relationship Id="rId5" Type="http://schemas.openxmlformats.org/officeDocument/2006/relationships/tags" Target="../tags/tag2997.xml"/><Relationship Id="rId6" Type="http://schemas.openxmlformats.org/officeDocument/2006/relationships/tags" Target="../tags/tag2998.xml"/><Relationship Id="rId7" Type="http://schemas.openxmlformats.org/officeDocument/2006/relationships/tags" Target="../tags/tag2999.xml"/><Relationship Id="rId8" Type="http://schemas.openxmlformats.org/officeDocument/2006/relationships/tags" Target="../tags/tag3000.xml"/><Relationship Id="rId9" Type="http://schemas.openxmlformats.org/officeDocument/2006/relationships/tags" Target="../tags/tag3001.xml"/><Relationship Id="rId10" Type="http://schemas.openxmlformats.org/officeDocument/2006/relationships/tags" Target="../tags/tag3002.xml"/><Relationship Id="rId11" Type="http://schemas.openxmlformats.org/officeDocument/2006/relationships/tags" Target="../tags/tag3003.xml"/><Relationship Id="rId12" Type="http://schemas.openxmlformats.org/officeDocument/2006/relationships/tags" Target="../tags/tag3004.xml"/><Relationship Id="rId13" Type="http://schemas.openxmlformats.org/officeDocument/2006/relationships/tags" Target="../tags/tag3005.xml"/><Relationship Id="rId14" Type="http://schemas.openxmlformats.org/officeDocument/2006/relationships/tags" Target="../tags/tag3006.xml"/><Relationship Id="rId15" Type="http://schemas.openxmlformats.org/officeDocument/2006/relationships/tags" Target="../tags/tag3007.xml"/><Relationship Id="rId16" Type="http://schemas.openxmlformats.org/officeDocument/2006/relationships/tags" Target="../tags/tag3008.xml"/><Relationship Id="rId17" Type="http://schemas.openxmlformats.org/officeDocument/2006/relationships/tags" Target="../tags/tag3009.xml"/><Relationship Id="rId18" Type="http://schemas.openxmlformats.org/officeDocument/2006/relationships/tags" Target="../tags/tag3010.xml"/><Relationship Id="rId19" Type="http://schemas.openxmlformats.org/officeDocument/2006/relationships/tags" Target="../tags/tag3011.xml"/><Relationship Id="rId20" Type="http://schemas.openxmlformats.org/officeDocument/2006/relationships/tags" Target="../tags/tag3012.xml"/><Relationship Id="rId21" Type="http://schemas.openxmlformats.org/officeDocument/2006/relationships/tags" Target="../tags/tag3013.xml"/><Relationship Id="rId22" Type="http://schemas.openxmlformats.org/officeDocument/2006/relationships/tags" Target="../tags/tag3014.xml"/><Relationship Id="rId23" Type="http://schemas.openxmlformats.org/officeDocument/2006/relationships/tags" Target="../tags/tag3015.xml"/><Relationship Id="rId24" Type="http://schemas.openxmlformats.org/officeDocument/2006/relationships/tags" Target="../tags/tag3016.xml"/><Relationship Id="rId25" Type="http://schemas.openxmlformats.org/officeDocument/2006/relationships/image" Target="../media/image1.png"/><Relationship Id="rId26" Type="http://schemas.openxmlformats.org/officeDocument/2006/relationships/tags" Target="../tags/tag3017.xml"/><Relationship Id="rId27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tags" Target="../tags/tag3018.xml"/><Relationship Id="rId2" Type="http://schemas.openxmlformats.org/officeDocument/2006/relationships/tags" Target="../tags/tag3019.xml"/><Relationship Id="rId3" Type="http://schemas.openxmlformats.org/officeDocument/2006/relationships/tags" Target="../tags/tag3020.xml"/><Relationship Id="rId4" Type="http://schemas.openxmlformats.org/officeDocument/2006/relationships/tags" Target="../tags/tag3021.xml"/><Relationship Id="rId5" Type="http://schemas.openxmlformats.org/officeDocument/2006/relationships/tags" Target="../tags/tag3022.xml"/><Relationship Id="rId6" Type="http://schemas.openxmlformats.org/officeDocument/2006/relationships/tags" Target="../tags/tag3023.xml"/><Relationship Id="rId7" Type="http://schemas.openxmlformats.org/officeDocument/2006/relationships/tags" Target="../tags/tag3024.xml"/><Relationship Id="rId8" Type="http://schemas.openxmlformats.org/officeDocument/2006/relationships/tags" Target="../tags/tag3025.xml"/><Relationship Id="rId9" Type="http://schemas.openxmlformats.org/officeDocument/2006/relationships/tags" Target="../tags/tag3026.xml"/><Relationship Id="rId10" Type="http://schemas.openxmlformats.org/officeDocument/2006/relationships/tags" Target="../tags/tag3027.xml"/><Relationship Id="rId11" Type="http://schemas.openxmlformats.org/officeDocument/2006/relationships/tags" Target="../tags/tag3028.xml"/><Relationship Id="rId12" Type="http://schemas.openxmlformats.org/officeDocument/2006/relationships/tags" Target="../tags/tag3029.xml"/><Relationship Id="rId13" Type="http://schemas.openxmlformats.org/officeDocument/2006/relationships/tags" Target="../tags/tag3030.xml"/><Relationship Id="rId14" Type="http://schemas.openxmlformats.org/officeDocument/2006/relationships/tags" Target="../tags/tag3031.xml"/><Relationship Id="rId15" Type="http://schemas.openxmlformats.org/officeDocument/2006/relationships/tags" Target="../tags/tag3032.xml"/><Relationship Id="rId16" Type="http://schemas.openxmlformats.org/officeDocument/2006/relationships/tags" Target="../tags/tag3033.xml"/><Relationship Id="rId17" Type="http://schemas.openxmlformats.org/officeDocument/2006/relationships/tags" Target="../tags/tag3034.xml"/><Relationship Id="rId18" Type="http://schemas.openxmlformats.org/officeDocument/2006/relationships/tags" Target="../tags/tag3035.xml"/><Relationship Id="rId19" Type="http://schemas.openxmlformats.org/officeDocument/2006/relationships/tags" Target="../tags/tag3036.xml"/><Relationship Id="rId20" Type="http://schemas.openxmlformats.org/officeDocument/2006/relationships/tags" Target="../tags/tag3037.xml"/><Relationship Id="rId21" Type="http://schemas.openxmlformats.org/officeDocument/2006/relationships/tags" Target="../tags/tag3038.xml"/><Relationship Id="rId22" Type="http://schemas.openxmlformats.org/officeDocument/2006/relationships/tags" Target="../tags/tag3039.xml"/><Relationship Id="rId23" Type="http://schemas.openxmlformats.org/officeDocument/2006/relationships/tags" Target="../tags/tag3040.xml"/><Relationship Id="rId24" Type="http://schemas.openxmlformats.org/officeDocument/2006/relationships/tags" Target="../tags/tag3041.xml"/><Relationship Id="rId25" Type="http://schemas.openxmlformats.org/officeDocument/2006/relationships/image" Target="../media/image1.png"/><Relationship Id="rId26" Type="http://schemas.openxmlformats.org/officeDocument/2006/relationships/tags" Target="../tags/tag3042.xml"/><Relationship Id="rId27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tags" Target="../tags/tag3043.xml"/><Relationship Id="rId2" Type="http://schemas.openxmlformats.org/officeDocument/2006/relationships/tags" Target="../tags/tag3044.xml"/><Relationship Id="rId3" Type="http://schemas.openxmlformats.org/officeDocument/2006/relationships/tags" Target="../tags/tag3045.xml"/><Relationship Id="rId4" Type="http://schemas.openxmlformats.org/officeDocument/2006/relationships/tags" Target="../tags/tag3046.xml"/><Relationship Id="rId5" Type="http://schemas.openxmlformats.org/officeDocument/2006/relationships/tags" Target="../tags/tag3047.xml"/><Relationship Id="rId6" Type="http://schemas.openxmlformats.org/officeDocument/2006/relationships/tags" Target="../tags/tag3048.xml"/><Relationship Id="rId7" Type="http://schemas.openxmlformats.org/officeDocument/2006/relationships/tags" Target="../tags/tag3049.xml"/><Relationship Id="rId8" Type="http://schemas.openxmlformats.org/officeDocument/2006/relationships/tags" Target="../tags/tag3050.xml"/><Relationship Id="rId9" Type="http://schemas.openxmlformats.org/officeDocument/2006/relationships/tags" Target="../tags/tag3051.xml"/><Relationship Id="rId10" Type="http://schemas.openxmlformats.org/officeDocument/2006/relationships/tags" Target="../tags/tag3052.xml"/><Relationship Id="rId11" Type="http://schemas.openxmlformats.org/officeDocument/2006/relationships/tags" Target="../tags/tag3053.xml"/><Relationship Id="rId12" Type="http://schemas.openxmlformats.org/officeDocument/2006/relationships/tags" Target="../tags/tag3054.xml"/><Relationship Id="rId13" Type="http://schemas.openxmlformats.org/officeDocument/2006/relationships/tags" Target="../tags/tag3055.xml"/><Relationship Id="rId14" Type="http://schemas.openxmlformats.org/officeDocument/2006/relationships/tags" Target="../tags/tag3056.xml"/><Relationship Id="rId15" Type="http://schemas.openxmlformats.org/officeDocument/2006/relationships/tags" Target="../tags/tag3057.xml"/><Relationship Id="rId16" Type="http://schemas.openxmlformats.org/officeDocument/2006/relationships/tags" Target="../tags/tag3058.xml"/><Relationship Id="rId17" Type="http://schemas.openxmlformats.org/officeDocument/2006/relationships/tags" Target="../tags/tag3059.xml"/><Relationship Id="rId18" Type="http://schemas.openxmlformats.org/officeDocument/2006/relationships/tags" Target="../tags/tag3060.xml"/><Relationship Id="rId19" Type="http://schemas.openxmlformats.org/officeDocument/2006/relationships/tags" Target="../tags/tag3061.xml"/><Relationship Id="rId20" Type="http://schemas.openxmlformats.org/officeDocument/2006/relationships/tags" Target="../tags/tag3062.xml"/><Relationship Id="rId21" Type="http://schemas.openxmlformats.org/officeDocument/2006/relationships/tags" Target="../tags/tag3063.xml"/><Relationship Id="rId22" Type="http://schemas.openxmlformats.org/officeDocument/2006/relationships/tags" Target="../tags/tag3064.xml"/><Relationship Id="rId23" Type="http://schemas.openxmlformats.org/officeDocument/2006/relationships/tags" Target="../tags/tag3065.xml"/><Relationship Id="rId24" Type="http://schemas.openxmlformats.org/officeDocument/2006/relationships/tags" Target="../tags/tag3066.xml"/><Relationship Id="rId25" Type="http://schemas.openxmlformats.org/officeDocument/2006/relationships/image" Target="../media/image1.png"/><Relationship Id="rId26" Type="http://schemas.openxmlformats.org/officeDocument/2006/relationships/tags" Target="../tags/tag3067.xml"/><Relationship Id="rId27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tags" Target="../tags/tag3068.xml"/><Relationship Id="rId2" Type="http://schemas.openxmlformats.org/officeDocument/2006/relationships/tags" Target="../tags/tag3069.xml"/><Relationship Id="rId3" Type="http://schemas.openxmlformats.org/officeDocument/2006/relationships/tags" Target="../tags/tag3070.xml"/><Relationship Id="rId4" Type="http://schemas.openxmlformats.org/officeDocument/2006/relationships/tags" Target="../tags/tag3071.xml"/><Relationship Id="rId5" Type="http://schemas.openxmlformats.org/officeDocument/2006/relationships/tags" Target="../tags/tag3072.xml"/><Relationship Id="rId6" Type="http://schemas.openxmlformats.org/officeDocument/2006/relationships/tags" Target="../tags/tag3073.xml"/><Relationship Id="rId7" Type="http://schemas.openxmlformats.org/officeDocument/2006/relationships/tags" Target="../tags/tag3074.xml"/><Relationship Id="rId8" Type="http://schemas.openxmlformats.org/officeDocument/2006/relationships/tags" Target="../tags/tag3075.xml"/><Relationship Id="rId9" Type="http://schemas.openxmlformats.org/officeDocument/2006/relationships/tags" Target="../tags/tag3076.xml"/><Relationship Id="rId10" Type="http://schemas.openxmlformats.org/officeDocument/2006/relationships/tags" Target="../tags/tag3077.xml"/><Relationship Id="rId11" Type="http://schemas.openxmlformats.org/officeDocument/2006/relationships/tags" Target="../tags/tag3078.xml"/><Relationship Id="rId12" Type="http://schemas.openxmlformats.org/officeDocument/2006/relationships/tags" Target="../tags/tag3079.xml"/><Relationship Id="rId13" Type="http://schemas.openxmlformats.org/officeDocument/2006/relationships/tags" Target="../tags/tag3080.xml"/><Relationship Id="rId14" Type="http://schemas.openxmlformats.org/officeDocument/2006/relationships/tags" Target="../tags/tag3081.xml"/><Relationship Id="rId15" Type="http://schemas.openxmlformats.org/officeDocument/2006/relationships/tags" Target="../tags/tag3082.xml"/><Relationship Id="rId16" Type="http://schemas.openxmlformats.org/officeDocument/2006/relationships/tags" Target="../tags/tag3083.xml"/><Relationship Id="rId17" Type="http://schemas.openxmlformats.org/officeDocument/2006/relationships/tags" Target="../tags/tag3084.xml"/><Relationship Id="rId18" Type="http://schemas.openxmlformats.org/officeDocument/2006/relationships/tags" Target="../tags/tag3085.xml"/><Relationship Id="rId19" Type="http://schemas.openxmlformats.org/officeDocument/2006/relationships/tags" Target="../tags/tag3086.xml"/><Relationship Id="rId20" Type="http://schemas.openxmlformats.org/officeDocument/2006/relationships/tags" Target="../tags/tag3087.xml"/><Relationship Id="rId21" Type="http://schemas.openxmlformats.org/officeDocument/2006/relationships/tags" Target="../tags/tag3088.xml"/><Relationship Id="rId22" Type="http://schemas.openxmlformats.org/officeDocument/2006/relationships/tags" Target="../tags/tag3089.xml"/><Relationship Id="rId23" Type="http://schemas.openxmlformats.org/officeDocument/2006/relationships/tags" Target="../tags/tag3090.xml"/><Relationship Id="rId24" Type="http://schemas.openxmlformats.org/officeDocument/2006/relationships/tags" Target="../tags/tag3091.xml"/><Relationship Id="rId25" Type="http://schemas.openxmlformats.org/officeDocument/2006/relationships/image" Target="../media/image1.png"/><Relationship Id="rId26" Type="http://schemas.openxmlformats.org/officeDocument/2006/relationships/tags" Target="../tags/tag3092.xml"/><Relationship Id="rId27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tags" Target="../tags/tag3093.xml"/><Relationship Id="rId2" Type="http://schemas.openxmlformats.org/officeDocument/2006/relationships/tags" Target="../tags/tag3094.xml"/><Relationship Id="rId3" Type="http://schemas.openxmlformats.org/officeDocument/2006/relationships/tags" Target="../tags/tag3095.xml"/><Relationship Id="rId4" Type="http://schemas.openxmlformats.org/officeDocument/2006/relationships/tags" Target="../tags/tag3096.xml"/><Relationship Id="rId5" Type="http://schemas.openxmlformats.org/officeDocument/2006/relationships/tags" Target="../tags/tag3097.xml"/><Relationship Id="rId6" Type="http://schemas.openxmlformats.org/officeDocument/2006/relationships/tags" Target="../tags/tag3098.xml"/><Relationship Id="rId7" Type="http://schemas.openxmlformats.org/officeDocument/2006/relationships/tags" Target="../tags/tag3099.xml"/><Relationship Id="rId8" Type="http://schemas.openxmlformats.org/officeDocument/2006/relationships/tags" Target="../tags/tag3100.xml"/><Relationship Id="rId9" Type="http://schemas.openxmlformats.org/officeDocument/2006/relationships/tags" Target="../tags/tag3101.xml"/><Relationship Id="rId10" Type="http://schemas.openxmlformats.org/officeDocument/2006/relationships/tags" Target="../tags/tag3102.xml"/><Relationship Id="rId11" Type="http://schemas.openxmlformats.org/officeDocument/2006/relationships/tags" Target="../tags/tag3103.xml"/><Relationship Id="rId12" Type="http://schemas.openxmlformats.org/officeDocument/2006/relationships/tags" Target="../tags/tag3104.xml"/><Relationship Id="rId13" Type="http://schemas.openxmlformats.org/officeDocument/2006/relationships/tags" Target="../tags/tag3105.xml"/><Relationship Id="rId14" Type="http://schemas.openxmlformats.org/officeDocument/2006/relationships/tags" Target="../tags/tag3106.xml"/><Relationship Id="rId15" Type="http://schemas.openxmlformats.org/officeDocument/2006/relationships/tags" Target="../tags/tag3107.xml"/><Relationship Id="rId16" Type="http://schemas.openxmlformats.org/officeDocument/2006/relationships/tags" Target="../tags/tag3108.xml"/><Relationship Id="rId17" Type="http://schemas.openxmlformats.org/officeDocument/2006/relationships/tags" Target="../tags/tag3109.xml"/><Relationship Id="rId18" Type="http://schemas.openxmlformats.org/officeDocument/2006/relationships/tags" Target="../tags/tag3110.xml"/><Relationship Id="rId19" Type="http://schemas.openxmlformats.org/officeDocument/2006/relationships/tags" Target="../tags/tag3111.xml"/><Relationship Id="rId20" Type="http://schemas.openxmlformats.org/officeDocument/2006/relationships/tags" Target="../tags/tag3112.xml"/><Relationship Id="rId21" Type="http://schemas.openxmlformats.org/officeDocument/2006/relationships/tags" Target="../tags/tag3113.xml"/><Relationship Id="rId22" Type="http://schemas.openxmlformats.org/officeDocument/2006/relationships/tags" Target="../tags/tag3114.xml"/><Relationship Id="rId23" Type="http://schemas.openxmlformats.org/officeDocument/2006/relationships/tags" Target="../tags/tag3115.xml"/><Relationship Id="rId24" Type="http://schemas.openxmlformats.org/officeDocument/2006/relationships/tags" Target="../tags/tag3116.xml"/><Relationship Id="rId25" Type="http://schemas.openxmlformats.org/officeDocument/2006/relationships/image" Target="../media/image1.png"/><Relationship Id="rId26" Type="http://schemas.openxmlformats.org/officeDocument/2006/relationships/tags" Target="../tags/tag3117.xml"/><Relationship Id="rId27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tags" Target="../tags/tag3118.xml"/><Relationship Id="rId2" Type="http://schemas.openxmlformats.org/officeDocument/2006/relationships/tags" Target="../tags/tag3119.xml"/><Relationship Id="rId3" Type="http://schemas.openxmlformats.org/officeDocument/2006/relationships/tags" Target="../tags/tag3120.xml"/><Relationship Id="rId4" Type="http://schemas.openxmlformats.org/officeDocument/2006/relationships/tags" Target="../tags/tag3121.xml"/><Relationship Id="rId5" Type="http://schemas.openxmlformats.org/officeDocument/2006/relationships/tags" Target="../tags/tag3122.xml"/><Relationship Id="rId6" Type="http://schemas.openxmlformats.org/officeDocument/2006/relationships/tags" Target="../tags/tag3123.xml"/><Relationship Id="rId7" Type="http://schemas.openxmlformats.org/officeDocument/2006/relationships/tags" Target="../tags/tag3124.xml"/><Relationship Id="rId8" Type="http://schemas.openxmlformats.org/officeDocument/2006/relationships/tags" Target="../tags/tag3125.xml"/><Relationship Id="rId9" Type="http://schemas.openxmlformats.org/officeDocument/2006/relationships/tags" Target="../tags/tag3126.xml"/><Relationship Id="rId10" Type="http://schemas.openxmlformats.org/officeDocument/2006/relationships/tags" Target="../tags/tag3127.xml"/><Relationship Id="rId11" Type="http://schemas.openxmlformats.org/officeDocument/2006/relationships/tags" Target="../tags/tag3128.xml"/><Relationship Id="rId12" Type="http://schemas.openxmlformats.org/officeDocument/2006/relationships/tags" Target="../tags/tag3129.xml"/><Relationship Id="rId13" Type="http://schemas.openxmlformats.org/officeDocument/2006/relationships/tags" Target="../tags/tag3130.xml"/><Relationship Id="rId14" Type="http://schemas.openxmlformats.org/officeDocument/2006/relationships/tags" Target="../tags/tag3131.xml"/><Relationship Id="rId15" Type="http://schemas.openxmlformats.org/officeDocument/2006/relationships/tags" Target="../tags/tag3132.xml"/><Relationship Id="rId16" Type="http://schemas.openxmlformats.org/officeDocument/2006/relationships/tags" Target="../tags/tag3133.xml"/><Relationship Id="rId17" Type="http://schemas.openxmlformats.org/officeDocument/2006/relationships/tags" Target="../tags/tag3134.xml"/><Relationship Id="rId18" Type="http://schemas.openxmlformats.org/officeDocument/2006/relationships/tags" Target="../tags/tag3135.xml"/><Relationship Id="rId19" Type="http://schemas.openxmlformats.org/officeDocument/2006/relationships/tags" Target="../tags/tag3136.xml"/><Relationship Id="rId20" Type="http://schemas.openxmlformats.org/officeDocument/2006/relationships/tags" Target="../tags/tag3137.xml"/><Relationship Id="rId21" Type="http://schemas.openxmlformats.org/officeDocument/2006/relationships/tags" Target="../tags/tag3138.xml"/><Relationship Id="rId22" Type="http://schemas.openxmlformats.org/officeDocument/2006/relationships/tags" Target="../tags/tag3139.xml"/><Relationship Id="rId23" Type="http://schemas.openxmlformats.org/officeDocument/2006/relationships/tags" Target="../tags/tag3140.xml"/><Relationship Id="rId24" Type="http://schemas.openxmlformats.org/officeDocument/2006/relationships/tags" Target="../tags/tag3141.xml"/><Relationship Id="rId25" Type="http://schemas.openxmlformats.org/officeDocument/2006/relationships/image" Target="../media/image1.png"/><Relationship Id="rId26" Type="http://schemas.openxmlformats.org/officeDocument/2006/relationships/tags" Target="../tags/tag3142.xml"/><Relationship Id="rId27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tags" Target="../tags/tag3143.xml"/><Relationship Id="rId2" Type="http://schemas.openxmlformats.org/officeDocument/2006/relationships/tags" Target="../tags/tag3144.xml"/><Relationship Id="rId3" Type="http://schemas.openxmlformats.org/officeDocument/2006/relationships/tags" Target="../tags/tag3145.xml"/><Relationship Id="rId4" Type="http://schemas.openxmlformats.org/officeDocument/2006/relationships/tags" Target="../tags/tag3146.xml"/><Relationship Id="rId5" Type="http://schemas.openxmlformats.org/officeDocument/2006/relationships/tags" Target="../tags/tag3147.xml"/><Relationship Id="rId6" Type="http://schemas.openxmlformats.org/officeDocument/2006/relationships/tags" Target="../tags/tag3148.xml"/><Relationship Id="rId7" Type="http://schemas.openxmlformats.org/officeDocument/2006/relationships/tags" Target="../tags/tag3149.xml"/><Relationship Id="rId8" Type="http://schemas.openxmlformats.org/officeDocument/2006/relationships/tags" Target="../tags/tag3150.xml"/><Relationship Id="rId9" Type="http://schemas.openxmlformats.org/officeDocument/2006/relationships/tags" Target="../tags/tag3151.xml"/><Relationship Id="rId10" Type="http://schemas.openxmlformats.org/officeDocument/2006/relationships/tags" Target="../tags/tag3152.xml"/><Relationship Id="rId11" Type="http://schemas.openxmlformats.org/officeDocument/2006/relationships/tags" Target="../tags/tag3153.xml"/><Relationship Id="rId12" Type="http://schemas.openxmlformats.org/officeDocument/2006/relationships/tags" Target="../tags/tag3154.xml"/><Relationship Id="rId13" Type="http://schemas.openxmlformats.org/officeDocument/2006/relationships/tags" Target="../tags/tag3155.xml"/><Relationship Id="rId14" Type="http://schemas.openxmlformats.org/officeDocument/2006/relationships/tags" Target="../tags/tag3156.xml"/><Relationship Id="rId15" Type="http://schemas.openxmlformats.org/officeDocument/2006/relationships/tags" Target="../tags/tag3157.xml"/><Relationship Id="rId16" Type="http://schemas.openxmlformats.org/officeDocument/2006/relationships/tags" Target="../tags/tag3158.xml"/><Relationship Id="rId17" Type="http://schemas.openxmlformats.org/officeDocument/2006/relationships/tags" Target="../tags/tag3159.xml"/><Relationship Id="rId18" Type="http://schemas.openxmlformats.org/officeDocument/2006/relationships/tags" Target="../tags/tag3160.xml"/><Relationship Id="rId19" Type="http://schemas.openxmlformats.org/officeDocument/2006/relationships/tags" Target="../tags/tag3161.xml"/><Relationship Id="rId20" Type="http://schemas.openxmlformats.org/officeDocument/2006/relationships/tags" Target="../tags/tag3162.xml"/><Relationship Id="rId21" Type="http://schemas.openxmlformats.org/officeDocument/2006/relationships/tags" Target="../tags/tag3163.xml"/><Relationship Id="rId22" Type="http://schemas.openxmlformats.org/officeDocument/2006/relationships/tags" Target="../tags/tag3164.xml"/><Relationship Id="rId23" Type="http://schemas.openxmlformats.org/officeDocument/2006/relationships/tags" Target="../tags/tag3165.xml"/><Relationship Id="rId24" Type="http://schemas.openxmlformats.org/officeDocument/2006/relationships/tags" Target="../tags/tag3166.xml"/><Relationship Id="rId25" Type="http://schemas.openxmlformats.org/officeDocument/2006/relationships/image" Target="../media/image1.png"/><Relationship Id="rId26" Type="http://schemas.openxmlformats.org/officeDocument/2006/relationships/tags" Target="../tags/tag3167.xml"/><Relationship Id="rId27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t>课堂测试 · 第09章 系统实施、测试与项目管理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2026</a:t>
            </a:r>
            <a:r>
              <a:rPr lang="zh-CN" altLang="en-US"/>
              <a:t>秋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462723"/>
            <a:ext cx="6126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1.【第09章·系统实施、测试与项目管理】以下关于测试和调试的说法，正确的是：</a:t>
            </a: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863691"/>
            <a:ext cx="6126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测试是发现缺陷，调试是定位并排除缺陷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720941"/>
            <a:ext cx="4475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测试和调试都是程序员的工作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578191"/>
            <a:ext cx="4145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调试主要由测试工程师完成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435441"/>
            <a:ext cx="5135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测试是定位缺陷，调试是发现缺陷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462723"/>
            <a:ext cx="6456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2.【第09章·系统实施、测试与项目管理】自动化测试的主要效益不包括以下哪一项？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4145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测试具有一致性和可重复性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3815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节约人力，提高测试效率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让产品更快交付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3484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增加人工测试的复杂度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260792"/>
            <a:ext cx="9493886" cy="89154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3.【第09章·系统实施、测试与项目管理】信息系统运维从服务视角出发，其核心依据是供方与需方之间达成的哪类协议？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342709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服务水平协议（SLA）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366458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软件许可协议（EULA）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数据安全责任书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系统验收备忘录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264602"/>
            <a:ext cx="968311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4.【第09章·系统实施、测试与项目管理】根据《凤凰项目》提出的DevOps三步工作法，以下哪些属于其核心原则？（多选）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9724"/>
            <a:ext cx="8437880" cy="47561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建立从开发到运维快速、平滑、能向客户交付价值的工作流</a:t>
            </a:r>
            <a:endParaRPr lang="en-US" altLang="en-US" sz="2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7777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在每个阶段实施从右向左的持续、快速工作反馈机制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5796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通过自动化脚本统一管理所有环境配置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64334"/>
            <a:ext cx="8285480" cy="42989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建立持续学习和高信任度的企业文化，支持动态、严格的科学实验</a:t>
            </a:r>
            <a:endParaRPr lang="en-US" altLang="en-US" sz="2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462723"/>
            <a:ext cx="5135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5.【第09章·系统实施、测试与项目管理】大数据平台的核心技术包括哪些？</a:t>
            </a: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8636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分布式存储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7209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分布式处理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5781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关系型数据库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人工智能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462723"/>
            <a:ext cx="6126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6.【第09章·系统实施、测试与项目管理】以下哪项属于大数据技术的数据存储层？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105029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HDFS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105092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Kafka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11258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Storm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158877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Logstash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945070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7.【第09章·系统实施、测试与项目管理】系统转换策略中,新旧系统同时运行以降低风险的是?____</a:t>
            </a: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直接切换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并行转换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试点转换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分段转换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并行转换让新旧系统同时运行、便于比对回退,风险最低但成本较高。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14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20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21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22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23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97015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8.【第09章·系统实施、测试与项目管理】下列通常不属于软件测试级别的是?____</a:t>
            </a: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单元测试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集成测试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验收测试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界面美化测试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12827000" y="1384300"/>
            <a:ext cx="329565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常见级别为单元/集成/系统/验收;界面美化是设计范畴,非标准测试级别。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14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20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21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22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23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90411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9.【第09章·系统实施、测试与项目管理】黑盒测试常用技术是?____</a:t>
            </a: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3815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等价类划分与边界值分析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语句覆盖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分支覆盖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代码审查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12827000" y="1384300"/>
            <a:ext cx="315468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黑盒测试不关心内部实现,常用等价类/边界值;语句/分支覆盖属白盒。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14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20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21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22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23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96888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10.【第09章·系统实施、测试与项目管理】PMBOK 十大知识领域不包括?____</a:t>
            </a: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范围管理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进度管理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质量管理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烹饪管理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12827000" y="1384300"/>
            <a:ext cx="333184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PMBOK 含范围/进度/成本/质量/资源/沟通/风险/采购/干系人/整合;无"烹饪管理"。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14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20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21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22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23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903224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11.【第09章·系统实施、测试与项目管理】V 模型的核心思想是?____</a:t>
            </a: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55454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每个开发阶段对应一级测试,测试左移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只写代码不测试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测试放在最后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取消设计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12827000" y="1530668"/>
            <a:ext cx="3205480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V 模型强调开发与测试并行对应(需求↔验收、设计↔系统、实现↔单元),测试尽早介入。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14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20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21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22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23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945070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12.【第09章·系统实施、测试与项目管理】对智能体进行测试时,通常应包含哪些类型?____</a:t>
            </a: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功能测试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边界测试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一致性测试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469646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以上都包含(含幻觉与合规核查)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12827000" y="1384300"/>
            <a:ext cx="324739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智能体测试需覆盖功能/边界/一致性/幻觉与合规,且贯穿开发全周期。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14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20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21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22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23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97015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13.【第09章·系统实施、测试与项目管理】智能体发布后修改提示词,必须重新发布才能生效吗?____</a:t>
            </a: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642620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否,知识库/提示词支持热更新,修改即时生效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25736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是,必须重新发布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无法修改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只能等下一年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12827000" y="1407477"/>
            <a:ext cx="3313430" cy="163004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Coze 知识库与提示词支持热更新,修改即时生效,无需重发;仅模型版本等少数项需注意。</a:t>
            </a:r>
            <a:endParaRPr lang="en-US" altLang="en-US" sz="2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14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20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21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22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23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97015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14.【第09章·系统实施、测试与项目管理】智能体评测的关键维度包括?____</a:t>
            </a: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61391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任务成功率 / 工具调用正确性 / 轨迹评估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仅看界面颜色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仅统计字数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只看发布时间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12827000" y="1369060"/>
            <a:ext cx="3331845" cy="17068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评测关注任务成功率、工具调用正确性、步骤效率、成本时延与轨迹,常结合 LLM-as-Judge 与人工抽检。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14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20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21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22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23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945070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15.【第09章·系统实施、测试与项目管理】关于智能体安全护栏,合理建议是?____</a:t>
            </a: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590677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权限最小化 + 高风险决策保留人工兜底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授予无限权限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268922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全权委托 AI 决策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关闭所有日志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自主性越高越需护栏:权限最小化、持续审查,敏感决策保留人工兜底,安全左移。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14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20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21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22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23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8931911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16.【第09章·系统实施、测试与项目管理】综合项目()的定位是?____</a:t>
            </a: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5796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需求→设计→实现→测试的全流程闭环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只写一份文档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1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209677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仅做演示PPT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无需测试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16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12827000" y="1530668"/>
            <a:ext cx="3116580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Capstone 沿用全课程内容,贯通需求—设计—实现—测试,作为课程能力的综合检验与答辩依据。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14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20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21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22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23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7.xml><?xml version="1.0" encoding="utf-8"?>
<p:tagLst xmlns:p="http://schemas.openxmlformats.org/presentationml/2006/main">
  <p:tag name="RAINPROBLEMTYPE" val="ProblemTypeMarker"/>
</p:tagLst>
</file>

<file path=ppt/tags/tag808.xml><?xml version="1.0" encoding="utf-8"?>
<p:tagLst xmlns:p="http://schemas.openxmlformats.org/presentationml/2006/main">
  <p:tag name="RAINPROBLEMTYPE" val="ProblemTypeMarker"/>
</p:tagLst>
</file>

<file path=ppt/tags/tag809.xml><?xml version="1.0" encoding="utf-8"?>
<p:tagLst xmlns:p="http://schemas.openxmlformats.org/presentationml/2006/main">
  <p:tag name="RAINPROBLEMTYPE" val="ProblemTypeMarker"/>
</p:tagLst>
</file>

<file path=ppt/tags/tag810.xml><?xml version="1.0" encoding="utf-8"?>
<p:tagLst xmlns:p="http://schemas.openxmlformats.org/presentationml/2006/main">
  <p:tag name="RAINPROBLEMTYPE" val="ProblemTypeMarker"/>
</p:tagLst>
</file>

<file path=ppt/tags/tag811.xml><?xml version="1.0" encoding="utf-8"?>
<p:tagLst xmlns:p="http://schemas.openxmlformats.org/presentationml/2006/main">
  <p:tag name="RAINPROBLEMTYPE" val="ProblemTypeMarker"/>
</p:tagLst>
</file>

<file path=ppt/tags/tag812.xml><?xml version="1.0" encoding="utf-8"?>
<p:tagLst xmlns:p="http://schemas.openxmlformats.org/presentationml/2006/main">
  <p:tag name="RAINPROBLEM" val="ProblemSetting"/>
  <p:tag name="RAINPROBLEMTYPE" val="MultipleChoice"/>
</p:tagLst>
</file>

<file path=ppt/tags/tag813.xml><?xml version="1.0" encoding="utf-8"?>
<p:tagLst xmlns:p="http://schemas.openxmlformats.org/presentationml/2006/main">
  <p:tag name="RAINPROBLEM" val="ProblemBody"/>
</p:tagLst>
</file>

<file path=ppt/tags/tag814.xml><?xml version="1.0" encoding="utf-8"?>
<p:tagLst xmlns:p="http://schemas.openxmlformats.org/presentationml/2006/main">
  <p:tag name="RAINPROBLEM" val="ProblemItem"/>
</p:tagLst>
</file>

<file path=ppt/tags/tag815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816.xml><?xml version="1.0" encoding="utf-8"?>
<p:tagLst xmlns:p="http://schemas.openxmlformats.org/presentationml/2006/main">
  <p:tag name="RAINPROBLEM" val="ProblemItem"/>
</p:tagLst>
</file>

<file path=ppt/tags/tag81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18.xml><?xml version="1.0" encoding="utf-8"?>
<p:tagLst xmlns:p="http://schemas.openxmlformats.org/presentationml/2006/main">
  <p:tag name="RAINPROBLEM" val="ProblemItem"/>
</p:tagLst>
</file>

<file path=ppt/tags/tag8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20.xml><?xml version="1.0" encoding="utf-8"?>
<p:tagLst xmlns:p="http://schemas.openxmlformats.org/presentationml/2006/main">
  <p:tag name="RAINPROBLEM" val="ProblemItem"/>
</p:tagLst>
</file>

<file path=ppt/tags/tag8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22.xml><?xml version="1.0" encoding="utf-8"?>
<p:tagLst xmlns:p="http://schemas.openxmlformats.org/presentationml/2006/main">
  <p:tag name="RAINPROBLEM" val="ProblemSubmit"/>
  <p:tag name="RAINPROBLEMTYPE" val="MultipleChoice"/>
</p:tagLst>
</file>

<file path=ppt/tags/tag823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824.xml><?xml version="1.0" encoding="utf-8"?>
<p:tagLst xmlns:p="http://schemas.openxmlformats.org/presentationml/2006/main">
  <p:tag name="RAINPROBLEM" val="ProblemBody"/>
</p:tagLst>
</file>

<file path=ppt/tags/tag825.xml><?xml version="1.0" encoding="utf-8"?>
<p:tagLst xmlns:p="http://schemas.openxmlformats.org/presentationml/2006/main">
  <p:tag name="RAINPROBLEM" val="ProblemItem"/>
</p:tagLst>
</file>

<file path=ppt/tags/tag82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27.xml><?xml version="1.0" encoding="utf-8"?>
<p:tagLst xmlns:p="http://schemas.openxmlformats.org/presentationml/2006/main">
  <p:tag name="RAINPROBLEM" val="ProblemItem"/>
</p:tagLst>
</file>

<file path=ppt/tags/tag82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29.xml><?xml version="1.0" encoding="utf-8"?>
<p:tagLst xmlns:p="http://schemas.openxmlformats.org/presentationml/2006/main">
  <p:tag name="RAINPROBLEM" val="ProblemItem"/>
</p:tagLst>
</file>

<file path=ppt/tags/tag83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31.xml><?xml version="1.0" encoding="utf-8"?>
<p:tagLst xmlns:p="http://schemas.openxmlformats.org/presentationml/2006/main">
  <p:tag name="RAINPROBLEM" val="ProblemItem"/>
</p:tagLst>
</file>

<file path=ppt/tags/tag83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833.xml><?xml version="1.0" encoding="utf-8"?>
<p:tagLst xmlns:p="http://schemas.openxmlformats.org/presentationml/2006/main">
  <p:tag name="RAINPROBLEM" val="ProblemSubmit"/>
  <p:tag name="RAINPROBLEMTYPE" val="MultipleChoice"/>
</p:tagLst>
</file>

<file path=ppt/tags/tag834.xml><?xml version="1.0" encoding="utf-8"?>
<p:tagLst xmlns:p="http://schemas.openxmlformats.org/presentationml/2006/main">
  <p:tag name="RAINPROBLEMTYPE" val="ProblemTypeMarker"/>
</p:tagLst>
</file>

<file path=ppt/tags/tag835.xml><?xml version="1.0" encoding="utf-8"?>
<p:tagLst xmlns:p="http://schemas.openxmlformats.org/presentationml/2006/main">
  <p:tag name="RAINPROBLEMTYPE" val="ProblemTypeMarker"/>
</p:tagLst>
</file>

<file path=ppt/tags/tag836.xml><?xml version="1.0" encoding="utf-8"?>
<p:tagLst xmlns:p="http://schemas.openxmlformats.org/presentationml/2006/main">
  <p:tag name="RAINPROBLEMTYPE" val="ProblemTypeMarker"/>
</p:tagLst>
</file>

<file path=ppt/tags/tag837.xml><?xml version="1.0" encoding="utf-8"?>
<p:tagLst xmlns:p="http://schemas.openxmlformats.org/presentationml/2006/main">
  <p:tag name="RAINPROBLEMTYPE" val="ProblemTypeMarker"/>
</p:tagLst>
</file>

<file path=ppt/tags/tag838.xml><?xml version="1.0" encoding="utf-8"?>
<p:tagLst xmlns:p="http://schemas.openxmlformats.org/presentationml/2006/main">
  <p:tag name="RAINPROBLEMTYPE" val="ProblemTypeMarker"/>
</p:tagLst>
</file>

<file path=ppt/tags/tag839.xml><?xml version="1.0" encoding="utf-8"?>
<p:tagLst xmlns:p="http://schemas.openxmlformats.org/presentationml/2006/main">
  <p:tag name="RAINPROBLEM" val="ProblemSetting"/>
  <p:tag name="RAINPROBLEMTYPE" val="MultipleChoice"/>
</p:tagLst>
</file>

<file path=ppt/tags/tag840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841.xml><?xml version="1.0" encoding="utf-8"?>
<p:tagLst xmlns:p="http://schemas.openxmlformats.org/presentationml/2006/main">
  <p:tag name="RAINPROBLEM" val="ProblemBody"/>
</p:tagLst>
</file>

<file path=ppt/tags/tag842.xml><?xml version="1.0" encoding="utf-8"?>
<p:tagLst xmlns:p="http://schemas.openxmlformats.org/presentationml/2006/main">
  <p:tag name="RAINPROBLEM" val="ProblemItem"/>
</p:tagLst>
</file>

<file path=ppt/tags/tag84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844.xml><?xml version="1.0" encoding="utf-8"?>
<p:tagLst xmlns:p="http://schemas.openxmlformats.org/presentationml/2006/main">
  <p:tag name="RAINPROBLEM" val="ProblemItem"/>
</p:tagLst>
</file>

<file path=ppt/tags/tag84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46.xml><?xml version="1.0" encoding="utf-8"?>
<p:tagLst xmlns:p="http://schemas.openxmlformats.org/presentationml/2006/main">
  <p:tag name="RAINPROBLEM" val="ProblemItem"/>
</p:tagLst>
</file>

<file path=ppt/tags/tag84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48.xml><?xml version="1.0" encoding="utf-8"?>
<p:tagLst xmlns:p="http://schemas.openxmlformats.org/presentationml/2006/main">
  <p:tag name="RAINPROBLEM" val="ProblemItem"/>
</p:tagLst>
</file>

<file path=ppt/tags/tag84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50.xml><?xml version="1.0" encoding="utf-8"?>
<p:tagLst xmlns:p="http://schemas.openxmlformats.org/presentationml/2006/main">
  <p:tag name="RAINPROBLEM" val="ProblemSubmit"/>
  <p:tag name="RAINPROBLEMTYPE" val="MultipleChoice"/>
</p:tagLst>
</file>

<file path=ppt/tags/tag851.xml><?xml version="1.0" encoding="utf-8"?>
<p:tagLst xmlns:p="http://schemas.openxmlformats.org/presentationml/2006/main">
  <p:tag name="RAINPROBLEMTYPE" val="ProblemTypeMarker"/>
</p:tagLst>
</file>

<file path=ppt/tags/tag852.xml><?xml version="1.0" encoding="utf-8"?>
<p:tagLst xmlns:p="http://schemas.openxmlformats.org/presentationml/2006/main">
  <p:tag name="RAINPROBLEMTYPE" val="ProblemTypeMarker"/>
</p:tagLst>
</file>

<file path=ppt/tags/tag853.xml><?xml version="1.0" encoding="utf-8"?>
<p:tagLst xmlns:p="http://schemas.openxmlformats.org/presentationml/2006/main">
  <p:tag name="RAINPROBLEMTYPE" val="ProblemTypeMarker"/>
</p:tagLst>
</file>

<file path=ppt/tags/tag854.xml><?xml version="1.0" encoding="utf-8"?>
<p:tagLst xmlns:p="http://schemas.openxmlformats.org/presentationml/2006/main">
  <p:tag name="RAINPROBLEMTYPE" val="ProblemTypeMarker"/>
</p:tagLst>
</file>

<file path=ppt/tags/tag855.xml><?xml version="1.0" encoding="utf-8"?>
<p:tagLst xmlns:p="http://schemas.openxmlformats.org/presentationml/2006/main">
  <p:tag name="RAINPROBLEMTYPE" val="ProblemTypeMarker"/>
</p:tagLst>
</file>

<file path=ppt/tags/tag856.xml><?xml version="1.0" encoding="utf-8"?>
<p:tagLst xmlns:p="http://schemas.openxmlformats.org/presentationml/2006/main">
  <p:tag name="RAINPROBLEM" val="ProblemSetting"/>
  <p:tag name="RAINPROBLEMTYPE" val="MultipleChoice"/>
</p:tagLst>
</file>

<file path=ppt/tags/tag857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858.xml><?xml version="1.0" encoding="utf-8"?>
<p:tagLst xmlns:p="http://schemas.openxmlformats.org/presentationml/2006/main">
  <p:tag name="RAINPROBLEM" val="ProblemBody"/>
</p:tagLst>
</file>

<file path=ppt/tags/tag859.xml><?xml version="1.0" encoding="utf-8"?>
<p:tagLst xmlns:p="http://schemas.openxmlformats.org/presentationml/2006/main">
  <p:tag name="RAINPROBLEM" val="ProblemItem"/>
</p:tagLst>
</file>

<file path=ppt/tags/tag860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861.xml><?xml version="1.0" encoding="utf-8"?>
<p:tagLst xmlns:p="http://schemas.openxmlformats.org/presentationml/2006/main">
  <p:tag name="RAINPROBLEM" val="ProblemItem"/>
</p:tagLst>
</file>

<file path=ppt/tags/tag862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863.xml><?xml version="1.0" encoding="utf-8"?>
<p:tagLst xmlns:p="http://schemas.openxmlformats.org/presentationml/2006/main">
  <p:tag name="RAINPROBLEM" val="ProblemItem"/>
</p:tagLst>
</file>

<file path=ppt/tags/tag864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865.xml><?xml version="1.0" encoding="utf-8"?>
<p:tagLst xmlns:p="http://schemas.openxmlformats.org/presentationml/2006/main">
  <p:tag name="RAINPROBLEM" val="ProblemItem"/>
</p:tagLst>
</file>

<file path=ppt/tags/tag866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867.xml><?xml version="1.0" encoding="utf-8"?>
<p:tagLst xmlns:p="http://schemas.openxmlformats.org/presentationml/2006/main">
  <p:tag name="RAINPROBLEM" val="ProblemSubmit"/>
  <p:tag name="RAINPROBLEMTYPE" val="MultipleChoiceMA"/>
</p:tagLst>
</file>

<file path=ppt/tags/tag868.xml><?xml version="1.0" encoding="utf-8"?>
<p:tagLst xmlns:p="http://schemas.openxmlformats.org/presentationml/2006/main">
  <p:tag name="RAINPROBLEMTYPE" val="ProblemTypeMarker"/>
</p:tagLst>
</file>

<file path=ppt/tags/tag869.xml><?xml version="1.0" encoding="utf-8"?>
<p:tagLst xmlns:p="http://schemas.openxmlformats.org/presentationml/2006/main">
  <p:tag name="RAINPROBLEMTYPE" val="ProblemTypeMarker"/>
</p:tagLst>
</file>

<file path=ppt/tags/tag870.xml><?xml version="1.0" encoding="utf-8"?>
<p:tagLst xmlns:p="http://schemas.openxmlformats.org/presentationml/2006/main">
  <p:tag name="RAINPROBLEMTYPE" val="ProblemTypeMarker"/>
</p:tagLst>
</file>

<file path=ppt/tags/tag871.xml><?xml version="1.0" encoding="utf-8"?>
<p:tagLst xmlns:p="http://schemas.openxmlformats.org/presentationml/2006/main">
  <p:tag name="RAINPROBLEMTYPE" val="ProblemTypeMarker"/>
</p:tagLst>
</file>

<file path=ppt/tags/tag872.xml><?xml version="1.0" encoding="utf-8"?>
<p:tagLst xmlns:p="http://schemas.openxmlformats.org/presentationml/2006/main">
  <p:tag name="RAINPROBLEMTYPE" val="ProblemTypeMarker"/>
</p:tagLst>
</file>

<file path=ppt/tags/tag873.xml><?xml version="1.0" encoding="utf-8"?>
<p:tagLst xmlns:p="http://schemas.openxmlformats.org/presentationml/2006/main">
  <p:tag name="RAINPROBLEM" val="ProblemSetting"/>
  <p:tag name="RAINPROBLEMTYPE" val="MultipleChoiceMA"/>
</p:tagLst>
</file>

<file path=ppt/tags/tag874.xml><?xml version="1.0" encoding="utf-8"?>
<p:tagLst xmlns:p="http://schemas.openxmlformats.org/presentationml/2006/main">
  <p:tag name="RAINPROBLEM" val="MultipleChoiceMA"/>
  <p:tag name="PROBLEMSCORE" val="1.0"/>
  <p:tag name="PROBLEMPROVIDER" val="AI"/>
  <p:tag name="PROBLEMSCORE_HALF" val="0.0"/>
</p:tagLst>
</file>

<file path=ppt/tags/tag875.xml><?xml version="1.0" encoding="utf-8"?>
<p:tagLst xmlns:p="http://schemas.openxmlformats.org/presentationml/2006/main">
  <p:tag name="RAINPROBLEMTYPE" val="ProblemTypeMarker"/>
</p:tagLst>
</file>

<file path=ppt/tags/tag876.xml><?xml version="1.0" encoding="utf-8"?>
<p:tagLst xmlns:p="http://schemas.openxmlformats.org/presentationml/2006/main">
  <p:tag name="RAINPROBLEMTYPE" val="ProblemTypeMarker"/>
</p:tagLst>
</file>

<file path=ppt/tags/tag877.xml><?xml version="1.0" encoding="utf-8"?>
<p:tagLst xmlns:p="http://schemas.openxmlformats.org/presentationml/2006/main">
  <p:tag name="RAINPROBLEMTYPE" val="ProblemTypeMarker"/>
</p:tagLst>
</file>

<file path=ppt/tags/tag878.xml><?xml version="1.0" encoding="utf-8"?>
<p:tagLst xmlns:p="http://schemas.openxmlformats.org/presentationml/2006/main">
  <p:tag name="RAINPROBLEMTYPE" val="ProblemTypeMarker"/>
</p:tagLst>
</file>

<file path=ppt/tags/tag879.xml><?xml version="1.0" encoding="utf-8"?>
<p:tagLst xmlns:p="http://schemas.openxmlformats.org/presentationml/2006/main">
  <p:tag name="RAINPROBLEMTYPE" val="ProblemTypeMarker"/>
</p:tagLst>
</file>

<file path=ppt/tags/tag880.xml><?xml version="1.0" encoding="utf-8"?>
<p:tagLst xmlns:p="http://schemas.openxmlformats.org/presentationml/2006/main">
  <p:tag name="RAINPROBLEM" val="ProblemSetting"/>
  <p:tag name="RAINPROBLEMTYPE" val="MultipleChoiceMA"/>
</p:tagLst>
</file>

<file path=ppt/tags/tag881.xml><?xml version="1.0" encoding="utf-8"?>
<p:tagLst xmlns:p="http://schemas.openxmlformats.org/presentationml/2006/main">
  <p:tag name="RAINPROBLEM" val="ProblemBody"/>
</p:tagLst>
</file>

<file path=ppt/tags/tag882.xml><?xml version="1.0" encoding="utf-8"?>
<p:tagLst xmlns:p="http://schemas.openxmlformats.org/presentationml/2006/main">
  <p:tag name="RAINPROBLEM" val="ProblemItem"/>
</p:tagLst>
</file>

<file path=ppt/tags/tag883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884.xml><?xml version="1.0" encoding="utf-8"?>
<p:tagLst xmlns:p="http://schemas.openxmlformats.org/presentationml/2006/main">
  <p:tag name="RAINPROBLEM" val="ProblemItem"/>
</p:tagLst>
</file>

<file path=ppt/tags/tag885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886.xml><?xml version="1.0" encoding="utf-8"?>
<p:tagLst xmlns:p="http://schemas.openxmlformats.org/presentationml/2006/main">
  <p:tag name="RAINPROBLEM" val="ProblemItem"/>
</p:tagLst>
</file>

<file path=ppt/tags/tag887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888.xml><?xml version="1.0" encoding="utf-8"?>
<p:tagLst xmlns:p="http://schemas.openxmlformats.org/presentationml/2006/main">
  <p:tag name="RAINPROBLEM" val="ProblemItem"/>
</p:tagLst>
</file>

<file path=ppt/tags/tag889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890.xml><?xml version="1.0" encoding="utf-8"?>
<p:tagLst xmlns:p="http://schemas.openxmlformats.org/presentationml/2006/main">
  <p:tag name="RAINPROBLEM" val="ProblemSubmit"/>
  <p:tag name="RAINPROBLEMTYPE" val="MultipleChoiceMA"/>
</p:tagLst>
</file>

<file path=ppt/tags/tag891.xml><?xml version="1.0" encoding="utf-8"?>
<p:tagLst xmlns:p="http://schemas.openxmlformats.org/presentationml/2006/main">
  <p:tag name="RAINPROBLEM" val="MultipleChoiceMA"/>
  <p:tag name="PROBLEMSCORE" val="1.0"/>
  <p:tag name="PROBLEMPROVIDER" val="AI"/>
</p:tagLst>
</file>

<file path=ppt/tags/tag892.xml><?xml version="1.0" encoding="utf-8"?>
<p:tagLst xmlns:p="http://schemas.openxmlformats.org/presentationml/2006/main">
  <p:tag name="RAINPROBLEM" val="ProblemBody"/>
</p:tagLst>
</file>

<file path=ppt/tags/tag893.xml><?xml version="1.0" encoding="utf-8"?>
<p:tagLst xmlns:p="http://schemas.openxmlformats.org/presentationml/2006/main">
  <p:tag name="RAINPROBLEM" val="ProblemItem"/>
</p:tagLst>
</file>

<file path=ppt/tags/tag89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895.xml><?xml version="1.0" encoding="utf-8"?>
<p:tagLst xmlns:p="http://schemas.openxmlformats.org/presentationml/2006/main">
  <p:tag name="RAINPROBLEM" val="ProblemItem"/>
</p:tagLst>
</file>

<file path=ppt/tags/tag8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97.xml><?xml version="1.0" encoding="utf-8"?>
<p:tagLst xmlns:p="http://schemas.openxmlformats.org/presentationml/2006/main">
  <p:tag name="RAINPROBLEM" val="ProblemItem"/>
</p:tagLst>
</file>

<file path=ppt/tags/tag8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99.xml><?xml version="1.0" encoding="utf-8"?>
<p:tagLst xmlns:p="http://schemas.openxmlformats.org/presentationml/2006/main">
  <p:tag name="RAINPROBLEM" val="ProblemItem"/>
</p:tagLst>
</file>

<file path=ppt/tags/tag90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01.xml><?xml version="1.0" encoding="utf-8"?>
<p:tagLst xmlns:p="http://schemas.openxmlformats.org/presentationml/2006/main">
  <p:tag name="RAINPROBLEM" val="ProblemSubmit"/>
  <p:tag name="RAINPROBLEMTYPE" val="MultipleChoice"/>
</p:tagLst>
</file>

<file path=ppt/tags/tag902.xml><?xml version="1.0" encoding="utf-8"?>
<p:tagLst xmlns:p="http://schemas.openxmlformats.org/presentationml/2006/main">
  <p:tag name="RAINPROBLEMTYPE" val="ProblemTypeMarker"/>
</p:tagLst>
</file>

<file path=ppt/tags/tag903.xml><?xml version="1.0" encoding="utf-8"?>
<p:tagLst xmlns:p="http://schemas.openxmlformats.org/presentationml/2006/main">
  <p:tag name="RAINPROBLEMTYPE" val="ProblemTypeMarker"/>
</p:tagLst>
</file>

<file path=ppt/tags/tag904.xml><?xml version="1.0" encoding="utf-8"?>
<p:tagLst xmlns:p="http://schemas.openxmlformats.org/presentationml/2006/main">
  <p:tag name="RAINPROBLEMTYPE" val="ProblemTypeMarker"/>
</p:tagLst>
</file>

<file path=ppt/tags/tag905.xml><?xml version="1.0" encoding="utf-8"?>
<p:tagLst xmlns:p="http://schemas.openxmlformats.org/presentationml/2006/main">
  <p:tag name="RAINPROBLEMTYPE" val="ProblemTypeMarker"/>
</p:tagLst>
</file>

<file path=ppt/tags/tag906.xml><?xml version="1.0" encoding="utf-8"?>
<p:tagLst xmlns:p="http://schemas.openxmlformats.org/presentationml/2006/main">
  <p:tag name="RAINPROBLEMTYPE" val="ProblemTypeMarker"/>
</p:tagLst>
</file>

<file path=ppt/tags/tag907.xml><?xml version="1.0" encoding="utf-8"?>
<p:tagLst xmlns:p="http://schemas.openxmlformats.org/presentationml/2006/main">
  <p:tag name="RAINPROBLEM" val="ProblemSetting"/>
  <p:tag name="RAINPROBLEMTYPE" val="MultipleChoice"/>
</p:tagLst>
</file>

<file path=ppt/tags/tag908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2909.xml><?xml version="1.0" encoding="utf-8"?>
<p:tagLst xmlns:p="http://schemas.openxmlformats.org/presentationml/2006/main">
  <p:tag name="RAINPROBLEM" val="ProblemRemarkBoard"/>
</p:tagLst>
</file>

<file path=ppt/tags/tag2910.xml><?xml version="1.0" encoding="utf-8"?>
<p:tagLst xmlns:p="http://schemas.openxmlformats.org/presentationml/2006/main">
  <p:tag name="RAINPROBLEM" val="ProblemBody"/>
</p:tagLst>
</file>

<file path=ppt/tags/tag2911.xml><?xml version="1.0" encoding="utf-8"?>
<p:tagLst xmlns:p="http://schemas.openxmlformats.org/presentationml/2006/main">
  <p:tag name="RAINPROBLEM" val="ProblemItem"/>
</p:tagLst>
</file>

<file path=ppt/tags/tag291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13.xml><?xml version="1.0" encoding="utf-8"?>
<p:tagLst xmlns:p="http://schemas.openxmlformats.org/presentationml/2006/main">
  <p:tag name="RAINPROBLEM" val="ProblemItem"/>
</p:tagLst>
</file>

<file path=ppt/tags/tag291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915.xml><?xml version="1.0" encoding="utf-8"?>
<p:tagLst xmlns:p="http://schemas.openxmlformats.org/presentationml/2006/main">
  <p:tag name="RAINPROBLEM" val="ProblemItem"/>
</p:tagLst>
</file>

<file path=ppt/tags/tag291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17.xml><?xml version="1.0" encoding="utf-8"?>
<p:tagLst xmlns:p="http://schemas.openxmlformats.org/presentationml/2006/main">
  <p:tag name="RAINPROBLEM" val="ProblemItem"/>
</p:tagLst>
</file>

<file path=ppt/tags/tag291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19.xml><?xml version="1.0" encoding="utf-8"?>
<p:tagLst xmlns:p="http://schemas.openxmlformats.org/presentationml/2006/main">
  <p:tag name="PROBLEMREMARKTITLE" val="ProblemRemarkBoardTip"/>
</p:tagLst>
</file>

<file path=ppt/tags/tag2920.xml><?xml version="1.0" encoding="utf-8"?>
<p:tagLst xmlns:p="http://schemas.openxmlformats.org/presentationml/2006/main">
  <p:tag name="RAINPROBLEM" val="ProblemRemark"/>
</p:tagLst>
</file>

<file path=ppt/tags/tag2921.xml><?xml version="1.0" encoding="utf-8"?>
<p:tagLst xmlns:p="http://schemas.openxmlformats.org/presentationml/2006/main">
  <p:tag name="RAINPROBLEM" val="ProblemRemark"/>
</p:tagLst>
</file>

<file path=ppt/tags/tag2922.xml><?xml version="1.0" encoding="utf-8"?>
<p:tagLst xmlns:p="http://schemas.openxmlformats.org/presentationml/2006/main">
  <p:tag name="RAINPROBLEM" val="ProblemSubmit"/>
  <p:tag name="RAINPROBLEMTYPE" val="MultipleChoice"/>
</p:tagLst>
</file>

<file path=ppt/tags/tag2923.xml><?xml version="1.0" encoding="utf-8"?>
<p:tagLst xmlns:p="http://schemas.openxmlformats.org/presentationml/2006/main">
  <p:tag name="RAINPROBLEMTYPE" val="ProblemTypeMarker"/>
</p:tagLst>
</file>

<file path=ppt/tags/tag2924.xml><?xml version="1.0" encoding="utf-8"?>
<p:tagLst xmlns:p="http://schemas.openxmlformats.org/presentationml/2006/main">
  <p:tag name="RAINPROBLEMTYPE" val="ProblemTypeMarker"/>
</p:tagLst>
</file>

<file path=ppt/tags/tag2925.xml><?xml version="1.0" encoding="utf-8"?>
<p:tagLst xmlns:p="http://schemas.openxmlformats.org/presentationml/2006/main">
  <p:tag name="RAINPROBLEMTYPE" val="ProblemTypeMarker"/>
</p:tagLst>
</file>

<file path=ppt/tags/tag2926.xml><?xml version="1.0" encoding="utf-8"?>
<p:tagLst xmlns:p="http://schemas.openxmlformats.org/presentationml/2006/main">
  <p:tag name="RAINPROBLEMTYPE" val="ProblemTypeMarker"/>
</p:tagLst>
</file>

<file path=ppt/tags/tag2927.xml><?xml version="1.0" encoding="utf-8"?>
<p:tagLst xmlns:p="http://schemas.openxmlformats.org/presentationml/2006/main">
  <p:tag name="RAINPROBLEMTYPE" val="ProblemTypeMarker"/>
</p:tagLst>
</file>

<file path=ppt/tags/tag2928.xml><?xml version="1.0" encoding="utf-8"?>
<p:tagLst xmlns:p="http://schemas.openxmlformats.org/presentationml/2006/main">
  <p:tag name="PROBLEMREMARKTITLE" val="ProblemRemarkBoardTitle"/>
</p:tagLst>
</file>

<file path=ppt/tags/tag2929.xml><?xml version="1.0" encoding="utf-8"?>
<p:tagLst xmlns:p="http://schemas.openxmlformats.org/presentationml/2006/main">
  <p:tag name="PROBLEMREMARKTITLE" val="ProblemRemarkBoardTitle"/>
</p:tagLst>
</file>

<file path=ppt/tags/tag2930.xml><?xml version="1.0" encoding="utf-8"?>
<p:tagLst xmlns:p="http://schemas.openxmlformats.org/presentationml/2006/main">
  <p:tag name="PROBLEMREMARKTITLE" val="ProblemRemarkBoardTitle"/>
</p:tagLst>
</file>

<file path=ppt/tags/tag2931.xml><?xml version="1.0" encoding="utf-8"?>
<p:tagLst xmlns:p="http://schemas.openxmlformats.org/presentationml/2006/main">
  <p:tag name="PROBLEMREMARKTITLE" val="ProblemRemarkBoardTitle"/>
</p:tagLst>
</file>

<file path=ppt/tags/tag2932.xml><?xml version="1.0" encoding="utf-8"?>
<p:tagLst xmlns:p="http://schemas.openxmlformats.org/presentationml/2006/main">
  <p:tag name="RAINPROBLEM" val="ProblemSetting"/>
  <p:tag name="RAINPROBLEMTYPE" val="MultipleChoice"/>
</p:tagLst>
</file>

<file path=ppt/tags/tag2933.xml><?xml version="1.0" encoding="utf-8"?>
<p:tagLst xmlns:p="http://schemas.openxmlformats.org/presentationml/2006/main">
  <p:tag name="RAINPROBLEM" val="MultipleChoice"/>
  <p:tag name="PROBLEMHASREMARK" val="True"/>
  <p:tag name="PROBLEMSCORE" val="1.0"/>
  <p:tag name="PROBLEMREMARK" val="并行转换让新旧系统同时运行、便于比对回退,风险最低但成本较高。"/>
</p:tagLst>
</file>

<file path=ppt/tags/tag2943.xml><?xml version="1.0" encoding="utf-8"?>
<p:tagLst xmlns:p="http://schemas.openxmlformats.org/presentationml/2006/main">
  <p:tag name="RAINPROBLEM" val="ProblemRemarkBoard"/>
</p:tagLst>
</file>

<file path=ppt/tags/tag2944.xml><?xml version="1.0" encoding="utf-8"?>
<p:tagLst xmlns:p="http://schemas.openxmlformats.org/presentationml/2006/main">
  <p:tag name="RAINPROBLEM" val="ProblemBody"/>
</p:tagLst>
</file>

<file path=ppt/tags/tag2945.xml><?xml version="1.0" encoding="utf-8"?>
<p:tagLst xmlns:p="http://schemas.openxmlformats.org/presentationml/2006/main">
  <p:tag name="RAINPROBLEM" val="ProblemItem"/>
</p:tagLst>
</file>

<file path=ppt/tags/tag29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47.xml><?xml version="1.0" encoding="utf-8"?>
<p:tagLst xmlns:p="http://schemas.openxmlformats.org/presentationml/2006/main">
  <p:tag name="RAINPROBLEM" val="ProblemItem"/>
</p:tagLst>
</file>

<file path=ppt/tags/tag29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49.xml><?xml version="1.0" encoding="utf-8"?>
<p:tagLst xmlns:p="http://schemas.openxmlformats.org/presentationml/2006/main">
  <p:tag name="RAINPROBLEM" val="ProblemItem"/>
</p:tagLst>
</file>

<file path=ppt/tags/tag295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51.xml><?xml version="1.0" encoding="utf-8"?>
<p:tagLst xmlns:p="http://schemas.openxmlformats.org/presentationml/2006/main">
  <p:tag name="RAINPROBLEM" val="ProblemItem"/>
</p:tagLst>
</file>

<file path=ppt/tags/tag295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953.xml><?xml version="1.0" encoding="utf-8"?>
<p:tagLst xmlns:p="http://schemas.openxmlformats.org/presentationml/2006/main">
  <p:tag name="PROBLEMREMARKTITLE" val="ProblemRemarkBoardTip"/>
</p:tagLst>
</file>

<file path=ppt/tags/tag2954.xml><?xml version="1.0" encoding="utf-8"?>
<p:tagLst xmlns:p="http://schemas.openxmlformats.org/presentationml/2006/main">
  <p:tag name="RAINPROBLEM" val="ProblemRemark"/>
</p:tagLst>
</file>

<file path=ppt/tags/tag2955.xml><?xml version="1.0" encoding="utf-8"?>
<p:tagLst xmlns:p="http://schemas.openxmlformats.org/presentationml/2006/main">
  <p:tag name="RAINPROBLEM" val="ProblemRemark"/>
</p:tagLst>
</file>

<file path=ppt/tags/tag2956.xml><?xml version="1.0" encoding="utf-8"?>
<p:tagLst xmlns:p="http://schemas.openxmlformats.org/presentationml/2006/main">
  <p:tag name="RAINPROBLEM" val="ProblemSubmit"/>
  <p:tag name="RAINPROBLEMTYPE" val="MultipleChoice"/>
</p:tagLst>
</file>

<file path=ppt/tags/tag2957.xml><?xml version="1.0" encoding="utf-8"?>
<p:tagLst xmlns:p="http://schemas.openxmlformats.org/presentationml/2006/main">
  <p:tag name="RAINPROBLEMTYPE" val="ProblemTypeMarker"/>
</p:tagLst>
</file>

<file path=ppt/tags/tag2958.xml><?xml version="1.0" encoding="utf-8"?>
<p:tagLst xmlns:p="http://schemas.openxmlformats.org/presentationml/2006/main">
  <p:tag name="RAINPROBLEMTYPE" val="ProblemTypeMarker"/>
</p:tagLst>
</file>

<file path=ppt/tags/tag2959.xml><?xml version="1.0" encoding="utf-8"?>
<p:tagLst xmlns:p="http://schemas.openxmlformats.org/presentationml/2006/main">
  <p:tag name="RAINPROBLEMTYPE" val="ProblemTypeMarker"/>
</p:tagLst>
</file>

<file path=ppt/tags/tag2960.xml><?xml version="1.0" encoding="utf-8"?>
<p:tagLst xmlns:p="http://schemas.openxmlformats.org/presentationml/2006/main">
  <p:tag name="RAINPROBLEMTYPE" val="ProblemTypeMarker"/>
</p:tagLst>
</file>

<file path=ppt/tags/tag2961.xml><?xml version="1.0" encoding="utf-8"?>
<p:tagLst xmlns:p="http://schemas.openxmlformats.org/presentationml/2006/main">
  <p:tag name="RAINPROBLEMTYPE" val="ProblemTypeMarker"/>
</p:tagLst>
</file>

<file path=ppt/tags/tag2962.xml><?xml version="1.0" encoding="utf-8"?>
<p:tagLst xmlns:p="http://schemas.openxmlformats.org/presentationml/2006/main">
  <p:tag name="PROBLEMREMARKTITLE" val="ProblemRemarkBoardTitle"/>
</p:tagLst>
</file>

<file path=ppt/tags/tag2963.xml><?xml version="1.0" encoding="utf-8"?>
<p:tagLst xmlns:p="http://schemas.openxmlformats.org/presentationml/2006/main">
  <p:tag name="PROBLEMREMARKTITLE" val="ProblemRemarkBoardTitle"/>
</p:tagLst>
</file>

<file path=ppt/tags/tag2964.xml><?xml version="1.0" encoding="utf-8"?>
<p:tagLst xmlns:p="http://schemas.openxmlformats.org/presentationml/2006/main">
  <p:tag name="PROBLEMREMARKTITLE" val="ProblemRemarkBoardTitle"/>
</p:tagLst>
</file>

<file path=ppt/tags/tag2965.xml><?xml version="1.0" encoding="utf-8"?>
<p:tagLst xmlns:p="http://schemas.openxmlformats.org/presentationml/2006/main">
  <p:tag name="PROBLEMREMARKTITLE" val="ProblemRemarkBoardTitle"/>
</p:tagLst>
</file>

<file path=ppt/tags/tag2966.xml><?xml version="1.0" encoding="utf-8"?>
<p:tagLst xmlns:p="http://schemas.openxmlformats.org/presentationml/2006/main">
  <p:tag name="RAINPROBLEM" val="ProblemSetting"/>
  <p:tag name="RAINPROBLEMTYPE" val="MultipleChoice"/>
</p:tagLst>
</file>

<file path=ppt/tags/tag2967.xml><?xml version="1.0" encoding="utf-8"?>
<p:tagLst xmlns:p="http://schemas.openxmlformats.org/presentationml/2006/main">
  <p:tag name="RAINPROBLEM" val="MultipleChoice"/>
  <p:tag name="PROBLEMHASREMARK" val="True"/>
  <p:tag name="PROBLEMSCORE" val="1.0"/>
  <p:tag name="PROBLEMREMARK" val="常见级别为单元/集成/系统/验收;界面美化是设计范畴,非标准测试级别。"/>
</p:tagLst>
</file>

<file path=ppt/tags/tag2968.xml><?xml version="1.0" encoding="utf-8"?>
<p:tagLst xmlns:p="http://schemas.openxmlformats.org/presentationml/2006/main">
  <p:tag name="RAINPROBLEM" val="ProblemRemarkBoard"/>
</p:tagLst>
</file>

<file path=ppt/tags/tag2969.xml><?xml version="1.0" encoding="utf-8"?>
<p:tagLst xmlns:p="http://schemas.openxmlformats.org/presentationml/2006/main">
  <p:tag name="RAINPROBLEM" val="ProblemBody"/>
</p:tagLst>
</file>

<file path=ppt/tags/tag2970.xml><?xml version="1.0" encoding="utf-8"?>
<p:tagLst xmlns:p="http://schemas.openxmlformats.org/presentationml/2006/main">
  <p:tag name="RAINPROBLEM" val="ProblemItem"/>
</p:tagLst>
</file>

<file path=ppt/tags/tag297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972.xml><?xml version="1.0" encoding="utf-8"?>
<p:tagLst xmlns:p="http://schemas.openxmlformats.org/presentationml/2006/main">
  <p:tag name="RAINPROBLEM" val="ProblemItem"/>
</p:tagLst>
</file>

<file path=ppt/tags/tag29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74.xml><?xml version="1.0" encoding="utf-8"?>
<p:tagLst xmlns:p="http://schemas.openxmlformats.org/presentationml/2006/main">
  <p:tag name="RAINPROBLEM" val="ProblemItem"/>
</p:tagLst>
</file>

<file path=ppt/tags/tag297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76.xml><?xml version="1.0" encoding="utf-8"?>
<p:tagLst xmlns:p="http://schemas.openxmlformats.org/presentationml/2006/main">
  <p:tag name="RAINPROBLEM" val="ProblemItem"/>
</p:tagLst>
</file>

<file path=ppt/tags/tag297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78.xml><?xml version="1.0" encoding="utf-8"?>
<p:tagLst xmlns:p="http://schemas.openxmlformats.org/presentationml/2006/main">
  <p:tag name="PROBLEMREMARKTITLE" val="ProblemRemarkBoardTip"/>
</p:tagLst>
</file>

<file path=ppt/tags/tag2979.xml><?xml version="1.0" encoding="utf-8"?>
<p:tagLst xmlns:p="http://schemas.openxmlformats.org/presentationml/2006/main">
  <p:tag name="RAINPROBLEM" val="ProblemRemark"/>
</p:tagLst>
</file>

<file path=ppt/tags/tag2980.xml><?xml version="1.0" encoding="utf-8"?>
<p:tagLst xmlns:p="http://schemas.openxmlformats.org/presentationml/2006/main">
  <p:tag name="RAINPROBLEM" val="ProblemRemark"/>
</p:tagLst>
</file>

<file path=ppt/tags/tag2981.xml><?xml version="1.0" encoding="utf-8"?>
<p:tagLst xmlns:p="http://schemas.openxmlformats.org/presentationml/2006/main">
  <p:tag name="RAINPROBLEM" val="ProblemSubmit"/>
  <p:tag name="RAINPROBLEMTYPE" val="MultipleChoice"/>
</p:tagLst>
</file>

<file path=ppt/tags/tag2982.xml><?xml version="1.0" encoding="utf-8"?>
<p:tagLst xmlns:p="http://schemas.openxmlformats.org/presentationml/2006/main">
  <p:tag name="RAINPROBLEMTYPE" val="ProblemTypeMarker"/>
</p:tagLst>
</file>

<file path=ppt/tags/tag2983.xml><?xml version="1.0" encoding="utf-8"?>
<p:tagLst xmlns:p="http://schemas.openxmlformats.org/presentationml/2006/main">
  <p:tag name="RAINPROBLEMTYPE" val="ProblemTypeMarker"/>
</p:tagLst>
</file>

<file path=ppt/tags/tag2984.xml><?xml version="1.0" encoding="utf-8"?>
<p:tagLst xmlns:p="http://schemas.openxmlformats.org/presentationml/2006/main">
  <p:tag name="RAINPROBLEMTYPE" val="ProblemTypeMarker"/>
</p:tagLst>
</file>

<file path=ppt/tags/tag2985.xml><?xml version="1.0" encoding="utf-8"?>
<p:tagLst xmlns:p="http://schemas.openxmlformats.org/presentationml/2006/main">
  <p:tag name="RAINPROBLEMTYPE" val="ProblemTypeMarker"/>
</p:tagLst>
</file>

<file path=ppt/tags/tag2986.xml><?xml version="1.0" encoding="utf-8"?>
<p:tagLst xmlns:p="http://schemas.openxmlformats.org/presentationml/2006/main">
  <p:tag name="RAINPROBLEMTYPE" val="ProblemTypeMarker"/>
</p:tagLst>
</file>

<file path=ppt/tags/tag2987.xml><?xml version="1.0" encoding="utf-8"?>
<p:tagLst xmlns:p="http://schemas.openxmlformats.org/presentationml/2006/main">
  <p:tag name="PROBLEMREMARKTITLE" val="ProblemRemarkBoardTitle"/>
</p:tagLst>
</file>

<file path=ppt/tags/tag2988.xml><?xml version="1.0" encoding="utf-8"?>
<p:tagLst xmlns:p="http://schemas.openxmlformats.org/presentationml/2006/main">
  <p:tag name="PROBLEMREMARKTITLE" val="ProblemRemarkBoardTitle"/>
</p:tagLst>
</file>

<file path=ppt/tags/tag2989.xml><?xml version="1.0" encoding="utf-8"?>
<p:tagLst xmlns:p="http://schemas.openxmlformats.org/presentationml/2006/main">
  <p:tag name="PROBLEMREMARKTITLE" val="ProblemRemarkBoardTitle"/>
</p:tagLst>
</file>

<file path=ppt/tags/tag2990.xml><?xml version="1.0" encoding="utf-8"?>
<p:tagLst xmlns:p="http://schemas.openxmlformats.org/presentationml/2006/main">
  <p:tag name="PROBLEMREMARKTITLE" val="ProblemRemarkBoardTitle"/>
</p:tagLst>
</file>

<file path=ppt/tags/tag2991.xml><?xml version="1.0" encoding="utf-8"?>
<p:tagLst xmlns:p="http://schemas.openxmlformats.org/presentationml/2006/main">
  <p:tag name="RAINPROBLEM" val="ProblemSetting"/>
  <p:tag name="RAINPROBLEMTYPE" val="MultipleChoice"/>
</p:tagLst>
</file>

<file path=ppt/tags/tag2992.xml><?xml version="1.0" encoding="utf-8"?>
<p:tagLst xmlns:p="http://schemas.openxmlformats.org/presentationml/2006/main">
  <p:tag name="RAINPROBLEM" val="MultipleChoice"/>
  <p:tag name="PROBLEMHASREMARK" val="True"/>
  <p:tag name="PROBLEMSCORE" val="1.0"/>
  <p:tag name="PROBLEMREMARK" val="黑盒测试不关心内部实现,常用等价类/边界值;语句/分支覆盖属白盒。"/>
</p:tagLst>
</file>

<file path=ppt/tags/tag2993.xml><?xml version="1.0" encoding="utf-8"?>
<p:tagLst xmlns:p="http://schemas.openxmlformats.org/presentationml/2006/main">
  <p:tag name="RAINPROBLEM" val="ProblemRemarkBoard"/>
</p:tagLst>
</file>

<file path=ppt/tags/tag2994.xml><?xml version="1.0" encoding="utf-8"?>
<p:tagLst xmlns:p="http://schemas.openxmlformats.org/presentationml/2006/main">
  <p:tag name="RAINPROBLEM" val="ProblemBody"/>
</p:tagLst>
</file>

<file path=ppt/tags/tag2995.xml><?xml version="1.0" encoding="utf-8"?>
<p:tagLst xmlns:p="http://schemas.openxmlformats.org/presentationml/2006/main">
  <p:tag name="RAINPROBLEM" val="ProblemItem"/>
</p:tagLst>
</file>

<file path=ppt/tags/tag29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97.xml><?xml version="1.0" encoding="utf-8"?>
<p:tagLst xmlns:p="http://schemas.openxmlformats.org/presentationml/2006/main">
  <p:tag name="RAINPROBLEM" val="ProblemItem"/>
</p:tagLst>
</file>

<file path=ppt/tags/tag29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99.xml><?xml version="1.0" encoding="utf-8"?>
<p:tagLst xmlns:p="http://schemas.openxmlformats.org/presentationml/2006/main">
  <p:tag name="RAINPROBLEM" val="ProblemItem"/>
</p:tagLst>
</file>

<file path=ppt/tags/tag300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001.xml><?xml version="1.0" encoding="utf-8"?>
<p:tagLst xmlns:p="http://schemas.openxmlformats.org/presentationml/2006/main">
  <p:tag name="RAINPROBLEM" val="ProblemItem"/>
</p:tagLst>
</file>

<file path=ppt/tags/tag300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003.xml><?xml version="1.0" encoding="utf-8"?>
<p:tagLst xmlns:p="http://schemas.openxmlformats.org/presentationml/2006/main">
  <p:tag name="PROBLEMREMARKTITLE" val="ProblemRemarkBoardTip"/>
</p:tagLst>
</file>

<file path=ppt/tags/tag3004.xml><?xml version="1.0" encoding="utf-8"?>
<p:tagLst xmlns:p="http://schemas.openxmlformats.org/presentationml/2006/main">
  <p:tag name="RAINPROBLEM" val="ProblemRemark"/>
</p:tagLst>
</file>

<file path=ppt/tags/tag3005.xml><?xml version="1.0" encoding="utf-8"?>
<p:tagLst xmlns:p="http://schemas.openxmlformats.org/presentationml/2006/main">
  <p:tag name="RAINPROBLEM" val="ProblemRemark"/>
</p:tagLst>
</file>

<file path=ppt/tags/tag3006.xml><?xml version="1.0" encoding="utf-8"?>
<p:tagLst xmlns:p="http://schemas.openxmlformats.org/presentationml/2006/main">
  <p:tag name="RAINPROBLEM" val="ProblemSubmit"/>
  <p:tag name="RAINPROBLEMTYPE" val="MultipleChoice"/>
</p:tagLst>
</file>

<file path=ppt/tags/tag3007.xml><?xml version="1.0" encoding="utf-8"?>
<p:tagLst xmlns:p="http://schemas.openxmlformats.org/presentationml/2006/main">
  <p:tag name="RAINPROBLEMTYPE" val="ProblemTypeMarker"/>
</p:tagLst>
</file>

<file path=ppt/tags/tag3008.xml><?xml version="1.0" encoding="utf-8"?>
<p:tagLst xmlns:p="http://schemas.openxmlformats.org/presentationml/2006/main">
  <p:tag name="RAINPROBLEMTYPE" val="ProblemTypeMarker"/>
</p:tagLst>
</file>

<file path=ppt/tags/tag3009.xml><?xml version="1.0" encoding="utf-8"?>
<p:tagLst xmlns:p="http://schemas.openxmlformats.org/presentationml/2006/main">
  <p:tag name="RAINPROBLEMTYPE" val="ProblemTypeMarker"/>
</p:tagLst>
</file>

<file path=ppt/tags/tag3010.xml><?xml version="1.0" encoding="utf-8"?>
<p:tagLst xmlns:p="http://schemas.openxmlformats.org/presentationml/2006/main">
  <p:tag name="RAINPROBLEMTYPE" val="ProblemTypeMarker"/>
</p:tagLst>
</file>

<file path=ppt/tags/tag3011.xml><?xml version="1.0" encoding="utf-8"?>
<p:tagLst xmlns:p="http://schemas.openxmlformats.org/presentationml/2006/main">
  <p:tag name="RAINPROBLEMTYPE" val="ProblemTypeMarker"/>
</p:tagLst>
</file>

<file path=ppt/tags/tag3012.xml><?xml version="1.0" encoding="utf-8"?>
<p:tagLst xmlns:p="http://schemas.openxmlformats.org/presentationml/2006/main">
  <p:tag name="PROBLEMREMARKTITLE" val="ProblemRemarkBoardTitle"/>
</p:tagLst>
</file>

<file path=ppt/tags/tag3013.xml><?xml version="1.0" encoding="utf-8"?>
<p:tagLst xmlns:p="http://schemas.openxmlformats.org/presentationml/2006/main">
  <p:tag name="PROBLEMREMARKTITLE" val="ProblemRemarkBoardTitle"/>
</p:tagLst>
</file>

<file path=ppt/tags/tag3014.xml><?xml version="1.0" encoding="utf-8"?>
<p:tagLst xmlns:p="http://schemas.openxmlformats.org/presentationml/2006/main">
  <p:tag name="PROBLEMREMARKTITLE" val="ProblemRemarkBoardTitle"/>
</p:tagLst>
</file>

<file path=ppt/tags/tag3015.xml><?xml version="1.0" encoding="utf-8"?>
<p:tagLst xmlns:p="http://schemas.openxmlformats.org/presentationml/2006/main">
  <p:tag name="PROBLEMREMARKTITLE" val="ProblemRemarkBoardTitle"/>
</p:tagLst>
</file>

<file path=ppt/tags/tag3016.xml><?xml version="1.0" encoding="utf-8"?>
<p:tagLst xmlns:p="http://schemas.openxmlformats.org/presentationml/2006/main">
  <p:tag name="RAINPROBLEM" val="ProblemSetting"/>
  <p:tag name="RAINPROBLEMTYPE" val="MultipleChoice"/>
</p:tagLst>
</file>

<file path=ppt/tags/tag3017.xml><?xml version="1.0" encoding="utf-8"?>
<p:tagLst xmlns:p="http://schemas.openxmlformats.org/presentationml/2006/main">
  <p:tag name="RAINPROBLEM" val="MultipleChoice"/>
  <p:tag name="PROBLEMHASREMARK" val="True"/>
  <p:tag name="PROBLEMSCORE" val="1.0"/>
  <p:tag name="PROBLEMREMARK" val="PMBOK 含范围/进度/成本/质量/资源/沟通/风险/采购/干系人/整合;无&quot;烹饪管理&quot;。"/>
</p:tagLst>
</file>

<file path=ppt/tags/tag3018.xml><?xml version="1.0" encoding="utf-8"?>
<p:tagLst xmlns:p="http://schemas.openxmlformats.org/presentationml/2006/main">
  <p:tag name="RAINPROBLEM" val="ProblemRemarkBoard"/>
</p:tagLst>
</file>

<file path=ppt/tags/tag3019.xml><?xml version="1.0" encoding="utf-8"?>
<p:tagLst xmlns:p="http://schemas.openxmlformats.org/presentationml/2006/main">
  <p:tag name="RAINPROBLEM" val="ProblemBody"/>
</p:tagLst>
</file>

<file path=ppt/tags/tag3020.xml><?xml version="1.0" encoding="utf-8"?>
<p:tagLst xmlns:p="http://schemas.openxmlformats.org/presentationml/2006/main">
  <p:tag name="RAINPROBLEM" val="ProblemItem"/>
</p:tagLst>
</file>

<file path=ppt/tags/tag302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022.xml><?xml version="1.0" encoding="utf-8"?>
<p:tagLst xmlns:p="http://schemas.openxmlformats.org/presentationml/2006/main">
  <p:tag name="RAINPROBLEM" val="ProblemItem"/>
</p:tagLst>
</file>

<file path=ppt/tags/tag30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024.xml><?xml version="1.0" encoding="utf-8"?>
<p:tagLst xmlns:p="http://schemas.openxmlformats.org/presentationml/2006/main">
  <p:tag name="RAINPROBLEM" val="ProblemItem"/>
</p:tagLst>
</file>

<file path=ppt/tags/tag302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026.xml><?xml version="1.0" encoding="utf-8"?>
<p:tagLst xmlns:p="http://schemas.openxmlformats.org/presentationml/2006/main">
  <p:tag name="RAINPROBLEM" val="ProblemItem"/>
</p:tagLst>
</file>

<file path=ppt/tags/tag302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028.xml><?xml version="1.0" encoding="utf-8"?>
<p:tagLst xmlns:p="http://schemas.openxmlformats.org/presentationml/2006/main">
  <p:tag name="PROBLEMREMARKTITLE" val="ProblemRemarkBoardTip"/>
</p:tagLst>
</file>

<file path=ppt/tags/tag3029.xml><?xml version="1.0" encoding="utf-8"?>
<p:tagLst xmlns:p="http://schemas.openxmlformats.org/presentationml/2006/main">
  <p:tag name="RAINPROBLEM" val="ProblemRemark"/>
</p:tagLst>
</file>

<file path=ppt/tags/tag3030.xml><?xml version="1.0" encoding="utf-8"?>
<p:tagLst xmlns:p="http://schemas.openxmlformats.org/presentationml/2006/main">
  <p:tag name="RAINPROBLEM" val="ProblemRemark"/>
</p:tagLst>
</file>

<file path=ppt/tags/tag3031.xml><?xml version="1.0" encoding="utf-8"?>
<p:tagLst xmlns:p="http://schemas.openxmlformats.org/presentationml/2006/main">
  <p:tag name="RAINPROBLEM" val="ProblemSubmit"/>
  <p:tag name="RAINPROBLEMTYPE" val="MultipleChoice"/>
</p:tagLst>
</file>

<file path=ppt/tags/tag3032.xml><?xml version="1.0" encoding="utf-8"?>
<p:tagLst xmlns:p="http://schemas.openxmlformats.org/presentationml/2006/main">
  <p:tag name="RAINPROBLEMTYPE" val="ProblemTypeMarker"/>
</p:tagLst>
</file>

<file path=ppt/tags/tag3033.xml><?xml version="1.0" encoding="utf-8"?>
<p:tagLst xmlns:p="http://schemas.openxmlformats.org/presentationml/2006/main">
  <p:tag name="RAINPROBLEMTYPE" val="ProblemTypeMarker"/>
</p:tagLst>
</file>

<file path=ppt/tags/tag3034.xml><?xml version="1.0" encoding="utf-8"?>
<p:tagLst xmlns:p="http://schemas.openxmlformats.org/presentationml/2006/main">
  <p:tag name="RAINPROBLEMTYPE" val="ProblemTypeMarker"/>
</p:tagLst>
</file>

<file path=ppt/tags/tag3035.xml><?xml version="1.0" encoding="utf-8"?>
<p:tagLst xmlns:p="http://schemas.openxmlformats.org/presentationml/2006/main">
  <p:tag name="RAINPROBLEMTYPE" val="ProblemTypeMarker"/>
</p:tagLst>
</file>

<file path=ppt/tags/tag3036.xml><?xml version="1.0" encoding="utf-8"?>
<p:tagLst xmlns:p="http://schemas.openxmlformats.org/presentationml/2006/main">
  <p:tag name="RAINPROBLEMTYPE" val="ProblemTypeMarker"/>
</p:tagLst>
</file>

<file path=ppt/tags/tag3037.xml><?xml version="1.0" encoding="utf-8"?>
<p:tagLst xmlns:p="http://schemas.openxmlformats.org/presentationml/2006/main">
  <p:tag name="PROBLEMREMARKTITLE" val="ProblemRemarkBoardTitle"/>
</p:tagLst>
</file>

<file path=ppt/tags/tag3038.xml><?xml version="1.0" encoding="utf-8"?>
<p:tagLst xmlns:p="http://schemas.openxmlformats.org/presentationml/2006/main">
  <p:tag name="PROBLEMREMARKTITLE" val="ProblemRemarkBoardTitle"/>
</p:tagLst>
</file>

<file path=ppt/tags/tag3039.xml><?xml version="1.0" encoding="utf-8"?>
<p:tagLst xmlns:p="http://schemas.openxmlformats.org/presentationml/2006/main">
  <p:tag name="PROBLEMREMARKTITLE" val="ProblemRemarkBoardTitle"/>
</p:tagLst>
</file>

<file path=ppt/tags/tag3040.xml><?xml version="1.0" encoding="utf-8"?>
<p:tagLst xmlns:p="http://schemas.openxmlformats.org/presentationml/2006/main">
  <p:tag name="PROBLEMREMARKTITLE" val="ProblemRemarkBoardTitle"/>
</p:tagLst>
</file>

<file path=ppt/tags/tag3041.xml><?xml version="1.0" encoding="utf-8"?>
<p:tagLst xmlns:p="http://schemas.openxmlformats.org/presentationml/2006/main">
  <p:tag name="RAINPROBLEM" val="ProblemSetting"/>
  <p:tag name="RAINPROBLEMTYPE" val="MultipleChoice"/>
</p:tagLst>
</file>

<file path=ppt/tags/tag3042.xml><?xml version="1.0" encoding="utf-8"?>
<p:tagLst xmlns:p="http://schemas.openxmlformats.org/presentationml/2006/main">
  <p:tag name="RAINPROBLEM" val="MultipleChoice"/>
  <p:tag name="PROBLEMHASREMARK" val="True"/>
  <p:tag name="PROBLEMSCORE" val="1.0"/>
  <p:tag name="PROBLEMREMARK" val="V 模型强调开发与测试并行对应(需求↔验收、设计↔系统、实现↔单元),测试尽早介入。"/>
</p:tagLst>
</file>

<file path=ppt/tags/tag3043.xml><?xml version="1.0" encoding="utf-8"?>
<p:tagLst xmlns:p="http://schemas.openxmlformats.org/presentationml/2006/main">
  <p:tag name="RAINPROBLEM" val="ProblemRemarkBoard"/>
</p:tagLst>
</file>

<file path=ppt/tags/tag3044.xml><?xml version="1.0" encoding="utf-8"?>
<p:tagLst xmlns:p="http://schemas.openxmlformats.org/presentationml/2006/main">
  <p:tag name="RAINPROBLEM" val="ProblemBody"/>
</p:tagLst>
</file>

<file path=ppt/tags/tag3045.xml><?xml version="1.0" encoding="utf-8"?>
<p:tagLst xmlns:p="http://schemas.openxmlformats.org/presentationml/2006/main">
  <p:tag name="RAINPROBLEM" val="ProblemItem"/>
</p:tagLst>
</file>

<file path=ppt/tags/tag30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047.xml><?xml version="1.0" encoding="utf-8"?>
<p:tagLst xmlns:p="http://schemas.openxmlformats.org/presentationml/2006/main">
  <p:tag name="RAINPROBLEM" val="ProblemItem"/>
</p:tagLst>
</file>

<file path=ppt/tags/tag30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049.xml><?xml version="1.0" encoding="utf-8"?>
<p:tagLst xmlns:p="http://schemas.openxmlformats.org/presentationml/2006/main">
  <p:tag name="RAINPROBLEM" val="ProblemItem"/>
</p:tagLst>
</file>

<file path=ppt/tags/tag305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051.xml><?xml version="1.0" encoding="utf-8"?>
<p:tagLst xmlns:p="http://schemas.openxmlformats.org/presentationml/2006/main">
  <p:tag name="RAINPROBLEM" val="ProblemItem"/>
</p:tagLst>
</file>

<file path=ppt/tags/tag305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053.xml><?xml version="1.0" encoding="utf-8"?>
<p:tagLst xmlns:p="http://schemas.openxmlformats.org/presentationml/2006/main">
  <p:tag name="PROBLEMREMARKTITLE" val="ProblemRemarkBoardTip"/>
</p:tagLst>
</file>

<file path=ppt/tags/tag3054.xml><?xml version="1.0" encoding="utf-8"?>
<p:tagLst xmlns:p="http://schemas.openxmlformats.org/presentationml/2006/main">
  <p:tag name="RAINPROBLEM" val="ProblemRemark"/>
</p:tagLst>
</file>

<file path=ppt/tags/tag3055.xml><?xml version="1.0" encoding="utf-8"?>
<p:tagLst xmlns:p="http://schemas.openxmlformats.org/presentationml/2006/main">
  <p:tag name="RAINPROBLEM" val="ProblemRemark"/>
</p:tagLst>
</file>

<file path=ppt/tags/tag3056.xml><?xml version="1.0" encoding="utf-8"?>
<p:tagLst xmlns:p="http://schemas.openxmlformats.org/presentationml/2006/main">
  <p:tag name="RAINPROBLEM" val="ProblemSubmit"/>
  <p:tag name="RAINPROBLEMTYPE" val="MultipleChoice"/>
</p:tagLst>
</file>

<file path=ppt/tags/tag3057.xml><?xml version="1.0" encoding="utf-8"?>
<p:tagLst xmlns:p="http://schemas.openxmlformats.org/presentationml/2006/main">
  <p:tag name="RAINPROBLEMTYPE" val="ProblemTypeMarker"/>
</p:tagLst>
</file>

<file path=ppt/tags/tag3058.xml><?xml version="1.0" encoding="utf-8"?>
<p:tagLst xmlns:p="http://schemas.openxmlformats.org/presentationml/2006/main">
  <p:tag name="RAINPROBLEMTYPE" val="ProblemTypeMarker"/>
</p:tagLst>
</file>

<file path=ppt/tags/tag3059.xml><?xml version="1.0" encoding="utf-8"?>
<p:tagLst xmlns:p="http://schemas.openxmlformats.org/presentationml/2006/main">
  <p:tag name="RAINPROBLEMTYPE" val="ProblemTypeMarker"/>
</p:tagLst>
</file>

<file path=ppt/tags/tag3060.xml><?xml version="1.0" encoding="utf-8"?>
<p:tagLst xmlns:p="http://schemas.openxmlformats.org/presentationml/2006/main">
  <p:tag name="RAINPROBLEMTYPE" val="ProblemTypeMarker"/>
</p:tagLst>
</file>

<file path=ppt/tags/tag3061.xml><?xml version="1.0" encoding="utf-8"?>
<p:tagLst xmlns:p="http://schemas.openxmlformats.org/presentationml/2006/main">
  <p:tag name="RAINPROBLEMTYPE" val="ProblemTypeMarker"/>
</p:tagLst>
</file>

<file path=ppt/tags/tag3062.xml><?xml version="1.0" encoding="utf-8"?>
<p:tagLst xmlns:p="http://schemas.openxmlformats.org/presentationml/2006/main">
  <p:tag name="PROBLEMREMARKTITLE" val="ProblemRemarkBoardTitle"/>
</p:tagLst>
</file>

<file path=ppt/tags/tag3063.xml><?xml version="1.0" encoding="utf-8"?>
<p:tagLst xmlns:p="http://schemas.openxmlformats.org/presentationml/2006/main">
  <p:tag name="PROBLEMREMARKTITLE" val="ProblemRemarkBoardTitle"/>
</p:tagLst>
</file>

<file path=ppt/tags/tag3064.xml><?xml version="1.0" encoding="utf-8"?>
<p:tagLst xmlns:p="http://schemas.openxmlformats.org/presentationml/2006/main">
  <p:tag name="PROBLEMREMARKTITLE" val="ProblemRemarkBoardTitle"/>
</p:tagLst>
</file>

<file path=ppt/tags/tag3065.xml><?xml version="1.0" encoding="utf-8"?>
<p:tagLst xmlns:p="http://schemas.openxmlformats.org/presentationml/2006/main">
  <p:tag name="PROBLEMREMARKTITLE" val="ProblemRemarkBoardTitle"/>
</p:tagLst>
</file>

<file path=ppt/tags/tag3066.xml><?xml version="1.0" encoding="utf-8"?>
<p:tagLst xmlns:p="http://schemas.openxmlformats.org/presentationml/2006/main">
  <p:tag name="RAINPROBLEM" val="ProblemSetting"/>
  <p:tag name="RAINPROBLEMTYPE" val="MultipleChoice"/>
</p:tagLst>
</file>

<file path=ppt/tags/tag3067.xml><?xml version="1.0" encoding="utf-8"?>
<p:tagLst xmlns:p="http://schemas.openxmlformats.org/presentationml/2006/main">
  <p:tag name="RAINPROBLEM" val="MultipleChoice"/>
  <p:tag name="PROBLEMHASREMARK" val="True"/>
  <p:tag name="PROBLEMSCORE" val="1.0"/>
  <p:tag name="PROBLEMREMARK" val="智能体测试需覆盖功能/边界/一致性/幻觉与合规,且贯穿开发全周期。"/>
</p:tagLst>
</file>

<file path=ppt/tags/tag3068.xml><?xml version="1.0" encoding="utf-8"?>
<p:tagLst xmlns:p="http://schemas.openxmlformats.org/presentationml/2006/main">
  <p:tag name="RAINPROBLEM" val="ProblemRemarkBoard"/>
</p:tagLst>
</file>

<file path=ppt/tags/tag3069.xml><?xml version="1.0" encoding="utf-8"?>
<p:tagLst xmlns:p="http://schemas.openxmlformats.org/presentationml/2006/main">
  <p:tag name="RAINPROBLEM" val="ProblemBody"/>
</p:tagLst>
</file>

<file path=ppt/tags/tag3070.xml><?xml version="1.0" encoding="utf-8"?>
<p:tagLst xmlns:p="http://schemas.openxmlformats.org/presentationml/2006/main">
  <p:tag name="RAINPROBLEM" val="ProblemItem"/>
</p:tagLst>
</file>

<file path=ppt/tags/tag307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072.xml><?xml version="1.0" encoding="utf-8"?>
<p:tagLst xmlns:p="http://schemas.openxmlformats.org/presentationml/2006/main">
  <p:tag name="RAINPROBLEM" val="ProblemItem"/>
</p:tagLst>
</file>

<file path=ppt/tags/tag30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074.xml><?xml version="1.0" encoding="utf-8"?>
<p:tagLst xmlns:p="http://schemas.openxmlformats.org/presentationml/2006/main">
  <p:tag name="RAINPROBLEM" val="ProblemItem"/>
</p:tagLst>
</file>

<file path=ppt/tags/tag307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076.xml><?xml version="1.0" encoding="utf-8"?>
<p:tagLst xmlns:p="http://schemas.openxmlformats.org/presentationml/2006/main">
  <p:tag name="RAINPROBLEM" val="ProblemItem"/>
</p:tagLst>
</file>

<file path=ppt/tags/tag307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078.xml><?xml version="1.0" encoding="utf-8"?>
<p:tagLst xmlns:p="http://schemas.openxmlformats.org/presentationml/2006/main">
  <p:tag name="PROBLEMREMARKTITLE" val="ProblemRemarkBoardTip"/>
</p:tagLst>
</file>

<file path=ppt/tags/tag3079.xml><?xml version="1.0" encoding="utf-8"?>
<p:tagLst xmlns:p="http://schemas.openxmlformats.org/presentationml/2006/main">
  <p:tag name="RAINPROBLEM" val="ProblemRemark"/>
</p:tagLst>
</file>

<file path=ppt/tags/tag3080.xml><?xml version="1.0" encoding="utf-8"?>
<p:tagLst xmlns:p="http://schemas.openxmlformats.org/presentationml/2006/main">
  <p:tag name="RAINPROBLEM" val="ProblemRemark"/>
</p:tagLst>
</file>

<file path=ppt/tags/tag3081.xml><?xml version="1.0" encoding="utf-8"?>
<p:tagLst xmlns:p="http://schemas.openxmlformats.org/presentationml/2006/main">
  <p:tag name="RAINPROBLEM" val="ProblemSubmit"/>
  <p:tag name="RAINPROBLEMTYPE" val="MultipleChoice"/>
</p:tagLst>
</file>

<file path=ppt/tags/tag3082.xml><?xml version="1.0" encoding="utf-8"?>
<p:tagLst xmlns:p="http://schemas.openxmlformats.org/presentationml/2006/main">
  <p:tag name="RAINPROBLEMTYPE" val="ProblemTypeMarker"/>
</p:tagLst>
</file>

<file path=ppt/tags/tag3083.xml><?xml version="1.0" encoding="utf-8"?>
<p:tagLst xmlns:p="http://schemas.openxmlformats.org/presentationml/2006/main">
  <p:tag name="RAINPROBLEMTYPE" val="ProblemTypeMarker"/>
</p:tagLst>
</file>

<file path=ppt/tags/tag3084.xml><?xml version="1.0" encoding="utf-8"?>
<p:tagLst xmlns:p="http://schemas.openxmlformats.org/presentationml/2006/main">
  <p:tag name="RAINPROBLEMTYPE" val="ProblemTypeMarker"/>
</p:tagLst>
</file>

<file path=ppt/tags/tag3085.xml><?xml version="1.0" encoding="utf-8"?>
<p:tagLst xmlns:p="http://schemas.openxmlformats.org/presentationml/2006/main">
  <p:tag name="RAINPROBLEMTYPE" val="ProblemTypeMarker"/>
</p:tagLst>
</file>

<file path=ppt/tags/tag3086.xml><?xml version="1.0" encoding="utf-8"?>
<p:tagLst xmlns:p="http://schemas.openxmlformats.org/presentationml/2006/main">
  <p:tag name="RAINPROBLEMTYPE" val="ProblemTypeMarker"/>
</p:tagLst>
</file>

<file path=ppt/tags/tag3087.xml><?xml version="1.0" encoding="utf-8"?>
<p:tagLst xmlns:p="http://schemas.openxmlformats.org/presentationml/2006/main">
  <p:tag name="PROBLEMREMARKTITLE" val="ProblemRemarkBoardTitle"/>
</p:tagLst>
</file>

<file path=ppt/tags/tag3088.xml><?xml version="1.0" encoding="utf-8"?>
<p:tagLst xmlns:p="http://schemas.openxmlformats.org/presentationml/2006/main">
  <p:tag name="PROBLEMREMARKTITLE" val="ProblemRemarkBoardTitle"/>
</p:tagLst>
</file>

<file path=ppt/tags/tag3089.xml><?xml version="1.0" encoding="utf-8"?>
<p:tagLst xmlns:p="http://schemas.openxmlformats.org/presentationml/2006/main">
  <p:tag name="PROBLEMREMARKTITLE" val="ProblemRemarkBoardTitle"/>
</p:tagLst>
</file>

<file path=ppt/tags/tag3090.xml><?xml version="1.0" encoding="utf-8"?>
<p:tagLst xmlns:p="http://schemas.openxmlformats.org/presentationml/2006/main">
  <p:tag name="PROBLEMREMARKTITLE" val="ProblemRemarkBoardTitle"/>
</p:tagLst>
</file>

<file path=ppt/tags/tag3091.xml><?xml version="1.0" encoding="utf-8"?>
<p:tagLst xmlns:p="http://schemas.openxmlformats.org/presentationml/2006/main">
  <p:tag name="RAINPROBLEM" val="ProblemSetting"/>
  <p:tag name="RAINPROBLEMTYPE" val="MultipleChoice"/>
</p:tagLst>
</file>

<file path=ppt/tags/tag3092.xml><?xml version="1.0" encoding="utf-8"?>
<p:tagLst xmlns:p="http://schemas.openxmlformats.org/presentationml/2006/main">
  <p:tag name="RAINPROBLEM" val="MultipleChoice"/>
  <p:tag name="PROBLEMHASREMARK" val="True"/>
  <p:tag name="PROBLEMSCORE" val="1.0"/>
  <p:tag name="PROBLEMREMARK" val="Coze 知识库与提示词支持热更新,修改即时生效,无需重发;仅模型版本等少数项需注意。"/>
</p:tagLst>
</file>

<file path=ppt/tags/tag3093.xml><?xml version="1.0" encoding="utf-8"?>
<p:tagLst xmlns:p="http://schemas.openxmlformats.org/presentationml/2006/main">
  <p:tag name="RAINPROBLEM" val="ProblemRemarkBoard"/>
</p:tagLst>
</file>

<file path=ppt/tags/tag3094.xml><?xml version="1.0" encoding="utf-8"?>
<p:tagLst xmlns:p="http://schemas.openxmlformats.org/presentationml/2006/main">
  <p:tag name="RAINPROBLEM" val="ProblemBody"/>
</p:tagLst>
</file>

<file path=ppt/tags/tag3095.xml><?xml version="1.0" encoding="utf-8"?>
<p:tagLst xmlns:p="http://schemas.openxmlformats.org/presentationml/2006/main">
  <p:tag name="RAINPROBLEM" val="ProblemItem"/>
</p:tagLst>
</file>

<file path=ppt/tags/tag309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097.xml><?xml version="1.0" encoding="utf-8"?>
<p:tagLst xmlns:p="http://schemas.openxmlformats.org/presentationml/2006/main">
  <p:tag name="RAINPROBLEM" val="ProblemItem"/>
</p:tagLst>
</file>

<file path=ppt/tags/tag30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099.xml><?xml version="1.0" encoding="utf-8"?>
<p:tagLst xmlns:p="http://schemas.openxmlformats.org/presentationml/2006/main">
  <p:tag name="RAINPROBLEM" val="ProblemItem"/>
</p:tagLst>
</file>

<file path=ppt/tags/tag310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101.xml><?xml version="1.0" encoding="utf-8"?>
<p:tagLst xmlns:p="http://schemas.openxmlformats.org/presentationml/2006/main">
  <p:tag name="RAINPROBLEM" val="ProblemItem"/>
</p:tagLst>
</file>

<file path=ppt/tags/tag310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103.xml><?xml version="1.0" encoding="utf-8"?>
<p:tagLst xmlns:p="http://schemas.openxmlformats.org/presentationml/2006/main">
  <p:tag name="PROBLEMREMARKTITLE" val="ProblemRemarkBoardTip"/>
</p:tagLst>
</file>

<file path=ppt/tags/tag3104.xml><?xml version="1.0" encoding="utf-8"?>
<p:tagLst xmlns:p="http://schemas.openxmlformats.org/presentationml/2006/main">
  <p:tag name="RAINPROBLEM" val="ProblemRemark"/>
</p:tagLst>
</file>

<file path=ppt/tags/tag3105.xml><?xml version="1.0" encoding="utf-8"?>
<p:tagLst xmlns:p="http://schemas.openxmlformats.org/presentationml/2006/main">
  <p:tag name="RAINPROBLEM" val="ProblemRemark"/>
</p:tagLst>
</file>

<file path=ppt/tags/tag3106.xml><?xml version="1.0" encoding="utf-8"?>
<p:tagLst xmlns:p="http://schemas.openxmlformats.org/presentationml/2006/main">
  <p:tag name="RAINPROBLEM" val="ProblemSubmit"/>
  <p:tag name="RAINPROBLEMTYPE" val="MultipleChoice"/>
</p:tagLst>
</file>

<file path=ppt/tags/tag3107.xml><?xml version="1.0" encoding="utf-8"?>
<p:tagLst xmlns:p="http://schemas.openxmlformats.org/presentationml/2006/main">
  <p:tag name="RAINPROBLEMTYPE" val="ProblemTypeMarker"/>
</p:tagLst>
</file>

<file path=ppt/tags/tag3108.xml><?xml version="1.0" encoding="utf-8"?>
<p:tagLst xmlns:p="http://schemas.openxmlformats.org/presentationml/2006/main">
  <p:tag name="RAINPROBLEMTYPE" val="ProblemTypeMarker"/>
</p:tagLst>
</file>

<file path=ppt/tags/tag3109.xml><?xml version="1.0" encoding="utf-8"?>
<p:tagLst xmlns:p="http://schemas.openxmlformats.org/presentationml/2006/main">
  <p:tag name="RAINPROBLEMTYPE" val="ProblemTypeMarker"/>
</p:tagLst>
</file>

<file path=ppt/tags/tag3110.xml><?xml version="1.0" encoding="utf-8"?>
<p:tagLst xmlns:p="http://schemas.openxmlformats.org/presentationml/2006/main">
  <p:tag name="RAINPROBLEMTYPE" val="ProblemTypeMarker"/>
</p:tagLst>
</file>

<file path=ppt/tags/tag3111.xml><?xml version="1.0" encoding="utf-8"?>
<p:tagLst xmlns:p="http://schemas.openxmlformats.org/presentationml/2006/main">
  <p:tag name="RAINPROBLEMTYPE" val="ProblemTypeMarker"/>
</p:tagLst>
</file>

<file path=ppt/tags/tag3112.xml><?xml version="1.0" encoding="utf-8"?>
<p:tagLst xmlns:p="http://schemas.openxmlformats.org/presentationml/2006/main">
  <p:tag name="PROBLEMREMARKTITLE" val="ProblemRemarkBoardTitle"/>
</p:tagLst>
</file>

<file path=ppt/tags/tag3113.xml><?xml version="1.0" encoding="utf-8"?>
<p:tagLst xmlns:p="http://schemas.openxmlformats.org/presentationml/2006/main">
  <p:tag name="PROBLEMREMARKTITLE" val="ProblemRemarkBoardTitle"/>
</p:tagLst>
</file>

<file path=ppt/tags/tag3114.xml><?xml version="1.0" encoding="utf-8"?>
<p:tagLst xmlns:p="http://schemas.openxmlformats.org/presentationml/2006/main">
  <p:tag name="PROBLEMREMARKTITLE" val="ProblemRemarkBoardTitle"/>
</p:tagLst>
</file>

<file path=ppt/tags/tag3115.xml><?xml version="1.0" encoding="utf-8"?>
<p:tagLst xmlns:p="http://schemas.openxmlformats.org/presentationml/2006/main">
  <p:tag name="PROBLEMREMARKTITLE" val="ProblemRemarkBoardTitle"/>
</p:tagLst>
</file>

<file path=ppt/tags/tag3116.xml><?xml version="1.0" encoding="utf-8"?>
<p:tagLst xmlns:p="http://schemas.openxmlformats.org/presentationml/2006/main">
  <p:tag name="RAINPROBLEM" val="ProblemSetting"/>
  <p:tag name="RAINPROBLEMTYPE" val="MultipleChoice"/>
</p:tagLst>
</file>

<file path=ppt/tags/tag3117.xml><?xml version="1.0" encoding="utf-8"?>
<p:tagLst xmlns:p="http://schemas.openxmlformats.org/presentationml/2006/main">
  <p:tag name="RAINPROBLEM" val="MultipleChoice"/>
  <p:tag name="PROBLEMHASREMARK" val="True"/>
  <p:tag name="PROBLEMSCORE" val="1.0"/>
  <p:tag name="PROBLEMREMARK" val="评测关注任务成功率、工具调用正确性、步骤效率、成本时延与轨迹,常结合 LLM-as-Judge 与人工抽检。"/>
</p:tagLst>
</file>

<file path=ppt/tags/tag3118.xml><?xml version="1.0" encoding="utf-8"?>
<p:tagLst xmlns:p="http://schemas.openxmlformats.org/presentationml/2006/main">
  <p:tag name="RAINPROBLEM" val="ProblemRemarkBoard"/>
</p:tagLst>
</file>

<file path=ppt/tags/tag3119.xml><?xml version="1.0" encoding="utf-8"?>
<p:tagLst xmlns:p="http://schemas.openxmlformats.org/presentationml/2006/main">
  <p:tag name="RAINPROBLEM" val="ProblemBody"/>
</p:tagLst>
</file>

<file path=ppt/tags/tag3120.xml><?xml version="1.0" encoding="utf-8"?>
<p:tagLst xmlns:p="http://schemas.openxmlformats.org/presentationml/2006/main">
  <p:tag name="RAINPROBLEM" val="ProblemItem"/>
</p:tagLst>
</file>

<file path=ppt/tags/tag312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122.xml><?xml version="1.0" encoding="utf-8"?>
<p:tagLst xmlns:p="http://schemas.openxmlformats.org/presentationml/2006/main">
  <p:tag name="RAINPROBLEM" val="ProblemItem"/>
</p:tagLst>
</file>

<file path=ppt/tags/tag31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124.xml><?xml version="1.0" encoding="utf-8"?>
<p:tagLst xmlns:p="http://schemas.openxmlformats.org/presentationml/2006/main">
  <p:tag name="RAINPROBLEM" val="ProblemItem"/>
</p:tagLst>
</file>

<file path=ppt/tags/tag312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126.xml><?xml version="1.0" encoding="utf-8"?>
<p:tagLst xmlns:p="http://schemas.openxmlformats.org/presentationml/2006/main">
  <p:tag name="RAINPROBLEM" val="ProblemItem"/>
</p:tagLst>
</file>

<file path=ppt/tags/tag312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128.xml><?xml version="1.0" encoding="utf-8"?>
<p:tagLst xmlns:p="http://schemas.openxmlformats.org/presentationml/2006/main">
  <p:tag name="PROBLEMREMARKTITLE" val="ProblemRemarkBoardTip"/>
</p:tagLst>
</file>

<file path=ppt/tags/tag3129.xml><?xml version="1.0" encoding="utf-8"?>
<p:tagLst xmlns:p="http://schemas.openxmlformats.org/presentationml/2006/main">
  <p:tag name="RAINPROBLEM" val="ProblemRemark"/>
</p:tagLst>
</file>

<file path=ppt/tags/tag3130.xml><?xml version="1.0" encoding="utf-8"?>
<p:tagLst xmlns:p="http://schemas.openxmlformats.org/presentationml/2006/main">
  <p:tag name="RAINPROBLEM" val="ProblemRemark"/>
</p:tagLst>
</file>

<file path=ppt/tags/tag3131.xml><?xml version="1.0" encoding="utf-8"?>
<p:tagLst xmlns:p="http://schemas.openxmlformats.org/presentationml/2006/main">
  <p:tag name="RAINPROBLEM" val="ProblemSubmit"/>
  <p:tag name="RAINPROBLEMTYPE" val="MultipleChoice"/>
</p:tagLst>
</file>

<file path=ppt/tags/tag3132.xml><?xml version="1.0" encoding="utf-8"?>
<p:tagLst xmlns:p="http://schemas.openxmlformats.org/presentationml/2006/main">
  <p:tag name="RAINPROBLEMTYPE" val="ProblemTypeMarker"/>
</p:tagLst>
</file>

<file path=ppt/tags/tag3133.xml><?xml version="1.0" encoding="utf-8"?>
<p:tagLst xmlns:p="http://schemas.openxmlformats.org/presentationml/2006/main">
  <p:tag name="RAINPROBLEMTYPE" val="ProblemTypeMarker"/>
</p:tagLst>
</file>

<file path=ppt/tags/tag3134.xml><?xml version="1.0" encoding="utf-8"?>
<p:tagLst xmlns:p="http://schemas.openxmlformats.org/presentationml/2006/main">
  <p:tag name="RAINPROBLEMTYPE" val="ProblemTypeMarker"/>
</p:tagLst>
</file>

<file path=ppt/tags/tag3135.xml><?xml version="1.0" encoding="utf-8"?>
<p:tagLst xmlns:p="http://schemas.openxmlformats.org/presentationml/2006/main">
  <p:tag name="RAINPROBLEMTYPE" val="ProblemTypeMarker"/>
</p:tagLst>
</file>

<file path=ppt/tags/tag3136.xml><?xml version="1.0" encoding="utf-8"?>
<p:tagLst xmlns:p="http://schemas.openxmlformats.org/presentationml/2006/main">
  <p:tag name="RAINPROBLEMTYPE" val="ProblemTypeMarker"/>
</p:tagLst>
</file>

<file path=ppt/tags/tag3137.xml><?xml version="1.0" encoding="utf-8"?>
<p:tagLst xmlns:p="http://schemas.openxmlformats.org/presentationml/2006/main">
  <p:tag name="PROBLEMREMARKTITLE" val="ProblemRemarkBoardTitle"/>
</p:tagLst>
</file>

<file path=ppt/tags/tag3138.xml><?xml version="1.0" encoding="utf-8"?>
<p:tagLst xmlns:p="http://schemas.openxmlformats.org/presentationml/2006/main">
  <p:tag name="PROBLEMREMARKTITLE" val="ProblemRemarkBoardTitle"/>
</p:tagLst>
</file>

<file path=ppt/tags/tag3139.xml><?xml version="1.0" encoding="utf-8"?>
<p:tagLst xmlns:p="http://schemas.openxmlformats.org/presentationml/2006/main">
  <p:tag name="PROBLEMREMARKTITLE" val="ProblemRemarkBoardTitle"/>
</p:tagLst>
</file>

<file path=ppt/tags/tag3140.xml><?xml version="1.0" encoding="utf-8"?>
<p:tagLst xmlns:p="http://schemas.openxmlformats.org/presentationml/2006/main">
  <p:tag name="PROBLEMREMARKTITLE" val="ProblemRemarkBoardTitle"/>
</p:tagLst>
</file>

<file path=ppt/tags/tag3141.xml><?xml version="1.0" encoding="utf-8"?>
<p:tagLst xmlns:p="http://schemas.openxmlformats.org/presentationml/2006/main">
  <p:tag name="RAINPROBLEM" val="ProblemSetting"/>
  <p:tag name="RAINPROBLEMTYPE" val="MultipleChoice"/>
</p:tagLst>
</file>

<file path=ppt/tags/tag3142.xml><?xml version="1.0" encoding="utf-8"?>
<p:tagLst xmlns:p="http://schemas.openxmlformats.org/presentationml/2006/main">
  <p:tag name="RAINPROBLEM" val="MultipleChoice"/>
  <p:tag name="PROBLEMHASREMARK" val="True"/>
  <p:tag name="PROBLEMSCORE" val="1.0"/>
  <p:tag name="PROBLEMREMARK" val="自主性越高越需护栏:权限最小化、持续审查,敏感决策保留人工兜底,安全左移。"/>
</p:tagLst>
</file>

<file path=ppt/tags/tag3143.xml><?xml version="1.0" encoding="utf-8"?>
<p:tagLst xmlns:p="http://schemas.openxmlformats.org/presentationml/2006/main">
  <p:tag name="RAINPROBLEM" val="ProblemRemarkBoard"/>
</p:tagLst>
</file>

<file path=ppt/tags/tag3144.xml><?xml version="1.0" encoding="utf-8"?>
<p:tagLst xmlns:p="http://schemas.openxmlformats.org/presentationml/2006/main">
  <p:tag name="RAINPROBLEM" val="ProblemBody"/>
</p:tagLst>
</file>

<file path=ppt/tags/tag3145.xml><?xml version="1.0" encoding="utf-8"?>
<p:tagLst xmlns:p="http://schemas.openxmlformats.org/presentationml/2006/main">
  <p:tag name="RAINPROBLEM" val="ProblemItem"/>
</p:tagLst>
</file>

<file path=ppt/tags/tag3146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3147.xml><?xml version="1.0" encoding="utf-8"?>
<p:tagLst xmlns:p="http://schemas.openxmlformats.org/presentationml/2006/main">
  <p:tag name="RAINPROBLEM" val="ProblemItem"/>
</p:tagLst>
</file>

<file path=ppt/tags/tag3148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3149.xml><?xml version="1.0" encoding="utf-8"?>
<p:tagLst xmlns:p="http://schemas.openxmlformats.org/presentationml/2006/main">
  <p:tag name="RAINPROBLEM" val="ProblemItem"/>
</p:tagLst>
</file>

<file path=ppt/tags/tag3150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3151.xml><?xml version="1.0" encoding="utf-8"?>
<p:tagLst xmlns:p="http://schemas.openxmlformats.org/presentationml/2006/main">
  <p:tag name="RAINPROBLEM" val="ProblemItem"/>
</p:tagLst>
</file>

<file path=ppt/tags/tag3152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3153.xml><?xml version="1.0" encoding="utf-8"?>
<p:tagLst xmlns:p="http://schemas.openxmlformats.org/presentationml/2006/main">
  <p:tag name="PROBLEMREMARKTITLE" val="ProblemRemarkBoardTip"/>
</p:tagLst>
</file>

<file path=ppt/tags/tag3154.xml><?xml version="1.0" encoding="utf-8"?>
<p:tagLst xmlns:p="http://schemas.openxmlformats.org/presentationml/2006/main">
  <p:tag name="RAINPROBLEM" val="ProblemRemark"/>
</p:tagLst>
</file>

<file path=ppt/tags/tag3155.xml><?xml version="1.0" encoding="utf-8"?>
<p:tagLst xmlns:p="http://schemas.openxmlformats.org/presentationml/2006/main">
  <p:tag name="RAINPROBLEM" val="ProblemRemark"/>
</p:tagLst>
</file>

<file path=ppt/tags/tag3156.xml><?xml version="1.0" encoding="utf-8"?>
<p:tagLst xmlns:p="http://schemas.openxmlformats.org/presentationml/2006/main">
  <p:tag name="RAINPROBLEM" val="ProblemSubmit"/>
  <p:tag name="RAINPROBLEMTYPE" val="MultipleChoiceMA"/>
</p:tagLst>
</file>

<file path=ppt/tags/tag3157.xml><?xml version="1.0" encoding="utf-8"?>
<p:tagLst xmlns:p="http://schemas.openxmlformats.org/presentationml/2006/main">
  <p:tag name="RAINPROBLEMTYPE" val="ProblemTypeMarker"/>
</p:tagLst>
</file>

<file path=ppt/tags/tag3158.xml><?xml version="1.0" encoding="utf-8"?>
<p:tagLst xmlns:p="http://schemas.openxmlformats.org/presentationml/2006/main">
  <p:tag name="RAINPROBLEMTYPE" val="ProblemTypeMarker"/>
</p:tagLst>
</file>

<file path=ppt/tags/tag3159.xml><?xml version="1.0" encoding="utf-8"?>
<p:tagLst xmlns:p="http://schemas.openxmlformats.org/presentationml/2006/main">
  <p:tag name="RAINPROBLEMTYPE" val="ProblemTypeMarker"/>
</p:tagLst>
</file>

<file path=ppt/tags/tag3160.xml><?xml version="1.0" encoding="utf-8"?>
<p:tagLst xmlns:p="http://schemas.openxmlformats.org/presentationml/2006/main">
  <p:tag name="RAINPROBLEMTYPE" val="ProblemTypeMarker"/>
</p:tagLst>
</file>

<file path=ppt/tags/tag3161.xml><?xml version="1.0" encoding="utf-8"?>
<p:tagLst xmlns:p="http://schemas.openxmlformats.org/presentationml/2006/main">
  <p:tag name="RAINPROBLEMTYPE" val="ProblemTypeMarker"/>
</p:tagLst>
</file>

<file path=ppt/tags/tag3162.xml><?xml version="1.0" encoding="utf-8"?>
<p:tagLst xmlns:p="http://schemas.openxmlformats.org/presentationml/2006/main">
  <p:tag name="PROBLEMREMARKTITLE" val="ProblemRemarkBoardTitle"/>
</p:tagLst>
</file>

<file path=ppt/tags/tag3163.xml><?xml version="1.0" encoding="utf-8"?>
<p:tagLst xmlns:p="http://schemas.openxmlformats.org/presentationml/2006/main">
  <p:tag name="PROBLEMREMARKTITLE" val="ProblemRemarkBoardTitle"/>
</p:tagLst>
</file>

<file path=ppt/tags/tag3164.xml><?xml version="1.0" encoding="utf-8"?>
<p:tagLst xmlns:p="http://schemas.openxmlformats.org/presentationml/2006/main">
  <p:tag name="PROBLEMREMARKTITLE" val="ProblemRemarkBoardTitle"/>
</p:tagLst>
</file>

<file path=ppt/tags/tag3165.xml><?xml version="1.0" encoding="utf-8"?>
<p:tagLst xmlns:p="http://schemas.openxmlformats.org/presentationml/2006/main">
  <p:tag name="PROBLEMREMARKTITLE" val="ProblemRemarkBoardTitle"/>
</p:tagLst>
</file>

<file path=ppt/tags/tag3166.xml><?xml version="1.0" encoding="utf-8"?>
<p:tagLst xmlns:p="http://schemas.openxmlformats.org/presentationml/2006/main">
  <p:tag name="RAINPROBLEM" val="ProblemSetting"/>
  <p:tag name="RAINPROBLEMTYPE" val="MultipleChoiceMA"/>
</p:tagLst>
</file>

<file path=ppt/tags/tag3167.xml><?xml version="1.0" encoding="utf-8"?>
<p:tagLst xmlns:p="http://schemas.openxmlformats.org/presentationml/2006/main">
  <p:tag name="RAINPROBLEM" val="MultipleChoiceMA"/>
  <p:tag name="PROBLEMHASREMARK" val="True"/>
  <p:tag name="PROBLEMSCORE" val="1.0"/>
  <p:tag name="PROBLEMSCORE_HALF" val="0.0"/>
  <p:tag name="PROBLEMREMARK" val="Capstone 沿用全课程内容,贯通需求—设计—实现—测试,作为课程能力的综合检验与答辩依据。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22131</Words>
  <Application>WPS 演示</Application>
  <PresentationFormat>宽屏</PresentationFormat>
  <Paragraphs>3952</Paragraphs>
  <Slides>151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151</vt:i4>
      </vt:variant>
    </vt:vector>
  </HeadingPairs>
  <TitlesOfParts>
    <vt:vector size="162" baseType="lpstr">
      <vt:lpstr>Arial</vt:lpstr>
      <vt:lpstr>宋体</vt:lpstr>
      <vt:lpstr>Wingdings</vt:lpstr>
      <vt:lpstr>Wingdings</vt:lpstr>
      <vt:lpstr>微软雅黑</vt:lpstr>
      <vt:lpstr>Univers (WN)</vt:lpstr>
      <vt:lpstr>FFont-Family</vt:lpstr>
      <vt:lpstr>Arial Unicode MS</vt:lpstr>
      <vt:lpstr>Calibri</vt:lpstr>
      <vt:lpstr>Times New Roman</vt:lpstr>
      <vt:lpstr>WPS</vt:lpstr>
      <vt:lpstr>课堂测试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Milly</cp:lastModifiedBy>
  <cp:revision>158</cp:revision>
  <dcterms:created xsi:type="dcterms:W3CDTF">2019-06-19T02:08:00Z</dcterms:created>
  <dcterms:modified xsi:type="dcterms:W3CDTF">2026-09-11T02:48:05Z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AD62D347518B4DFFACA5881708FBEA1C_11</vt:lpwstr>
  </property>
</Properties>
</file>