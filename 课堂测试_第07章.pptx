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409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tags" Target="../tags/tag2409.xml"/><Relationship Id="rId2" Type="http://schemas.openxmlformats.org/officeDocument/2006/relationships/tags" Target="../tags/tag2410.xml"/><Relationship Id="rId3" Type="http://schemas.openxmlformats.org/officeDocument/2006/relationships/tags" Target="../tags/tag2411.xml"/><Relationship Id="rId4" Type="http://schemas.openxmlformats.org/officeDocument/2006/relationships/tags" Target="../tags/tag2412.xml"/><Relationship Id="rId5" Type="http://schemas.openxmlformats.org/officeDocument/2006/relationships/tags" Target="../tags/tag2413.xml"/><Relationship Id="rId6" Type="http://schemas.openxmlformats.org/officeDocument/2006/relationships/tags" Target="../tags/tag2414.xml"/><Relationship Id="rId7" Type="http://schemas.openxmlformats.org/officeDocument/2006/relationships/tags" Target="../tags/tag2415.xml"/><Relationship Id="rId8" Type="http://schemas.openxmlformats.org/officeDocument/2006/relationships/tags" Target="../tags/tag2416.xml"/><Relationship Id="rId9" Type="http://schemas.openxmlformats.org/officeDocument/2006/relationships/tags" Target="../tags/tag2417.xml"/><Relationship Id="rId10" Type="http://schemas.openxmlformats.org/officeDocument/2006/relationships/tags" Target="../tags/tag2418.xml"/><Relationship Id="rId11" Type="http://schemas.openxmlformats.org/officeDocument/2006/relationships/tags" Target="../tags/tag2419.xml"/><Relationship Id="rId12" Type="http://schemas.openxmlformats.org/officeDocument/2006/relationships/tags" Target="../tags/tag2420.xml"/><Relationship Id="rId13" Type="http://schemas.openxmlformats.org/officeDocument/2006/relationships/tags" Target="../tags/tag2421.xml"/><Relationship Id="rId14" Type="http://schemas.openxmlformats.org/officeDocument/2006/relationships/tags" Target="../tags/tag2422.xml"/><Relationship Id="rId15" Type="http://schemas.openxmlformats.org/officeDocument/2006/relationships/tags" Target="../tags/tag2423.xml"/><Relationship Id="rId16" Type="http://schemas.openxmlformats.org/officeDocument/2006/relationships/tags" Target="../tags/tag2424.xml"/><Relationship Id="rId17" Type="http://schemas.openxmlformats.org/officeDocument/2006/relationships/tags" Target="../tags/tag2425.xml"/><Relationship Id="rId18" Type="http://schemas.openxmlformats.org/officeDocument/2006/relationships/tags" Target="../tags/tag2426.xml"/><Relationship Id="rId19" Type="http://schemas.openxmlformats.org/officeDocument/2006/relationships/tags" Target="../tags/tag2427.xml"/><Relationship Id="rId20" Type="http://schemas.openxmlformats.org/officeDocument/2006/relationships/tags" Target="../tags/tag2428.xml"/><Relationship Id="rId21" Type="http://schemas.openxmlformats.org/officeDocument/2006/relationships/image" Target="../media/image1.png"/><Relationship Id="rId22" Type="http://schemas.openxmlformats.org/officeDocument/2006/relationships/tags" Target="../tags/tag2429.xml"/><Relationship Id="rId23" Type="http://schemas.openxmlformats.org/officeDocument/2006/relationships/tags" Target="../tags/tag2430.xml"/><Relationship Id="rId24" Type="http://schemas.openxmlformats.org/officeDocument/2006/relationships/tags" Target="../tags/tag2431.xml"/><Relationship Id="rId25" Type="http://schemas.openxmlformats.org/officeDocument/2006/relationships/tags" Target="../tags/tag2432.xml"/><Relationship Id="rId26" Type="http://schemas.openxmlformats.org/officeDocument/2006/relationships/tags" Target="../tags/tag2433.xml"/><Relationship Id="rId27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tags" Target="../tags/tag2434.xml"/><Relationship Id="rId2" Type="http://schemas.openxmlformats.org/officeDocument/2006/relationships/tags" Target="../tags/tag2435.xml"/><Relationship Id="rId3" Type="http://schemas.openxmlformats.org/officeDocument/2006/relationships/tags" Target="../tags/tag2436.xml"/><Relationship Id="rId4" Type="http://schemas.openxmlformats.org/officeDocument/2006/relationships/tags" Target="../tags/tag2437.xml"/><Relationship Id="rId5" Type="http://schemas.openxmlformats.org/officeDocument/2006/relationships/tags" Target="../tags/tag2438.xml"/><Relationship Id="rId6" Type="http://schemas.openxmlformats.org/officeDocument/2006/relationships/tags" Target="../tags/tag2439.xml"/><Relationship Id="rId7" Type="http://schemas.openxmlformats.org/officeDocument/2006/relationships/tags" Target="../tags/tag2440.xml"/><Relationship Id="rId8" Type="http://schemas.openxmlformats.org/officeDocument/2006/relationships/tags" Target="../tags/tag2441.xml"/><Relationship Id="rId9" Type="http://schemas.openxmlformats.org/officeDocument/2006/relationships/tags" Target="../tags/tag2442.xml"/><Relationship Id="rId10" Type="http://schemas.openxmlformats.org/officeDocument/2006/relationships/tags" Target="../tags/tag2443.xml"/><Relationship Id="rId11" Type="http://schemas.openxmlformats.org/officeDocument/2006/relationships/tags" Target="../tags/tag2444.xml"/><Relationship Id="rId12" Type="http://schemas.openxmlformats.org/officeDocument/2006/relationships/tags" Target="../tags/tag2445.xml"/><Relationship Id="rId13" Type="http://schemas.openxmlformats.org/officeDocument/2006/relationships/tags" Target="../tags/tag2446.xml"/><Relationship Id="rId14" Type="http://schemas.openxmlformats.org/officeDocument/2006/relationships/tags" Target="../tags/tag2447.xml"/><Relationship Id="rId15" Type="http://schemas.openxmlformats.org/officeDocument/2006/relationships/tags" Target="../tags/tag2448.xml"/><Relationship Id="rId16" Type="http://schemas.openxmlformats.org/officeDocument/2006/relationships/tags" Target="../tags/tag2449.xml"/><Relationship Id="rId17" Type="http://schemas.openxmlformats.org/officeDocument/2006/relationships/tags" Target="../tags/tag2450.xml"/><Relationship Id="rId18" Type="http://schemas.openxmlformats.org/officeDocument/2006/relationships/tags" Target="../tags/tag2451.xml"/><Relationship Id="rId19" Type="http://schemas.openxmlformats.org/officeDocument/2006/relationships/tags" Target="../tags/tag2452.xml"/><Relationship Id="rId20" Type="http://schemas.openxmlformats.org/officeDocument/2006/relationships/tags" Target="../tags/tag2453.xml"/><Relationship Id="rId21" Type="http://schemas.openxmlformats.org/officeDocument/2006/relationships/image" Target="../media/image1.png"/><Relationship Id="rId22" Type="http://schemas.openxmlformats.org/officeDocument/2006/relationships/tags" Target="../tags/tag2454.xml"/><Relationship Id="rId23" Type="http://schemas.openxmlformats.org/officeDocument/2006/relationships/tags" Target="../tags/tag2455.xml"/><Relationship Id="rId24" Type="http://schemas.openxmlformats.org/officeDocument/2006/relationships/tags" Target="../tags/tag2456.xml"/><Relationship Id="rId25" Type="http://schemas.openxmlformats.org/officeDocument/2006/relationships/tags" Target="../tags/tag2457.xml"/><Relationship Id="rId26" Type="http://schemas.openxmlformats.org/officeDocument/2006/relationships/tags" Target="../tags/tag2458.xml"/><Relationship Id="rId27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tags" Target="../tags/tag2459.xml"/><Relationship Id="rId2" Type="http://schemas.openxmlformats.org/officeDocument/2006/relationships/tags" Target="../tags/tag2460.xml"/><Relationship Id="rId3" Type="http://schemas.openxmlformats.org/officeDocument/2006/relationships/tags" Target="../tags/tag2461.xml"/><Relationship Id="rId4" Type="http://schemas.openxmlformats.org/officeDocument/2006/relationships/tags" Target="../tags/tag2462.xml"/><Relationship Id="rId5" Type="http://schemas.openxmlformats.org/officeDocument/2006/relationships/tags" Target="../tags/tag2463.xml"/><Relationship Id="rId6" Type="http://schemas.openxmlformats.org/officeDocument/2006/relationships/tags" Target="../tags/tag2464.xml"/><Relationship Id="rId7" Type="http://schemas.openxmlformats.org/officeDocument/2006/relationships/tags" Target="../tags/tag2465.xml"/><Relationship Id="rId8" Type="http://schemas.openxmlformats.org/officeDocument/2006/relationships/tags" Target="../tags/tag2466.xml"/><Relationship Id="rId9" Type="http://schemas.openxmlformats.org/officeDocument/2006/relationships/tags" Target="../tags/tag2467.xml"/><Relationship Id="rId10" Type="http://schemas.openxmlformats.org/officeDocument/2006/relationships/tags" Target="../tags/tag2468.xml"/><Relationship Id="rId11" Type="http://schemas.openxmlformats.org/officeDocument/2006/relationships/tags" Target="../tags/tag2469.xml"/><Relationship Id="rId12" Type="http://schemas.openxmlformats.org/officeDocument/2006/relationships/tags" Target="../tags/tag2470.xml"/><Relationship Id="rId13" Type="http://schemas.openxmlformats.org/officeDocument/2006/relationships/tags" Target="../tags/tag2471.xml"/><Relationship Id="rId14" Type="http://schemas.openxmlformats.org/officeDocument/2006/relationships/tags" Target="../tags/tag2472.xml"/><Relationship Id="rId15" Type="http://schemas.openxmlformats.org/officeDocument/2006/relationships/tags" Target="../tags/tag2473.xml"/><Relationship Id="rId16" Type="http://schemas.openxmlformats.org/officeDocument/2006/relationships/tags" Target="../tags/tag2474.xml"/><Relationship Id="rId17" Type="http://schemas.openxmlformats.org/officeDocument/2006/relationships/tags" Target="../tags/tag2475.xml"/><Relationship Id="rId18" Type="http://schemas.openxmlformats.org/officeDocument/2006/relationships/tags" Target="../tags/tag2476.xml"/><Relationship Id="rId19" Type="http://schemas.openxmlformats.org/officeDocument/2006/relationships/tags" Target="../tags/tag2477.xml"/><Relationship Id="rId20" Type="http://schemas.openxmlformats.org/officeDocument/2006/relationships/tags" Target="../tags/tag2478.xml"/><Relationship Id="rId21" Type="http://schemas.openxmlformats.org/officeDocument/2006/relationships/image" Target="../media/image1.png"/><Relationship Id="rId22" Type="http://schemas.openxmlformats.org/officeDocument/2006/relationships/tags" Target="../tags/tag2479.xml"/><Relationship Id="rId23" Type="http://schemas.openxmlformats.org/officeDocument/2006/relationships/tags" Target="../tags/tag2480.xml"/><Relationship Id="rId24" Type="http://schemas.openxmlformats.org/officeDocument/2006/relationships/tags" Target="../tags/tag2481.xml"/><Relationship Id="rId25" Type="http://schemas.openxmlformats.org/officeDocument/2006/relationships/tags" Target="../tags/tag2482.xml"/><Relationship Id="rId26" Type="http://schemas.openxmlformats.org/officeDocument/2006/relationships/tags" Target="../tags/tag2483.xml"/><Relationship Id="rId27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tags" Target="../tags/tag2484.xml"/><Relationship Id="rId2" Type="http://schemas.openxmlformats.org/officeDocument/2006/relationships/tags" Target="../tags/tag2485.xml"/><Relationship Id="rId3" Type="http://schemas.openxmlformats.org/officeDocument/2006/relationships/tags" Target="../tags/tag2486.xml"/><Relationship Id="rId4" Type="http://schemas.openxmlformats.org/officeDocument/2006/relationships/tags" Target="../tags/tag2487.xml"/><Relationship Id="rId5" Type="http://schemas.openxmlformats.org/officeDocument/2006/relationships/tags" Target="../tags/tag2488.xml"/><Relationship Id="rId6" Type="http://schemas.openxmlformats.org/officeDocument/2006/relationships/tags" Target="../tags/tag2489.xml"/><Relationship Id="rId7" Type="http://schemas.openxmlformats.org/officeDocument/2006/relationships/tags" Target="../tags/tag2490.xml"/><Relationship Id="rId8" Type="http://schemas.openxmlformats.org/officeDocument/2006/relationships/tags" Target="../tags/tag2491.xml"/><Relationship Id="rId9" Type="http://schemas.openxmlformats.org/officeDocument/2006/relationships/tags" Target="../tags/tag2492.xml"/><Relationship Id="rId10" Type="http://schemas.openxmlformats.org/officeDocument/2006/relationships/tags" Target="../tags/tag2493.xml"/><Relationship Id="rId11" Type="http://schemas.openxmlformats.org/officeDocument/2006/relationships/tags" Target="../tags/tag2494.xml"/><Relationship Id="rId12" Type="http://schemas.openxmlformats.org/officeDocument/2006/relationships/tags" Target="../tags/tag2495.xml"/><Relationship Id="rId13" Type="http://schemas.openxmlformats.org/officeDocument/2006/relationships/tags" Target="../tags/tag2496.xml"/><Relationship Id="rId14" Type="http://schemas.openxmlformats.org/officeDocument/2006/relationships/tags" Target="../tags/tag2497.xml"/><Relationship Id="rId15" Type="http://schemas.openxmlformats.org/officeDocument/2006/relationships/tags" Target="../tags/tag2498.xml"/><Relationship Id="rId16" Type="http://schemas.openxmlformats.org/officeDocument/2006/relationships/tags" Target="../tags/tag2499.xml"/><Relationship Id="rId17" Type="http://schemas.openxmlformats.org/officeDocument/2006/relationships/tags" Target="../tags/tag2500.xml"/><Relationship Id="rId18" Type="http://schemas.openxmlformats.org/officeDocument/2006/relationships/tags" Target="../tags/tag2501.xml"/><Relationship Id="rId19" Type="http://schemas.openxmlformats.org/officeDocument/2006/relationships/tags" Target="../tags/tag2502.xml"/><Relationship Id="rId20" Type="http://schemas.openxmlformats.org/officeDocument/2006/relationships/tags" Target="../tags/tag2503.xml"/><Relationship Id="rId21" Type="http://schemas.openxmlformats.org/officeDocument/2006/relationships/image" Target="../media/image1.png"/><Relationship Id="rId22" Type="http://schemas.openxmlformats.org/officeDocument/2006/relationships/tags" Target="../tags/tag2504.xml"/><Relationship Id="rId23" Type="http://schemas.openxmlformats.org/officeDocument/2006/relationships/tags" Target="../tags/tag2505.xml"/><Relationship Id="rId24" Type="http://schemas.openxmlformats.org/officeDocument/2006/relationships/tags" Target="../tags/tag2506.xml"/><Relationship Id="rId25" Type="http://schemas.openxmlformats.org/officeDocument/2006/relationships/tags" Target="../tags/tag2507.xml"/><Relationship Id="rId26" Type="http://schemas.openxmlformats.org/officeDocument/2006/relationships/tags" Target="../tags/tag2508.xml"/><Relationship Id="rId27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tags" Target="../tags/tag2509.xml"/><Relationship Id="rId2" Type="http://schemas.openxmlformats.org/officeDocument/2006/relationships/tags" Target="../tags/tag2510.xml"/><Relationship Id="rId3" Type="http://schemas.openxmlformats.org/officeDocument/2006/relationships/tags" Target="../tags/tag2511.xml"/><Relationship Id="rId4" Type="http://schemas.openxmlformats.org/officeDocument/2006/relationships/tags" Target="../tags/tag2512.xml"/><Relationship Id="rId5" Type="http://schemas.openxmlformats.org/officeDocument/2006/relationships/tags" Target="../tags/tag2513.xml"/><Relationship Id="rId6" Type="http://schemas.openxmlformats.org/officeDocument/2006/relationships/tags" Target="../tags/tag2514.xml"/><Relationship Id="rId7" Type="http://schemas.openxmlformats.org/officeDocument/2006/relationships/tags" Target="../tags/tag2515.xml"/><Relationship Id="rId8" Type="http://schemas.openxmlformats.org/officeDocument/2006/relationships/tags" Target="../tags/tag2516.xml"/><Relationship Id="rId9" Type="http://schemas.openxmlformats.org/officeDocument/2006/relationships/tags" Target="../tags/tag2517.xml"/><Relationship Id="rId10" Type="http://schemas.openxmlformats.org/officeDocument/2006/relationships/tags" Target="../tags/tag2518.xml"/><Relationship Id="rId11" Type="http://schemas.openxmlformats.org/officeDocument/2006/relationships/tags" Target="../tags/tag2519.xml"/><Relationship Id="rId12" Type="http://schemas.openxmlformats.org/officeDocument/2006/relationships/tags" Target="../tags/tag2520.xml"/><Relationship Id="rId13" Type="http://schemas.openxmlformats.org/officeDocument/2006/relationships/tags" Target="../tags/tag2521.xml"/><Relationship Id="rId14" Type="http://schemas.openxmlformats.org/officeDocument/2006/relationships/tags" Target="../tags/tag2522.xml"/><Relationship Id="rId15" Type="http://schemas.openxmlformats.org/officeDocument/2006/relationships/tags" Target="../tags/tag2523.xml"/><Relationship Id="rId16" Type="http://schemas.openxmlformats.org/officeDocument/2006/relationships/tags" Target="../tags/tag2524.xml"/><Relationship Id="rId17" Type="http://schemas.openxmlformats.org/officeDocument/2006/relationships/tags" Target="../tags/tag2525.xml"/><Relationship Id="rId18" Type="http://schemas.openxmlformats.org/officeDocument/2006/relationships/tags" Target="../tags/tag2526.xml"/><Relationship Id="rId19" Type="http://schemas.openxmlformats.org/officeDocument/2006/relationships/tags" Target="../tags/tag2527.xml"/><Relationship Id="rId20" Type="http://schemas.openxmlformats.org/officeDocument/2006/relationships/tags" Target="../tags/tag2528.xml"/><Relationship Id="rId21" Type="http://schemas.openxmlformats.org/officeDocument/2006/relationships/image" Target="../media/image1.png"/><Relationship Id="rId22" Type="http://schemas.openxmlformats.org/officeDocument/2006/relationships/tags" Target="../tags/tag2529.xml"/><Relationship Id="rId23" Type="http://schemas.openxmlformats.org/officeDocument/2006/relationships/tags" Target="../tags/tag2530.xml"/><Relationship Id="rId24" Type="http://schemas.openxmlformats.org/officeDocument/2006/relationships/tags" Target="../tags/tag2531.xml"/><Relationship Id="rId25" Type="http://schemas.openxmlformats.org/officeDocument/2006/relationships/tags" Target="../tags/tag2532.xml"/><Relationship Id="rId26" Type="http://schemas.openxmlformats.org/officeDocument/2006/relationships/tags" Target="../tags/tag2533.xml"/><Relationship Id="rId27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tags" Target="../tags/tag2534.xml"/><Relationship Id="rId2" Type="http://schemas.openxmlformats.org/officeDocument/2006/relationships/tags" Target="../tags/tag2535.xml"/><Relationship Id="rId3" Type="http://schemas.openxmlformats.org/officeDocument/2006/relationships/tags" Target="../tags/tag2536.xml"/><Relationship Id="rId4" Type="http://schemas.openxmlformats.org/officeDocument/2006/relationships/tags" Target="../tags/tag2537.xml"/><Relationship Id="rId5" Type="http://schemas.openxmlformats.org/officeDocument/2006/relationships/tags" Target="../tags/tag2538.xml"/><Relationship Id="rId6" Type="http://schemas.openxmlformats.org/officeDocument/2006/relationships/tags" Target="../tags/tag2539.xml"/><Relationship Id="rId7" Type="http://schemas.openxmlformats.org/officeDocument/2006/relationships/tags" Target="../tags/tag2540.xml"/><Relationship Id="rId8" Type="http://schemas.openxmlformats.org/officeDocument/2006/relationships/tags" Target="../tags/tag2541.xml"/><Relationship Id="rId9" Type="http://schemas.openxmlformats.org/officeDocument/2006/relationships/tags" Target="../tags/tag2542.xml"/><Relationship Id="rId10" Type="http://schemas.openxmlformats.org/officeDocument/2006/relationships/tags" Target="../tags/tag2543.xml"/><Relationship Id="rId11" Type="http://schemas.openxmlformats.org/officeDocument/2006/relationships/tags" Target="../tags/tag2544.xml"/><Relationship Id="rId12" Type="http://schemas.openxmlformats.org/officeDocument/2006/relationships/tags" Target="../tags/tag2545.xml"/><Relationship Id="rId13" Type="http://schemas.openxmlformats.org/officeDocument/2006/relationships/tags" Target="../tags/tag2546.xml"/><Relationship Id="rId14" Type="http://schemas.openxmlformats.org/officeDocument/2006/relationships/tags" Target="../tags/tag2547.xml"/><Relationship Id="rId15" Type="http://schemas.openxmlformats.org/officeDocument/2006/relationships/tags" Target="../tags/tag2548.xml"/><Relationship Id="rId16" Type="http://schemas.openxmlformats.org/officeDocument/2006/relationships/tags" Target="../tags/tag2549.xml"/><Relationship Id="rId17" Type="http://schemas.openxmlformats.org/officeDocument/2006/relationships/tags" Target="../tags/tag2550.xml"/><Relationship Id="rId18" Type="http://schemas.openxmlformats.org/officeDocument/2006/relationships/tags" Target="../tags/tag2551.xml"/><Relationship Id="rId19" Type="http://schemas.openxmlformats.org/officeDocument/2006/relationships/tags" Target="../tags/tag2552.xml"/><Relationship Id="rId20" Type="http://schemas.openxmlformats.org/officeDocument/2006/relationships/tags" Target="../tags/tag2553.xml"/><Relationship Id="rId21" Type="http://schemas.openxmlformats.org/officeDocument/2006/relationships/image" Target="../media/image1.png"/><Relationship Id="rId22" Type="http://schemas.openxmlformats.org/officeDocument/2006/relationships/tags" Target="../tags/tag2554.xml"/><Relationship Id="rId23" Type="http://schemas.openxmlformats.org/officeDocument/2006/relationships/tags" Target="../tags/tag2555.xml"/><Relationship Id="rId24" Type="http://schemas.openxmlformats.org/officeDocument/2006/relationships/tags" Target="../tags/tag2556.xml"/><Relationship Id="rId25" Type="http://schemas.openxmlformats.org/officeDocument/2006/relationships/tags" Target="../tags/tag2557.xml"/><Relationship Id="rId26" Type="http://schemas.openxmlformats.org/officeDocument/2006/relationships/tags" Target="../tags/tag2558.xml"/><Relationship Id="rId27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tags" Target="../tags/tag2559.xml"/><Relationship Id="rId2" Type="http://schemas.openxmlformats.org/officeDocument/2006/relationships/tags" Target="../tags/tag2560.xml"/><Relationship Id="rId3" Type="http://schemas.openxmlformats.org/officeDocument/2006/relationships/tags" Target="../tags/tag2561.xml"/><Relationship Id="rId4" Type="http://schemas.openxmlformats.org/officeDocument/2006/relationships/tags" Target="../tags/tag2562.xml"/><Relationship Id="rId5" Type="http://schemas.openxmlformats.org/officeDocument/2006/relationships/tags" Target="../tags/tag2563.xml"/><Relationship Id="rId6" Type="http://schemas.openxmlformats.org/officeDocument/2006/relationships/tags" Target="../tags/tag2564.xml"/><Relationship Id="rId7" Type="http://schemas.openxmlformats.org/officeDocument/2006/relationships/tags" Target="../tags/tag2565.xml"/><Relationship Id="rId8" Type="http://schemas.openxmlformats.org/officeDocument/2006/relationships/tags" Target="../tags/tag2566.xml"/><Relationship Id="rId9" Type="http://schemas.openxmlformats.org/officeDocument/2006/relationships/tags" Target="../tags/tag2567.xml"/><Relationship Id="rId10" Type="http://schemas.openxmlformats.org/officeDocument/2006/relationships/tags" Target="../tags/tag2568.xml"/><Relationship Id="rId11" Type="http://schemas.openxmlformats.org/officeDocument/2006/relationships/tags" Target="../tags/tag2569.xml"/><Relationship Id="rId12" Type="http://schemas.openxmlformats.org/officeDocument/2006/relationships/tags" Target="../tags/tag2570.xml"/><Relationship Id="rId13" Type="http://schemas.openxmlformats.org/officeDocument/2006/relationships/tags" Target="../tags/tag2571.xml"/><Relationship Id="rId14" Type="http://schemas.openxmlformats.org/officeDocument/2006/relationships/tags" Target="../tags/tag2572.xml"/><Relationship Id="rId15" Type="http://schemas.openxmlformats.org/officeDocument/2006/relationships/tags" Target="../tags/tag2573.xml"/><Relationship Id="rId16" Type="http://schemas.openxmlformats.org/officeDocument/2006/relationships/tags" Target="../tags/tag2574.xml"/><Relationship Id="rId17" Type="http://schemas.openxmlformats.org/officeDocument/2006/relationships/tags" Target="../tags/tag2575.xml"/><Relationship Id="rId18" Type="http://schemas.openxmlformats.org/officeDocument/2006/relationships/tags" Target="../tags/tag2576.xml"/><Relationship Id="rId19" Type="http://schemas.openxmlformats.org/officeDocument/2006/relationships/tags" Target="../tags/tag2577.xml"/><Relationship Id="rId20" Type="http://schemas.openxmlformats.org/officeDocument/2006/relationships/tags" Target="../tags/tag2578.xml"/><Relationship Id="rId21" Type="http://schemas.openxmlformats.org/officeDocument/2006/relationships/image" Target="../media/image1.png"/><Relationship Id="rId22" Type="http://schemas.openxmlformats.org/officeDocument/2006/relationships/tags" Target="../tags/tag2579.xml"/><Relationship Id="rId23" Type="http://schemas.openxmlformats.org/officeDocument/2006/relationships/tags" Target="../tags/tag2580.xml"/><Relationship Id="rId24" Type="http://schemas.openxmlformats.org/officeDocument/2006/relationships/tags" Target="../tags/tag2581.xml"/><Relationship Id="rId25" Type="http://schemas.openxmlformats.org/officeDocument/2006/relationships/tags" Target="../tags/tag2582.xml"/><Relationship Id="rId26" Type="http://schemas.openxmlformats.org/officeDocument/2006/relationships/tags" Target="../tags/tag2583.xml"/><Relationship Id="rId27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tags" Target="../tags/tag2584.xml"/><Relationship Id="rId2" Type="http://schemas.openxmlformats.org/officeDocument/2006/relationships/tags" Target="../tags/tag2585.xml"/><Relationship Id="rId3" Type="http://schemas.openxmlformats.org/officeDocument/2006/relationships/tags" Target="../tags/tag2586.xml"/><Relationship Id="rId4" Type="http://schemas.openxmlformats.org/officeDocument/2006/relationships/tags" Target="../tags/tag2587.xml"/><Relationship Id="rId5" Type="http://schemas.openxmlformats.org/officeDocument/2006/relationships/tags" Target="../tags/tag2588.xml"/><Relationship Id="rId6" Type="http://schemas.openxmlformats.org/officeDocument/2006/relationships/tags" Target="../tags/tag2589.xml"/><Relationship Id="rId7" Type="http://schemas.openxmlformats.org/officeDocument/2006/relationships/tags" Target="../tags/tag2590.xml"/><Relationship Id="rId8" Type="http://schemas.openxmlformats.org/officeDocument/2006/relationships/tags" Target="../tags/tag2591.xml"/><Relationship Id="rId9" Type="http://schemas.openxmlformats.org/officeDocument/2006/relationships/tags" Target="../tags/tag2592.xml"/><Relationship Id="rId10" Type="http://schemas.openxmlformats.org/officeDocument/2006/relationships/tags" Target="../tags/tag2593.xml"/><Relationship Id="rId11" Type="http://schemas.openxmlformats.org/officeDocument/2006/relationships/tags" Target="../tags/tag2594.xml"/><Relationship Id="rId12" Type="http://schemas.openxmlformats.org/officeDocument/2006/relationships/tags" Target="../tags/tag2595.xml"/><Relationship Id="rId13" Type="http://schemas.openxmlformats.org/officeDocument/2006/relationships/tags" Target="../tags/tag2596.xml"/><Relationship Id="rId14" Type="http://schemas.openxmlformats.org/officeDocument/2006/relationships/tags" Target="../tags/tag2597.xml"/><Relationship Id="rId15" Type="http://schemas.openxmlformats.org/officeDocument/2006/relationships/tags" Target="../tags/tag2598.xml"/><Relationship Id="rId16" Type="http://schemas.openxmlformats.org/officeDocument/2006/relationships/tags" Target="../tags/tag2599.xml"/><Relationship Id="rId17" Type="http://schemas.openxmlformats.org/officeDocument/2006/relationships/tags" Target="../tags/tag2600.xml"/><Relationship Id="rId18" Type="http://schemas.openxmlformats.org/officeDocument/2006/relationships/tags" Target="../tags/tag2601.xml"/><Relationship Id="rId19" Type="http://schemas.openxmlformats.org/officeDocument/2006/relationships/tags" Target="../tags/tag2602.xml"/><Relationship Id="rId20" Type="http://schemas.openxmlformats.org/officeDocument/2006/relationships/tags" Target="../tags/tag2603.xml"/><Relationship Id="rId21" Type="http://schemas.openxmlformats.org/officeDocument/2006/relationships/image" Target="../media/image1.png"/><Relationship Id="rId22" Type="http://schemas.openxmlformats.org/officeDocument/2006/relationships/tags" Target="../tags/tag2604.xml"/><Relationship Id="rId23" Type="http://schemas.openxmlformats.org/officeDocument/2006/relationships/tags" Target="../tags/tag2605.xml"/><Relationship Id="rId24" Type="http://schemas.openxmlformats.org/officeDocument/2006/relationships/tags" Target="../tags/tag2606.xml"/><Relationship Id="rId25" Type="http://schemas.openxmlformats.org/officeDocument/2006/relationships/tags" Target="../tags/tag2607.xml"/><Relationship Id="rId26" Type="http://schemas.openxmlformats.org/officeDocument/2006/relationships/tags" Target="../tags/tag2608.xml"/><Relationship Id="rId27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tags" Target="../tags/tag2609.xml"/><Relationship Id="rId2" Type="http://schemas.openxmlformats.org/officeDocument/2006/relationships/tags" Target="../tags/tag2610.xml"/><Relationship Id="rId3" Type="http://schemas.openxmlformats.org/officeDocument/2006/relationships/tags" Target="../tags/tag2611.xml"/><Relationship Id="rId4" Type="http://schemas.openxmlformats.org/officeDocument/2006/relationships/tags" Target="../tags/tag2612.xml"/><Relationship Id="rId5" Type="http://schemas.openxmlformats.org/officeDocument/2006/relationships/tags" Target="../tags/tag2613.xml"/><Relationship Id="rId6" Type="http://schemas.openxmlformats.org/officeDocument/2006/relationships/tags" Target="../tags/tag2614.xml"/><Relationship Id="rId7" Type="http://schemas.openxmlformats.org/officeDocument/2006/relationships/tags" Target="../tags/tag2615.xml"/><Relationship Id="rId8" Type="http://schemas.openxmlformats.org/officeDocument/2006/relationships/tags" Target="../tags/tag2616.xml"/><Relationship Id="rId9" Type="http://schemas.openxmlformats.org/officeDocument/2006/relationships/tags" Target="../tags/tag2617.xml"/><Relationship Id="rId10" Type="http://schemas.openxmlformats.org/officeDocument/2006/relationships/tags" Target="../tags/tag2618.xml"/><Relationship Id="rId11" Type="http://schemas.openxmlformats.org/officeDocument/2006/relationships/tags" Target="../tags/tag2619.xml"/><Relationship Id="rId12" Type="http://schemas.openxmlformats.org/officeDocument/2006/relationships/tags" Target="../tags/tag2620.xml"/><Relationship Id="rId13" Type="http://schemas.openxmlformats.org/officeDocument/2006/relationships/tags" Target="../tags/tag2621.xml"/><Relationship Id="rId14" Type="http://schemas.openxmlformats.org/officeDocument/2006/relationships/tags" Target="../tags/tag2622.xml"/><Relationship Id="rId15" Type="http://schemas.openxmlformats.org/officeDocument/2006/relationships/tags" Target="../tags/tag2623.xml"/><Relationship Id="rId16" Type="http://schemas.openxmlformats.org/officeDocument/2006/relationships/tags" Target="../tags/tag2624.xml"/><Relationship Id="rId17" Type="http://schemas.openxmlformats.org/officeDocument/2006/relationships/tags" Target="../tags/tag2625.xml"/><Relationship Id="rId18" Type="http://schemas.openxmlformats.org/officeDocument/2006/relationships/tags" Target="../tags/tag2626.xml"/><Relationship Id="rId19" Type="http://schemas.openxmlformats.org/officeDocument/2006/relationships/tags" Target="../tags/tag2627.xml"/><Relationship Id="rId20" Type="http://schemas.openxmlformats.org/officeDocument/2006/relationships/tags" Target="../tags/tag2628.xml"/><Relationship Id="rId21" Type="http://schemas.openxmlformats.org/officeDocument/2006/relationships/image" Target="../media/image1.png"/><Relationship Id="rId22" Type="http://schemas.openxmlformats.org/officeDocument/2006/relationships/tags" Target="../tags/tag2629.xml"/><Relationship Id="rId23" Type="http://schemas.openxmlformats.org/officeDocument/2006/relationships/tags" Target="../tags/tag2630.xml"/><Relationship Id="rId24" Type="http://schemas.openxmlformats.org/officeDocument/2006/relationships/tags" Target="../tags/tag2631.xml"/><Relationship Id="rId25" Type="http://schemas.openxmlformats.org/officeDocument/2006/relationships/tags" Target="../tags/tag2632.xml"/><Relationship Id="rId26" Type="http://schemas.openxmlformats.org/officeDocument/2006/relationships/tags" Target="../tags/tag2633.xml"/><Relationship Id="rId27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tags" Target="../tags/tag2634.xml"/><Relationship Id="rId2" Type="http://schemas.openxmlformats.org/officeDocument/2006/relationships/tags" Target="../tags/tag2635.xml"/><Relationship Id="rId3" Type="http://schemas.openxmlformats.org/officeDocument/2006/relationships/tags" Target="../tags/tag2636.xml"/><Relationship Id="rId4" Type="http://schemas.openxmlformats.org/officeDocument/2006/relationships/tags" Target="../tags/tag2637.xml"/><Relationship Id="rId5" Type="http://schemas.openxmlformats.org/officeDocument/2006/relationships/tags" Target="../tags/tag2638.xml"/><Relationship Id="rId6" Type="http://schemas.openxmlformats.org/officeDocument/2006/relationships/tags" Target="../tags/tag2639.xml"/><Relationship Id="rId7" Type="http://schemas.openxmlformats.org/officeDocument/2006/relationships/tags" Target="../tags/tag2640.xml"/><Relationship Id="rId8" Type="http://schemas.openxmlformats.org/officeDocument/2006/relationships/tags" Target="../tags/tag2641.xml"/><Relationship Id="rId9" Type="http://schemas.openxmlformats.org/officeDocument/2006/relationships/tags" Target="../tags/tag2642.xml"/><Relationship Id="rId10" Type="http://schemas.openxmlformats.org/officeDocument/2006/relationships/tags" Target="../tags/tag2643.xml"/><Relationship Id="rId11" Type="http://schemas.openxmlformats.org/officeDocument/2006/relationships/tags" Target="../tags/tag2644.xml"/><Relationship Id="rId12" Type="http://schemas.openxmlformats.org/officeDocument/2006/relationships/tags" Target="../tags/tag2645.xml"/><Relationship Id="rId13" Type="http://schemas.openxmlformats.org/officeDocument/2006/relationships/tags" Target="../tags/tag2646.xml"/><Relationship Id="rId14" Type="http://schemas.openxmlformats.org/officeDocument/2006/relationships/tags" Target="../tags/tag2647.xml"/><Relationship Id="rId15" Type="http://schemas.openxmlformats.org/officeDocument/2006/relationships/tags" Target="../tags/tag2648.xml"/><Relationship Id="rId16" Type="http://schemas.openxmlformats.org/officeDocument/2006/relationships/tags" Target="../tags/tag2649.xml"/><Relationship Id="rId17" Type="http://schemas.openxmlformats.org/officeDocument/2006/relationships/tags" Target="../tags/tag2650.xml"/><Relationship Id="rId18" Type="http://schemas.openxmlformats.org/officeDocument/2006/relationships/tags" Target="../tags/tag2651.xml"/><Relationship Id="rId19" Type="http://schemas.openxmlformats.org/officeDocument/2006/relationships/tags" Target="../tags/tag2652.xml"/><Relationship Id="rId20" Type="http://schemas.openxmlformats.org/officeDocument/2006/relationships/tags" Target="../tags/tag2653.xml"/><Relationship Id="rId21" Type="http://schemas.openxmlformats.org/officeDocument/2006/relationships/image" Target="../media/image1.png"/><Relationship Id="rId22" Type="http://schemas.openxmlformats.org/officeDocument/2006/relationships/tags" Target="../tags/tag2654.xml"/><Relationship Id="rId23" Type="http://schemas.openxmlformats.org/officeDocument/2006/relationships/tags" Target="../tags/tag2655.xml"/><Relationship Id="rId24" Type="http://schemas.openxmlformats.org/officeDocument/2006/relationships/tags" Target="../tags/tag2656.xml"/><Relationship Id="rId25" Type="http://schemas.openxmlformats.org/officeDocument/2006/relationships/tags" Target="../tags/tag2657.xml"/><Relationship Id="rId26" Type="http://schemas.openxmlformats.org/officeDocument/2006/relationships/tags" Target="../tags/tag265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第07章 复杂工作流与多智能体系统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89090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1.【第07章·复杂工作流与多智能体系统】BPMN 是指?____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017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业务流程建模与标注(统一流程图形语言)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一种数据库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前端框架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2961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BPMN(Business Process Model and Notation)是业务流程建模与标注的标准图形语言。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2182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2.【第07章·复杂工作流与多智能体系统】Petri 网擅长对什么进行严格建模?____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并发、同步与资源竞争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网页样式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图像压缩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Petri 网以库所/变迁刻画并发、同步与资源竞争,适合多智能体并发的形式化建模。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9319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3.【第07章·复杂工作流与多智能体系统】业务流程重组()强调?____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根本性再设计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小修小补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仅自动化表单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停止开发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4548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BPR(Hammer &amp; Champy)强调对流程进行根本性的再设计,而非渐进式修补。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4.【第07章·复杂工作流与多智能体系统】多智能体系统()中,一个 Agent 通常刻画为?____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角色 + 目标 + 结构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仅一个函数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一张图片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一个数据库表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03149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MAS 中 Agent = 角色(Role)+ 目标(Goal)+ 结构(Structure),对应人类团队分工。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22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5.【第07章·复杂工作流与多智能体系统】WfMC 参考模型通常包含?____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5681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流程定义/引擎/客户端/互操作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仅浏览器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7125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 UI 组件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556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WfMC 参考模型含流程定义、引擎、客户端与互操作等,是工作流管理的经典框架。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6.【第07章·复杂工作流与多智能体系统】任务间相互独立、需大规模并行生成 100 张图,应选?____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循环节点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批处理节点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变量聚合节点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选择器节点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批处理节点并行处理相互独立的数组元素,运行次数=数组长度,适合批量生成。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7.【第07章·复杂工作流与多智能体系统】下列场景适合采用多 Agent 模式的是?____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64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电商客服(订单/促销/人工分流)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单一固定的天气查询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一次性的加法计算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静态网页展示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296608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电商客服需专业分工与动态分流,适合父/子 Agent 协作;固定天气查询用工作流即可。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8.【第07章·复杂工作流与多智能体系统】关于工作流嵌套,下列说法正确的是?____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只有已发布的工作流才能被主工作流嵌套调用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任意草稿都能嵌套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子流不能独立调试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主工作流无法调度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约束明确:子工作流须先测试无误并发布,才能被主工作流嵌套调用。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977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9.【第07章·复杂工作流与多智能体系统】Coze 代码节点的输出应当?____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0266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封装成对象返回(即使只有一个值)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9927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 return 字符串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不需要返回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写入全局变量即可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771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代码节点所有上游数据在 params 中,输出必须对象形式返回,工作流才能读取。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10.【第07章·复杂工作流与多智能体系统】变量聚合节点"取首个非空"的语义是为了?____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避免未运行分支读取空值导致报错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随机选一个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清空所有数据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加密输出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变量聚合读取多路分支第一个非空值,适配分支不确定性,避免空值报错。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09.xml><?xml version="1.0" encoding="utf-8"?>
<p:tagLst xmlns:p="http://schemas.openxmlformats.org/presentationml/2006/main">
  <p:tag name="RAINPROBLEM" val="ProblemRemarkBoard"/>
</p:tagLst>
</file>

<file path=ppt/tags/tag2410.xml><?xml version="1.0" encoding="utf-8"?>
<p:tagLst xmlns:p="http://schemas.openxmlformats.org/presentationml/2006/main">
  <p:tag name="RAINPROBLEMTYPE" val="ProblemTypeMarker"/>
</p:tagLst>
</file>

<file path=ppt/tags/tag2411.xml><?xml version="1.0" encoding="utf-8"?>
<p:tagLst xmlns:p="http://schemas.openxmlformats.org/presentationml/2006/main">
  <p:tag name="RAINPROBLEMTYPE" val="ProblemTypeMarker"/>
</p:tagLst>
</file>

<file path=ppt/tags/tag2412.xml><?xml version="1.0" encoding="utf-8"?>
<p:tagLst xmlns:p="http://schemas.openxmlformats.org/presentationml/2006/main">
  <p:tag name="RAINPROBLEMTYPE" val="ProblemTypeMarker"/>
</p:tagLst>
</file>

<file path=ppt/tags/tag2413.xml><?xml version="1.0" encoding="utf-8"?>
<p:tagLst xmlns:p="http://schemas.openxmlformats.org/presentationml/2006/main">
  <p:tag name="RAINPROBLEMTYPE" val="ProblemTypeMarker"/>
</p:tagLst>
</file>

<file path=ppt/tags/tag2414.xml><?xml version="1.0" encoding="utf-8"?>
<p:tagLst xmlns:p="http://schemas.openxmlformats.org/presentationml/2006/main">
  <p:tag name="RAINPROBLEMTYPE" val="ProblemTypeMarker"/>
</p:tagLst>
</file>

<file path=ppt/tags/tag2415.xml><?xml version="1.0" encoding="utf-8"?>
<p:tagLst xmlns:p="http://schemas.openxmlformats.org/presentationml/2006/main">
  <p:tag name="RAINPROBLEM" val="ProblemBody"/>
</p:tagLst>
</file>

<file path=ppt/tags/tag2416.xml><?xml version="1.0" encoding="utf-8"?>
<p:tagLst xmlns:p="http://schemas.openxmlformats.org/presentationml/2006/main">
  <p:tag name="RAINPROBLEM" val="ProblemItem"/>
</p:tagLst>
</file>

<file path=ppt/tags/tag24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18.xml><?xml version="1.0" encoding="utf-8"?>
<p:tagLst xmlns:p="http://schemas.openxmlformats.org/presentationml/2006/main">
  <p:tag name="RAINPROBLEM" val="ProblemItem"/>
</p:tagLst>
</file>

<file path=ppt/tags/tag2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0.xml><?xml version="1.0" encoding="utf-8"?>
<p:tagLst xmlns:p="http://schemas.openxmlformats.org/presentationml/2006/main">
  <p:tag name="RAINPROBLEM" val="ProblemItem"/>
</p:tagLst>
</file>

<file path=ppt/tags/tag24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2.xml><?xml version="1.0" encoding="utf-8"?>
<p:tagLst xmlns:p="http://schemas.openxmlformats.org/presentationml/2006/main">
  <p:tag name="RAINPROBLEM" val="ProblemItem"/>
</p:tagLst>
</file>

<file path=ppt/tags/tag2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24.xml><?xml version="1.0" encoding="utf-8"?>
<p:tagLst xmlns:p="http://schemas.openxmlformats.org/presentationml/2006/main">
  <p:tag name="PROBLEMREMARKTITLE" val="ProblemRemarkBoardTitle"/>
</p:tagLst>
</file>

<file path=ppt/tags/tag2425.xml><?xml version="1.0" encoding="utf-8"?>
<p:tagLst xmlns:p="http://schemas.openxmlformats.org/presentationml/2006/main">
  <p:tag name="PROBLEMREMARKTITLE" val="ProblemRemarkBoardTitle"/>
</p:tagLst>
</file>

<file path=ppt/tags/tag2426.xml><?xml version="1.0" encoding="utf-8"?>
<p:tagLst xmlns:p="http://schemas.openxmlformats.org/presentationml/2006/main">
  <p:tag name="PROBLEMREMARKTITLE" val="ProblemRemarkBoardTitle"/>
</p:tagLst>
</file>

<file path=ppt/tags/tag2427.xml><?xml version="1.0" encoding="utf-8"?>
<p:tagLst xmlns:p="http://schemas.openxmlformats.org/presentationml/2006/main">
  <p:tag name="PROBLEMREMARKTITLE" val="ProblemRemarkBoardTitle"/>
</p:tagLst>
</file>

<file path=ppt/tags/tag2428.xml><?xml version="1.0" encoding="utf-8"?>
<p:tagLst xmlns:p="http://schemas.openxmlformats.org/presentationml/2006/main">
  <p:tag name="RAINPROBLEM" val="ProblemSetting"/>
  <p:tag name="RAINPROBLEMTYPE" val="MultipleChoice"/>
</p:tagLst>
</file>

<file path=ppt/tags/tag2429.xml><?xml version="1.0" encoding="utf-8"?>
<p:tagLst xmlns:p="http://schemas.openxmlformats.org/presentationml/2006/main">
  <p:tag name="PROBLEMREMARKTITLE" val="ProblemRemarkBoardTip"/>
</p:tagLst>
</file>

<file path=ppt/tags/tag2430.xml><?xml version="1.0" encoding="utf-8"?>
<p:tagLst xmlns:p="http://schemas.openxmlformats.org/presentationml/2006/main">
  <p:tag name="RAINPROBLEM" val="ProblemRemark"/>
</p:tagLst>
</file>

<file path=ppt/tags/tag2431.xml><?xml version="1.0" encoding="utf-8"?>
<p:tagLst xmlns:p="http://schemas.openxmlformats.org/presentationml/2006/main">
  <p:tag name="RAINPROBLEM" val="ProblemRemark"/>
</p:tagLst>
</file>

<file path=ppt/tags/tag2432.xml><?xml version="1.0" encoding="utf-8"?>
<p:tagLst xmlns:p="http://schemas.openxmlformats.org/presentationml/2006/main">
  <p:tag name="RAINPROBLEM" val="ProblemSubmit"/>
  <p:tag name="RAINPROBLEMTYPE" val="MultipleChoice"/>
</p:tagLst>
</file>

<file path=ppt/tags/tag2433.xml><?xml version="1.0" encoding="utf-8"?>
<p:tagLst xmlns:p="http://schemas.openxmlformats.org/presentationml/2006/main">
  <p:tag name="RAINPROBLEM" val="MultipleChoice"/>
  <p:tag name="PROBLEMHASREMARK" val="True"/>
</p:tagLst>
</file>

<file path=ppt/tags/tag2434.xml><?xml version="1.0" encoding="utf-8"?>
<p:tagLst xmlns:p="http://schemas.openxmlformats.org/presentationml/2006/main">
  <p:tag name="RAINPROBLEM" val="ProblemRemarkBoard"/>
</p:tagLst>
</file>

<file path=ppt/tags/tag2435.xml><?xml version="1.0" encoding="utf-8"?>
<p:tagLst xmlns:p="http://schemas.openxmlformats.org/presentationml/2006/main">
  <p:tag name="RAINPROBLEMTYPE" val="ProblemTypeMarker"/>
</p:tagLst>
</file>

<file path=ppt/tags/tag2436.xml><?xml version="1.0" encoding="utf-8"?>
<p:tagLst xmlns:p="http://schemas.openxmlformats.org/presentationml/2006/main">
  <p:tag name="RAINPROBLEMTYPE" val="ProblemTypeMarker"/>
</p:tagLst>
</file>

<file path=ppt/tags/tag2437.xml><?xml version="1.0" encoding="utf-8"?>
<p:tagLst xmlns:p="http://schemas.openxmlformats.org/presentationml/2006/main">
  <p:tag name="RAINPROBLEMTYPE" val="ProblemTypeMarker"/>
</p:tagLst>
</file>

<file path=ppt/tags/tag2438.xml><?xml version="1.0" encoding="utf-8"?>
<p:tagLst xmlns:p="http://schemas.openxmlformats.org/presentationml/2006/main">
  <p:tag name="RAINPROBLEMTYPE" val="ProblemTypeMarker"/>
</p:tagLst>
</file>

<file path=ppt/tags/tag2439.xml><?xml version="1.0" encoding="utf-8"?>
<p:tagLst xmlns:p="http://schemas.openxmlformats.org/presentationml/2006/main">
  <p:tag name="RAINPROBLEMTYPE" val="ProblemTypeMarker"/>
</p:tagLst>
</file>

<file path=ppt/tags/tag2440.xml><?xml version="1.0" encoding="utf-8"?>
<p:tagLst xmlns:p="http://schemas.openxmlformats.org/presentationml/2006/main">
  <p:tag name="RAINPROBLEM" val="ProblemBody"/>
</p:tagLst>
</file>

<file path=ppt/tags/tag2441.xml><?xml version="1.0" encoding="utf-8"?>
<p:tagLst xmlns:p="http://schemas.openxmlformats.org/presentationml/2006/main">
  <p:tag name="RAINPROBLEM" val="ProblemItem"/>
</p:tagLst>
</file>

<file path=ppt/tags/tag24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43.xml><?xml version="1.0" encoding="utf-8"?>
<p:tagLst xmlns:p="http://schemas.openxmlformats.org/presentationml/2006/main">
  <p:tag name="RAINPROBLEM" val="ProblemItem"/>
</p:tagLst>
</file>

<file path=ppt/tags/tag24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5.xml><?xml version="1.0" encoding="utf-8"?>
<p:tagLst xmlns:p="http://schemas.openxmlformats.org/presentationml/2006/main">
  <p:tag name="RAINPROBLEM" val="ProblemItem"/>
</p:tagLst>
</file>

<file path=ppt/tags/tag24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7.xml><?xml version="1.0" encoding="utf-8"?>
<p:tagLst xmlns:p="http://schemas.openxmlformats.org/presentationml/2006/main">
  <p:tag name="RAINPROBLEM" val="ProblemItem"/>
</p:tagLst>
</file>

<file path=ppt/tags/tag24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49.xml><?xml version="1.0" encoding="utf-8"?>
<p:tagLst xmlns:p="http://schemas.openxmlformats.org/presentationml/2006/main">
  <p:tag name="PROBLEMREMARKTITLE" val="ProblemRemarkBoardTitle"/>
</p:tagLst>
</file>

<file path=ppt/tags/tag2450.xml><?xml version="1.0" encoding="utf-8"?>
<p:tagLst xmlns:p="http://schemas.openxmlformats.org/presentationml/2006/main">
  <p:tag name="PROBLEMREMARKTITLE" val="ProblemRemarkBoardTitle"/>
</p:tagLst>
</file>

<file path=ppt/tags/tag2451.xml><?xml version="1.0" encoding="utf-8"?>
<p:tagLst xmlns:p="http://schemas.openxmlformats.org/presentationml/2006/main">
  <p:tag name="PROBLEMREMARKTITLE" val="ProblemRemarkBoardTitle"/>
</p:tagLst>
</file>

<file path=ppt/tags/tag2452.xml><?xml version="1.0" encoding="utf-8"?>
<p:tagLst xmlns:p="http://schemas.openxmlformats.org/presentationml/2006/main">
  <p:tag name="PROBLEMREMARKTITLE" val="ProblemRemarkBoardTitle"/>
</p:tagLst>
</file>

<file path=ppt/tags/tag2453.xml><?xml version="1.0" encoding="utf-8"?>
<p:tagLst xmlns:p="http://schemas.openxmlformats.org/presentationml/2006/main">
  <p:tag name="RAINPROBLEM" val="ProblemSetting"/>
  <p:tag name="RAINPROBLEMTYPE" val="MultipleChoice"/>
</p:tagLst>
</file>

<file path=ppt/tags/tag2454.xml><?xml version="1.0" encoding="utf-8"?>
<p:tagLst xmlns:p="http://schemas.openxmlformats.org/presentationml/2006/main">
  <p:tag name="PROBLEMREMARKTITLE" val="ProblemRemarkBoardTip"/>
</p:tagLst>
</file>

<file path=ppt/tags/tag2455.xml><?xml version="1.0" encoding="utf-8"?>
<p:tagLst xmlns:p="http://schemas.openxmlformats.org/presentationml/2006/main">
  <p:tag name="RAINPROBLEM" val="ProblemRemark"/>
</p:tagLst>
</file>

<file path=ppt/tags/tag2456.xml><?xml version="1.0" encoding="utf-8"?>
<p:tagLst xmlns:p="http://schemas.openxmlformats.org/presentationml/2006/main">
  <p:tag name="RAINPROBLEM" val="ProblemRemark"/>
</p:tagLst>
</file>

<file path=ppt/tags/tag2457.xml><?xml version="1.0" encoding="utf-8"?>
<p:tagLst xmlns:p="http://schemas.openxmlformats.org/presentationml/2006/main">
  <p:tag name="RAINPROBLEM" val="ProblemSubmit"/>
  <p:tag name="RAINPROBLEMTYPE" val="MultipleChoice"/>
</p:tagLst>
</file>

<file path=ppt/tags/tag2458.xml><?xml version="1.0" encoding="utf-8"?>
<p:tagLst xmlns:p="http://schemas.openxmlformats.org/presentationml/2006/main">
  <p:tag name="RAINPROBLEM" val="MultipleChoice"/>
  <p:tag name="PROBLEMHASREMARK" val="True"/>
</p:tagLst>
</file>

<file path=ppt/tags/tag2459.xml><?xml version="1.0" encoding="utf-8"?>
<p:tagLst xmlns:p="http://schemas.openxmlformats.org/presentationml/2006/main">
  <p:tag name="RAINPROBLEM" val="ProblemRemarkBoard"/>
</p:tagLst>
</file>

<file path=ppt/tags/tag2460.xml><?xml version="1.0" encoding="utf-8"?>
<p:tagLst xmlns:p="http://schemas.openxmlformats.org/presentationml/2006/main">
  <p:tag name="RAINPROBLEMTYPE" val="ProblemTypeMarker"/>
</p:tagLst>
</file>

<file path=ppt/tags/tag2461.xml><?xml version="1.0" encoding="utf-8"?>
<p:tagLst xmlns:p="http://schemas.openxmlformats.org/presentationml/2006/main">
  <p:tag name="RAINPROBLEMTYPE" val="ProblemTypeMarker"/>
</p:tagLst>
</file>

<file path=ppt/tags/tag2462.xml><?xml version="1.0" encoding="utf-8"?>
<p:tagLst xmlns:p="http://schemas.openxmlformats.org/presentationml/2006/main">
  <p:tag name="RAINPROBLEMTYPE" val="ProblemTypeMarker"/>
</p:tagLst>
</file>

<file path=ppt/tags/tag2463.xml><?xml version="1.0" encoding="utf-8"?>
<p:tagLst xmlns:p="http://schemas.openxmlformats.org/presentationml/2006/main">
  <p:tag name="RAINPROBLEMTYPE" val="ProblemTypeMarker"/>
</p:tagLst>
</file>

<file path=ppt/tags/tag2464.xml><?xml version="1.0" encoding="utf-8"?>
<p:tagLst xmlns:p="http://schemas.openxmlformats.org/presentationml/2006/main">
  <p:tag name="RAINPROBLEMTYPE" val="ProblemTypeMarker"/>
</p:tagLst>
</file>

<file path=ppt/tags/tag2465.xml><?xml version="1.0" encoding="utf-8"?>
<p:tagLst xmlns:p="http://schemas.openxmlformats.org/presentationml/2006/main">
  <p:tag name="RAINPROBLEM" val="ProblemBody"/>
</p:tagLst>
</file>

<file path=ppt/tags/tag2466.xml><?xml version="1.0" encoding="utf-8"?>
<p:tagLst xmlns:p="http://schemas.openxmlformats.org/presentationml/2006/main">
  <p:tag name="RAINPROBLEM" val="ProblemItem"/>
</p:tagLst>
</file>

<file path=ppt/tags/tag246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68.xml><?xml version="1.0" encoding="utf-8"?>
<p:tagLst xmlns:p="http://schemas.openxmlformats.org/presentationml/2006/main">
  <p:tag name="RAINPROBLEM" val="ProblemItem"/>
</p:tagLst>
</file>

<file path=ppt/tags/tag246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70.xml><?xml version="1.0" encoding="utf-8"?>
<p:tagLst xmlns:p="http://schemas.openxmlformats.org/presentationml/2006/main">
  <p:tag name="RAINPROBLEM" val="ProblemItem"/>
</p:tagLst>
</file>

<file path=ppt/tags/tag247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472.xml><?xml version="1.0" encoding="utf-8"?>
<p:tagLst xmlns:p="http://schemas.openxmlformats.org/presentationml/2006/main">
  <p:tag name="RAINPROBLEM" val="ProblemItem"/>
</p:tagLst>
</file>

<file path=ppt/tags/tag247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474.xml><?xml version="1.0" encoding="utf-8"?>
<p:tagLst xmlns:p="http://schemas.openxmlformats.org/presentationml/2006/main">
  <p:tag name="PROBLEMREMARKTITLE" val="ProblemRemarkBoardTitle"/>
</p:tagLst>
</file>

<file path=ppt/tags/tag2475.xml><?xml version="1.0" encoding="utf-8"?>
<p:tagLst xmlns:p="http://schemas.openxmlformats.org/presentationml/2006/main">
  <p:tag name="PROBLEMREMARKTITLE" val="ProblemRemarkBoardTitle"/>
</p:tagLst>
</file>

<file path=ppt/tags/tag2476.xml><?xml version="1.0" encoding="utf-8"?>
<p:tagLst xmlns:p="http://schemas.openxmlformats.org/presentationml/2006/main">
  <p:tag name="PROBLEMREMARKTITLE" val="ProblemRemarkBoardTitle"/>
</p:tagLst>
</file>

<file path=ppt/tags/tag2477.xml><?xml version="1.0" encoding="utf-8"?>
<p:tagLst xmlns:p="http://schemas.openxmlformats.org/presentationml/2006/main">
  <p:tag name="PROBLEMREMARKTITLE" val="ProblemRemarkBoardTitle"/>
</p:tagLst>
</file>

<file path=ppt/tags/tag2478.xml><?xml version="1.0" encoding="utf-8"?>
<p:tagLst xmlns:p="http://schemas.openxmlformats.org/presentationml/2006/main">
  <p:tag name="RAINPROBLEM" val="ProblemSetting"/>
  <p:tag name="RAINPROBLEMTYPE" val="MultipleChoiceMA"/>
</p:tagLst>
</file>

<file path=ppt/tags/tag2479.xml><?xml version="1.0" encoding="utf-8"?>
<p:tagLst xmlns:p="http://schemas.openxmlformats.org/presentationml/2006/main">
  <p:tag name="PROBLEMREMARKTITLE" val="ProblemRemarkBoardTip"/>
</p:tagLst>
</file>

<file path=ppt/tags/tag2480.xml><?xml version="1.0" encoding="utf-8"?>
<p:tagLst xmlns:p="http://schemas.openxmlformats.org/presentationml/2006/main">
  <p:tag name="RAINPROBLEM" val="ProblemRemark"/>
</p:tagLst>
</file>

<file path=ppt/tags/tag2481.xml><?xml version="1.0" encoding="utf-8"?>
<p:tagLst xmlns:p="http://schemas.openxmlformats.org/presentationml/2006/main">
  <p:tag name="RAINPROBLEM" val="ProblemRemark"/>
</p:tagLst>
</file>

<file path=ppt/tags/tag2482.xml><?xml version="1.0" encoding="utf-8"?>
<p:tagLst xmlns:p="http://schemas.openxmlformats.org/presentationml/2006/main">
  <p:tag name="RAINPROBLEM" val="ProblemSubmit"/>
  <p:tag name="RAINPROBLEMTYPE" val="MultipleChoiceMA"/>
</p:tagLst>
</file>

<file path=ppt/tags/tag2483.xml><?xml version="1.0" encoding="utf-8"?>
<p:tagLst xmlns:p="http://schemas.openxmlformats.org/presentationml/2006/main">
  <p:tag name="RAINPROBLEM" val="MultipleChoiceMA"/>
  <p:tag name="PROBLEMHASREMARK" val="True"/>
</p:tagLst>
</file>

<file path=ppt/tags/tag2484.xml><?xml version="1.0" encoding="utf-8"?>
<p:tagLst xmlns:p="http://schemas.openxmlformats.org/presentationml/2006/main">
  <p:tag name="RAINPROBLEM" val="ProblemRemarkBoard"/>
</p:tagLst>
</file>

<file path=ppt/tags/tag2485.xml><?xml version="1.0" encoding="utf-8"?>
<p:tagLst xmlns:p="http://schemas.openxmlformats.org/presentationml/2006/main">
  <p:tag name="RAINPROBLEMTYPE" val="ProblemTypeMarker"/>
</p:tagLst>
</file>

<file path=ppt/tags/tag2486.xml><?xml version="1.0" encoding="utf-8"?>
<p:tagLst xmlns:p="http://schemas.openxmlformats.org/presentationml/2006/main">
  <p:tag name="RAINPROBLEMTYPE" val="ProblemTypeMarker"/>
</p:tagLst>
</file>

<file path=ppt/tags/tag2487.xml><?xml version="1.0" encoding="utf-8"?>
<p:tagLst xmlns:p="http://schemas.openxmlformats.org/presentationml/2006/main">
  <p:tag name="RAINPROBLEMTYPE" val="ProblemTypeMarker"/>
</p:tagLst>
</file>

<file path=ppt/tags/tag2488.xml><?xml version="1.0" encoding="utf-8"?>
<p:tagLst xmlns:p="http://schemas.openxmlformats.org/presentationml/2006/main">
  <p:tag name="RAINPROBLEMTYPE" val="ProblemTypeMarker"/>
</p:tagLst>
</file>

<file path=ppt/tags/tag2489.xml><?xml version="1.0" encoding="utf-8"?>
<p:tagLst xmlns:p="http://schemas.openxmlformats.org/presentationml/2006/main">
  <p:tag name="RAINPROBLEMTYPE" val="ProblemTypeMarker"/>
</p:tagLst>
</file>

<file path=ppt/tags/tag2490.xml><?xml version="1.0" encoding="utf-8"?>
<p:tagLst xmlns:p="http://schemas.openxmlformats.org/presentationml/2006/main">
  <p:tag name="RAINPROBLEM" val="ProblemBody"/>
</p:tagLst>
</file>

<file path=ppt/tags/tag2491.xml><?xml version="1.0" encoding="utf-8"?>
<p:tagLst xmlns:p="http://schemas.openxmlformats.org/presentationml/2006/main">
  <p:tag name="RAINPROBLEM" val="ProblemItem"/>
</p:tagLst>
</file>

<file path=ppt/tags/tag24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93.xml><?xml version="1.0" encoding="utf-8"?>
<p:tagLst xmlns:p="http://schemas.openxmlformats.org/presentationml/2006/main">
  <p:tag name="RAINPROBLEM" val="ProblemItem"/>
</p:tagLst>
</file>

<file path=ppt/tags/tag24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5.xml><?xml version="1.0" encoding="utf-8"?>
<p:tagLst xmlns:p="http://schemas.openxmlformats.org/presentationml/2006/main">
  <p:tag name="RAINPROBLEM" val="ProblemItem"/>
</p:tagLst>
</file>

<file path=ppt/tags/tag24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7.xml><?xml version="1.0" encoding="utf-8"?>
<p:tagLst xmlns:p="http://schemas.openxmlformats.org/presentationml/2006/main">
  <p:tag name="RAINPROBLEM" val="ProblemItem"/>
</p:tagLst>
</file>

<file path=ppt/tags/tag24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99.xml><?xml version="1.0" encoding="utf-8"?>
<p:tagLst xmlns:p="http://schemas.openxmlformats.org/presentationml/2006/main">
  <p:tag name="PROBLEMREMARKTITLE" val="ProblemRemarkBoardTitle"/>
</p:tagLst>
</file>

<file path=ppt/tags/tag2500.xml><?xml version="1.0" encoding="utf-8"?>
<p:tagLst xmlns:p="http://schemas.openxmlformats.org/presentationml/2006/main">
  <p:tag name="PROBLEMREMARKTITLE" val="ProblemRemarkBoardTitle"/>
</p:tagLst>
</file>

<file path=ppt/tags/tag2501.xml><?xml version="1.0" encoding="utf-8"?>
<p:tagLst xmlns:p="http://schemas.openxmlformats.org/presentationml/2006/main">
  <p:tag name="PROBLEMREMARKTITLE" val="ProblemRemarkBoardTitle"/>
</p:tagLst>
</file>

<file path=ppt/tags/tag2502.xml><?xml version="1.0" encoding="utf-8"?>
<p:tagLst xmlns:p="http://schemas.openxmlformats.org/presentationml/2006/main">
  <p:tag name="PROBLEMREMARKTITLE" val="ProblemRemarkBoardTitle"/>
</p:tagLst>
</file>

<file path=ppt/tags/tag2503.xml><?xml version="1.0" encoding="utf-8"?>
<p:tagLst xmlns:p="http://schemas.openxmlformats.org/presentationml/2006/main">
  <p:tag name="RAINPROBLEM" val="ProblemSetting"/>
  <p:tag name="RAINPROBLEMTYPE" val="MultipleChoice"/>
</p:tagLst>
</file>

<file path=ppt/tags/tag2504.xml><?xml version="1.0" encoding="utf-8"?>
<p:tagLst xmlns:p="http://schemas.openxmlformats.org/presentationml/2006/main">
  <p:tag name="PROBLEMREMARKTITLE" val="ProblemRemarkBoardTip"/>
</p:tagLst>
</file>

<file path=ppt/tags/tag2505.xml><?xml version="1.0" encoding="utf-8"?>
<p:tagLst xmlns:p="http://schemas.openxmlformats.org/presentationml/2006/main">
  <p:tag name="RAINPROBLEM" val="ProblemRemark"/>
</p:tagLst>
</file>

<file path=ppt/tags/tag2506.xml><?xml version="1.0" encoding="utf-8"?>
<p:tagLst xmlns:p="http://schemas.openxmlformats.org/presentationml/2006/main">
  <p:tag name="RAINPROBLEM" val="ProblemRemark"/>
</p:tagLst>
</file>

<file path=ppt/tags/tag2507.xml><?xml version="1.0" encoding="utf-8"?>
<p:tagLst xmlns:p="http://schemas.openxmlformats.org/presentationml/2006/main">
  <p:tag name="RAINPROBLEM" val="ProblemSubmit"/>
  <p:tag name="RAINPROBLEMTYPE" val="MultipleChoice"/>
</p:tagLst>
</file>

<file path=ppt/tags/tag2508.xml><?xml version="1.0" encoding="utf-8"?>
<p:tagLst xmlns:p="http://schemas.openxmlformats.org/presentationml/2006/main">
  <p:tag name="RAINPROBLEM" val="MultipleChoice"/>
  <p:tag name="PROBLEMHASREMARK" val="True"/>
</p:tagLst>
</file>

<file path=ppt/tags/tag2509.xml><?xml version="1.0" encoding="utf-8"?>
<p:tagLst xmlns:p="http://schemas.openxmlformats.org/presentationml/2006/main">
  <p:tag name="RAINPROBLEM" val="ProblemRemarkBoard"/>
</p:tagLst>
</file>

<file path=ppt/tags/tag2510.xml><?xml version="1.0" encoding="utf-8"?>
<p:tagLst xmlns:p="http://schemas.openxmlformats.org/presentationml/2006/main">
  <p:tag name="RAINPROBLEMTYPE" val="ProblemTypeMarker"/>
</p:tagLst>
</file>

<file path=ppt/tags/tag2511.xml><?xml version="1.0" encoding="utf-8"?>
<p:tagLst xmlns:p="http://schemas.openxmlformats.org/presentationml/2006/main">
  <p:tag name="RAINPROBLEMTYPE" val="ProblemTypeMarker"/>
</p:tagLst>
</file>

<file path=ppt/tags/tag2512.xml><?xml version="1.0" encoding="utf-8"?>
<p:tagLst xmlns:p="http://schemas.openxmlformats.org/presentationml/2006/main">
  <p:tag name="RAINPROBLEMTYPE" val="ProblemTypeMarker"/>
</p:tagLst>
</file>

<file path=ppt/tags/tag2513.xml><?xml version="1.0" encoding="utf-8"?>
<p:tagLst xmlns:p="http://schemas.openxmlformats.org/presentationml/2006/main">
  <p:tag name="RAINPROBLEMTYPE" val="ProblemTypeMarker"/>
</p:tagLst>
</file>

<file path=ppt/tags/tag2514.xml><?xml version="1.0" encoding="utf-8"?>
<p:tagLst xmlns:p="http://schemas.openxmlformats.org/presentationml/2006/main">
  <p:tag name="RAINPROBLEMTYPE" val="ProblemTypeMarker"/>
</p:tagLst>
</file>

<file path=ppt/tags/tag2515.xml><?xml version="1.0" encoding="utf-8"?>
<p:tagLst xmlns:p="http://schemas.openxmlformats.org/presentationml/2006/main">
  <p:tag name="RAINPROBLEM" val="ProblemBody"/>
</p:tagLst>
</file>

<file path=ppt/tags/tag2516.xml><?xml version="1.0" encoding="utf-8"?>
<p:tagLst xmlns:p="http://schemas.openxmlformats.org/presentationml/2006/main">
  <p:tag name="RAINPROBLEM" val="ProblemItem"/>
</p:tagLst>
</file>

<file path=ppt/tags/tag25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18.xml><?xml version="1.0" encoding="utf-8"?>
<p:tagLst xmlns:p="http://schemas.openxmlformats.org/presentationml/2006/main">
  <p:tag name="RAINPROBLEM" val="ProblemItem"/>
</p:tagLst>
</file>

<file path=ppt/tags/tag2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0.xml><?xml version="1.0" encoding="utf-8"?>
<p:tagLst xmlns:p="http://schemas.openxmlformats.org/presentationml/2006/main">
  <p:tag name="RAINPROBLEM" val="ProblemItem"/>
</p:tagLst>
</file>

<file path=ppt/tags/tag2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2.xml><?xml version="1.0" encoding="utf-8"?>
<p:tagLst xmlns:p="http://schemas.openxmlformats.org/presentationml/2006/main">
  <p:tag name="RAINPROBLEM" val="ProblemItem"/>
</p:tagLst>
</file>

<file path=ppt/tags/tag2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24.xml><?xml version="1.0" encoding="utf-8"?>
<p:tagLst xmlns:p="http://schemas.openxmlformats.org/presentationml/2006/main">
  <p:tag name="PROBLEMREMARKTITLE" val="ProblemRemarkBoardTitle"/>
</p:tagLst>
</file>

<file path=ppt/tags/tag2525.xml><?xml version="1.0" encoding="utf-8"?>
<p:tagLst xmlns:p="http://schemas.openxmlformats.org/presentationml/2006/main">
  <p:tag name="PROBLEMREMARKTITLE" val="ProblemRemarkBoardTitle"/>
</p:tagLst>
</file>

<file path=ppt/tags/tag2526.xml><?xml version="1.0" encoding="utf-8"?>
<p:tagLst xmlns:p="http://schemas.openxmlformats.org/presentationml/2006/main">
  <p:tag name="PROBLEMREMARKTITLE" val="ProblemRemarkBoardTitle"/>
</p:tagLst>
</file>

<file path=ppt/tags/tag2527.xml><?xml version="1.0" encoding="utf-8"?>
<p:tagLst xmlns:p="http://schemas.openxmlformats.org/presentationml/2006/main">
  <p:tag name="PROBLEMREMARKTITLE" val="ProblemRemarkBoardTitle"/>
</p:tagLst>
</file>

<file path=ppt/tags/tag2528.xml><?xml version="1.0" encoding="utf-8"?>
<p:tagLst xmlns:p="http://schemas.openxmlformats.org/presentationml/2006/main">
  <p:tag name="RAINPROBLEM" val="ProblemSetting"/>
  <p:tag name="RAINPROBLEMTYPE" val="MultipleChoice"/>
</p:tagLst>
</file>

<file path=ppt/tags/tag2529.xml><?xml version="1.0" encoding="utf-8"?>
<p:tagLst xmlns:p="http://schemas.openxmlformats.org/presentationml/2006/main">
  <p:tag name="PROBLEMREMARKTITLE" val="ProblemRemarkBoardTip"/>
</p:tagLst>
</file>

<file path=ppt/tags/tag2530.xml><?xml version="1.0" encoding="utf-8"?>
<p:tagLst xmlns:p="http://schemas.openxmlformats.org/presentationml/2006/main">
  <p:tag name="RAINPROBLEM" val="ProblemRemark"/>
</p:tagLst>
</file>

<file path=ppt/tags/tag2531.xml><?xml version="1.0" encoding="utf-8"?>
<p:tagLst xmlns:p="http://schemas.openxmlformats.org/presentationml/2006/main">
  <p:tag name="RAINPROBLEM" val="ProblemRemark"/>
</p:tagLst>
</file>

<file path=ppt/tags/tag2532.xml><?xml version="1.0" encoding="utf-8"?>
<p:tagLst xmlns:p="http://schemas.openxmlformats.org/presentationml/2006/main">
  <p:tag name="RAINPROBLEM" val="ProblemSubmit"/>
  <p:tag name="RAINPROBLEMTYPE" val="MultipleChoice"/>
</p:tagLst>
</file>

<file path=ppt/tags/tag2533.xml><?xml version="1.0" encoding="utf-8"?>
<p:tagLst xmlns:p="http://schemas.openxmlformats.org/presentationml/2006/main">
  <p:tag name="RAINPROBLEM" val="MultipleChoice"/>
  <p:tag name="PROBLEMHASREMARK" val="True"/>
</p:tagLst>
</file>

<file path=ppt/tags/tag2534.xml><?xml version="1.0" encoding="utf-8"?>
<p:tagLst xmlns:p="http://schemas.openxmlformats.org/presentationml/2006/main">
  <p:tag name="RAINPROBLEM" val="ProblemRemarkBoard"/>
</p:tagLst>
</file>

<file path=ppt/tags/tag2535.xml><?xml version="1.0" encoding="utf-8"?>
<p:tagLst xmlns:p="http://schemas.openxmlformats.org/presentationml/2006/main">
  <p:tag name="RAINPROBLEMTYPE" val="ProblemTypeMarker"/>
</p:tagLst>
</file>

<file path=ppt/tags/tag2536.xml><?xml version="1.0" encoding="utf-8"?>
<p:tagLst xmlns:p="http://schemas.openxmlformats.org/presentationml/2006/main">
  <p:tag name="RAINPROBLEMTYPE" val="ProblemTypeMarker"/>
</p:tagLst>
</file>

<file path=ppt/tags/tag2537.xml><?xml version="1.0" encoding="utf-8"?>
<p:tagLst xmlns:p="http://schemas.openxmlformats.org/presentationml/2006/main">
  <p:tag name="RAINPROBLEMTYPE" val="ProblemTypeMarker"/>
</p:tagLst>
</file>

<file path=ppt/tags/tag2538.xml><?xml version="1.0" encoding="utf-8"?>
<p:tagLst xmlns:p="http://schemas.openxmlformats.org/presentationml/2006/main">
  <p:tag name="RAINPROBLEMTYPE" val="ProblemTypeMarker"/>
</p:tagLst>
</file>

<file path=ppt/tags/tag2539.xml><?xml version="1.0" encoding="utf-8"?>
<p:tagLst xmlns:p="http://schemas.openxmlformats.org/presentationml/2006/main">
  <p:tag name="RAINPROBLEMTYPE" val="ProblemTypeMarker"/>
</p:tagLst>
</file>

<file path=ppt/tags/tag2540.xml><?xml version="1.0" encoding="utf-8"?>
<p:tagLst xmlns:p="http://schemas.openxmlformats.org/presentationml/2006/main">
  <p:tag name="RAINPROBLEM" val="ProblemBody"/>
</p:tagLst>
</file>

<file path=ppt/tags/tag2541.xml><?xml version="1.0" encoding="utf-8"?>
<p:tagLst xmlns:p="http://schemas.openxmlformats.org/presentationml/2006/main">
  <p:tag name="RAINPROBLEM" val="ProblemItem"/>
</p:tagLst>
</file>

<file path=ppt/tags/tag25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3.xml><?xml version="1.0" encoding="utf-8"?>
<p:tagLst xmlns:p="http://schemas.openxmlformats.org/presentationml/2006/main">
  <p:tag name="RAINPROBLEM" val="ProblemItem"/>
</p:tagLst>
</file>

<file path=ppt/tags/tag25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45.xml><?xml version="1.0" encoding="utf-8"?>
<p:tagLst xmlns:p="http://schemas.openxmlformats.org/presentationml/2006/main">
  <p:tag name="RAINPROBLEM" val="ProblemItem"/>
</p:tagLst>
</file>

<file path=ppt/tags/tag2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7.xml><?xml version="1.0" encoding="utf-8"?>
<p:tagLst xmlns:p="http://schemas.openxmlformats.org/presentationml/2006/main">
  <p:tag name="RAINPROBLEM" val="ProblemItem"/>
</p:tagLst>
</file>

<file path=ppt/tags/tag2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49.xml><?xml version="1.0" encoding="utf-8"?>
<p:tagLst xmlns:p="http://schemas.openxmlformats.org/presentationml/2006/main">
  <p:tag name="PROBLEMREMARKTITLE" val="ProblemRemarkBoardTitle"/>
</p:tagLst>
</file>

<file path=ppt/tags/tag2550.xml><?xml version="1.0" encoding="utf-8"?>
<p:tagLst xmlns:p="http://schemas.openxmlformats.org/presentationml/2006/main">
  <p:tag name="PROBLEMREMARKTITLE" val="ProblemRemarkBoardTitle"/>
</p:tagLst>
</file>

<file path=ppt/tags/tag2551.xml><?xml version="1.0" encoding="utf-8"?>
<p:tagLst xmlns:p="http://schemas.openxmlformats.org/presentationml/2006/main">
  <p:tag name="PROBLEMREMARKTITLE" val="ProblemRemarkBoardTitle"/>
</p:tagLst>
</file>

<file path=ppt/tags/tag2552.xml><?xml version="1.0" encoding="utf-8"?>
<p:tagLst xmlns:p="http://schemas.openxmlformats.org/presentationml/2006/main">
  <p:tag name="PROBLEMREMARKTITLE" val="ProblemRemarkBoardTitle"/>
</p:tagLst>
</file>

<file path=ppt/tags/tag2553.xml><?xml version="1.0" encoding="utf-8"?>
<p:tagLst xmlns:p="http://schemas.openxmlformats.org/presentationml/2006/main">
  <p:tag name="RAINPROBLEM" val="ProblemSetting"/>
  <p:tag name="RAINPROBLEMTYPE" val="MultipleChoice"/>
</p:tagLst>
</file>

<file path=ppt/tags/tag2554.xml><?xml version="1.0" encoding="utf-8"?>
<p:tagLst xmlns:p="http://schemas.openxmlformats.org/presentationml/2006/main">
  <p:tag name="PROBLEMREMARKTITLE" val="ProblemRemarkBoardTip"/>
</p:tagLst>
</file>

<file path=ppt/tags/tag2555.xml><?xml version="1.0" encoding="utf-8"?>
<p:tagLst xmlns:p="http://schemas.openxmlformats.org/presentationml/2006/main">
  <p:tag name="RAINPROBLEM" val="ProblemRemark"/>
</p:tagLst>
</file>

<file path=ppt/tags/tag2556.xml><?xml version="1.0" encoding="utf-8"?>
<p:tagLst xmlns:p="http://schemas.openxmlformats.org/presentationml/2006/main">
  <p:tag name="RAINPROBLEM" val="ProblemRemark"/>
</p:tagLst>
</file>

<file path=ppt/tags/tag2557.xml><?xml version="1.0" encoding="utf-8"?>
<p:tagLst xmlns:p="http://schemas.openxmlformats.org/presentationml/2006/main">
  <p:tag name="RAINPROBLEM" val="ProblemSubmit"/>
  <p:tag name="RAINPROBLEMTYPE" val="MultipleChoice"/>
</p:tagLst>
</file>

<file path=ppt/tags/tag2558.xml><?xml version="1.0" encoding="utf-8"?>
<p:tagLst xmlns:p="http://schemas.openxmlformats.org/presentationml/2006/main">
  <p:tag name="RAINPROBLEM" val="MultipleChoice"/>
  <p:tag name="PROBLEMHASREMARK" val="True"/>
</p:tagLst>
</file>

<file path=ppt/tags/tag2559.xml><?xml version="1.0" encoding="utf-8"?>
<p:tagLst xmlns:p="http://schemas.openxmlformats.org/presentationml/2006/main">
  <p:tag name="RAINPROBLEM" val="ProblemRemarkBoard"/>
</p:tagLst>
</file>

<file path=ppt/tags/tag2560.xml><?xml version="1.0" encoding="utf-8"?>
<p:tagLst xmlns:p="http://schemas.openxmlformats.org/presentationml/2006/main">
  <p:tag name="RAINPROBLEMTYPE" val="ProblemTypeMarker"/>
</p:tagLst>
</file>

<file path=ppt/tags/tag2561.xml><?xml version="1.0" encoding="utf-8"?>
<p:tagLst xmlns:p="http://schemas.openxmlformats.org/presentationml/2006/main">
  <p:tag name="RAINPROBLEMTYPE" val="ProblemTypeMarker"/>
</p:tagLst>
</file>

<file path=ppt/tags/tag2562.xml><?xml version="1.0" encoding="utf-8"?>
<p:tagLst xmlns:p="http://schemas.openxmlformats.org/presentationml/2006/main">
  <p:tag name="RAINPROBLEMTYPE" val="ProblemTypeMarker"/>
</p:tagLst>
</file>

<file path=ppt/tags/tag2563.xml><?xml version="1.0" encoding="utf-8"?>
<p:tagLst xmlns:p="http://schemas.openxmlformats.org/presentationml/2006/main">
  <p:tag name="RAINPROBLEMTYPE" val="ProblemTypeMarker"/>
</p:tagLst>
</file>

<file path=ppt/tags/tag2564.xml><?xml version="1.0" encoding="utf-8"?>
<p:tagLst xmlns:p="http://schemas.openxmlformats.org/presentationml/2006/main">
  <p:tag name="RAINPROBLEMTYPE" val="ProblemTypeMarker"/>
</p:tagLst>
</file>

<file path=ppt/tags/tag2565.xml><?xml version="1.0" encoding="utf-8"?>
<p:tagLst xmlns:p="http://schemas.openxmlformats.org/presentationml/2006/main">
  <p:tag name="RAINPROBLEM" val="ProblemBody"/>
</p:tagLst>
</file>

<file path=ppt/tags/tag2566.xml><?xml version="1.0" encoding="utf-8"?>
<p:tagLst xmlns:p="http://schemas.openxmlformats.org/presentationml/2006/main">
  <p:tag name="RAINPROBLEM" val="ProblemItem"/>
</p:tagLst>
</file>

<file path=ppt/tags/tag25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68.xml><?xml version="1.0" encoding="utf-8"?>
<p:tagLst xmlns:p="http://schemas.openxmlformats.org/presentationml/2006/main">
  <p:tag name="RAINPROBLEM" val="ProblemItem"/>
</p:tagLst>
</file>

<file path=ppt/tags/tag25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0.xml><?xml version="1.0" encoding="utf-8"?>
<p:tagLst xmlns:p="http://schemas.openxmlformats.org/presentationml/2006/main">
  <p:tag name="RAINPROBLEM" val="ProblemItem"/>
</p:tagLst>
</file>

<file path=ppt/tags/tag25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2.xml><?xml version="1.0" encoding="utf-8"?>
<p:tagLst xmlns:p="http://schemas.openxmlformats.org/presentationml/2006/main">
  <p:tag name="RAINPROBLEM" val="ProblemItem"/>
</p:tagLst>
</file>

<file path=ppt/tags/tag25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74.xml><?xml version="1.0" encoding="utf-8"?>
<p:tagLst xmlns:p="http://schemas.openxmlformats.org/presentationml/2006/main">
  <p:tag name="PROBLEMREMARKTITLE" val="ProblemRemarkBoardTitle"/>
</p:tagLst>
</file>

<file path=ppt/tags/tag2575.xml><?xml version="1.0" encoding="utf-8"?>
<p:tagLst xmlns:p="http://schemas.openxmlformats.org/presentationml/2006/main">
  <p:tag name="PROBLEMREMARKTITLE" val="ProblemRemarkBoardTitle"/>
</p:tagLst>
</file>

<file path=ppt/tags/tag2576.xml><?xml version="1.0" encoding="utf-8"?>
<p:tagLst xmlns:p="http://schemas.openxmlformats.org/presentationml/2006/main">
  <p:tag name="PROBLEMREMARKTITLE" val="ProblemRemarkBoardTitle"/>
</p:tagLst>
</file>

<file path=ppt/tags/tag2577.xml><?xml version="1.0" encoding="utf-8"?>
<p:tagLst xmlns:p="http://schemas.openxmlformats.org/presentationml/2006/main">
  <p:tag name="PROBLEMREMARKTITLE" val="ProblemRemarkBoardTitle"/>
</p:tagLst>
</file>

<file path=ppt/tags/tag2578.xml><?xml version="1.0" encoding="utf-8"?>
<p:tagLst xmlns:p="http://schemas.openxmlformats.org/presentationml/2006/main">
  <p:tag name="RAINPROBLEM" val="ProblemSetting"/>
  <p:tag name="RAINPROBLEMTYPE" val="MultipleChoice"/>
</p:tagLst>
</file>

<file path=ppt/tags/tag2579.xml><?xml version="1.0" encoding="utf-8"?>
<p:tagLst xmlns:p="http://schemas.openxmlformats.org/presentationml/2006/main">
  <p:tag name="PROBLEMREMARKTITLE" val="ProblemRemarkBoardTip"/>
</p:tagLst>
</file>

<file path=ppt/tags/tag2580.xml><?xml version="1.0" encoding="utf-8"?>
<p:tagLst xmlns:p="http://schemas.openxmlformats.org/presentationml/2006/main">
  <p:tag name="RAINPROBLEM" val="ProblemRemark"/>
</p:tagLst>
</file>

<file path=ppt/tags/tag2581.xml><?xml version="1.0" encoding="utf-8"?>
<p:tagLst xmlns:p="http://schemas.openxmlformats.org/presentationml/2006/main">
  <p:tag name="RAINPROBLEM" val="ProblemRemark"/>
</p:tagLst>
</file>

<file path=ppt/tags/tag2582.xml><?xml version="1.0" encoding="utf-8"?>
<p:tagLst xmlns:p="http://schemas.openxmlformats.org/presentationml/2006/main">
  <p:tag name="RAINPROBLEM" val="ProblemSubmit"/>
  <p:tag name="RAINPROBLEMTYPE" val="MultipleChoice"/>
</p:tagLst>
</file>

<file path=ppt/tags/tag2583.xml><?xml version="1.0" encoding="utf-8"?>
<p:tagLst xmlns:p="http://schemas.openxmlformats.org/presentationml/2006/main">
  <p:tag name="RAINPROBLEM" val="MultipleChoice"/>
  <p:tag name="PROBLEMHASREMARK" val="True"/>
</p:tagLst>
</file>

<file path=ppt/tags/tag2584.xml><?xml version="1.0" encoding="utf-8"?>
<p:tagLst xmlns:p="http://schemas.openxmlformats.org/presentationml/2006/main">
  <p:tag name="RAINPROBLEM" val="ProblemRemarkBoard"/>
</p:tagLst>
</file>

<file path=ppt/tags/tag2585.xml><?xml version="1.0" encoding="utf-8"?>
<p:tagLst xmlns:p="http://schemas.openxmlformats.org/presentationml/2006/main">
  <p:tag name="RAINPROBLEMTYPE" val="ProblemTypeMarker"/>
</p:tagLst>
</file>

<file path=ppt/tags/tag2586.xml><?xml version="1.0" encoding="utf-8"?>
<p:tagLst xmlns:p="http://schemas.openxmlformats.org/presentationml/2006/main">
  <p:tag name="RAINPROBLEMTYPE" val="ProblemTypeMarker"/>
</p:tagLst>
</file>

<file path=ppt/tags/tag2587.xml><?xml version="1.0" encoding="utf-8"?>
<p:tagLst xmlns:p="http://schemas.openxmlformats.org/presentationml/2006/main">
  <p:tag name="RAINPROBLEMTYPE" val="ProblemTypeMarker"/>
</p:tagLst>
</file>

<file path=ppt/tags/tag2588.xml><?xml version="1.0" encoding="utf-8"?>
<p:tagLst xmlns:p="http://schemas.openxmlformats.org/presentationml/2006/main">
  <p:tag name="RAINPROBLEMTYPE" val="ProblemTypeMarker"/>
</p:tagLst>
</file>

<file path=ppt/tags/tag2589.xml><?xml version="1.0" encoding="utf-8"?>
<p:tagLst xmlns:p="http://schemas.openxmlformats.org/presentationml/2006/main">
  <p:tag name="RAINPROBLEMTYPE" val="ProblemTypeMarker"/>
</p:tagLst>
</file>

<file path=ppt/tags/tag2590.xml><?xml version="1.0" encoding="utf-8"?>
<p:tagLst xmlns:p="http://schemas.openxmlformats.org/presentationml/2006/main">
  <p:tag name="RAINPROBLEM" val="ProblemBody"/>
</p:tagLst>
</file>

<file path=ppt/tags/tag2591.xml><?xml version="1.0" encoding="utf-8"?>
<p:tagLst xmlns:p="http://schemas.openxmlformats.org/presentationml/2006/main">
  <p:tag name="RAINPROBLEM" val="ProblemItem"/>
</p:tagLst>
</file>

<file path=ppt/tags/tag25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93.xml><?xml version="1.0" encoding="utf-8"?>
<p:tagLst xmlns:p="http://schemas.openxmlformats.org/presentationml/2006/main">
  <p:tag name="RAINPROBLEM" val="ProblemItem"/>
</p:tagLst>
</file>

<file path=ppt/tags/tag25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5.xml><?xml version="1.0" encoding="utf-8"?>
<p:tagLst xmlns:p="http://schemas.openxmlformats.org/presentationml/2006/main">
  <p:tag name="RAINPROBLEM" val="ProblemItem"/>
</p:tagLst>
</file>

<file path=ppt/tags/tag25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7.xml><?xml version="1.0" encoding="utf-8"?>
<p:tagLst xmlns:p="http://schemas.openxmlformats.org/presentationml/2006/main">
  <p:tag name="RAINPROBLEM" val="ProblemItem"/>
</p:tagLst>
</file>

<file path=ppt/tags/tag25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99.xml><?xml version="1.0" encoding="utf-8"?>
<p:tagLst xmlns:p="http://schemas.openxmlformats.org/presentationml/2006/main">
  <p:tag name="PROBLEMREMARKTITLE" val="ProblemRemarkBoardTitle"/>
</p:tagLst>
</file>

<file path=ppt/tags/tag2600.xml><?xml version="1.0" encoding="utf-8"?>
<p:tagLst xmlns:p="http://schemas.openxmlformats.org/presentationml/2006/main">
  <p:tag name="PROBLEMREMARKTITLE" val="ProblemRemarkBoardTitle"/>
</p:tagLst>
</file>

<file path=ppt/tags/tag2601.xml><?xml version="1.0" encoding="utf-8"?>
<p:tagLst xmlns:p="http://schemas.openxmlformats.org/presentationml/2006/main">
  <p:tag name="PROBLEMREMARKTITLE" val="ProblemRemarkBoardTitle"/>
</p:tagLst>
</file>

<file path=ppt/tags/tag2602.xml><?xml version="1.0" encoding="utf-8"?>
<p:tagLst xmlns:p="http://schemas.openxmlformats.org/presentationml/2006/main">
  <p:tag name="PROBLEMREMARKTITLE" val="ProblemRemarkBoardTitle"/>
</p:tagLst>
</file>

<file path=ppt/tags/tag2603.xml><?xml version="1.0" encoding="utf-8"?>
<p:tagLst xmlns:p="http://schemas.openxmlformats.org/presentationml/2006/main">
  <p:tag name="RAINPROBLEM" val="ProblemSetting"/>
  <p:tag name="RAINPROBLEMTYPE" val="MultipleChoice"/>
</p:tagLst>
</file>

<file path=ppt/tags/tag2604.xml><?xml version="1.0" encoding="utf-8"?>
<p:tagLst xmlns:p="http://schemas.openxmlformats.org/presentationml/2006/main">
  <p:tag name="PROBLEMREMARKTITLE" val="ProblemRemarkBoardTip"/>
</p:tagLst>
</file>

<file path=ppt/tags/tag2605.xml><?xml version="1.0" encoding="utf-8"?>
<p:tagLst xmlns:p="http://schemas.openxmlformats.org/presentationml/2006/main">
  <p:tag name="RAINPROBLEM" val="ProblemRemark"/>
</p:tagLst>
</file>

<file path=ppt/tags/tag2606.xml><?xml version="1.0" encoding="utf-8"?>
<p:tagLst xmlns:p="http://schemas.openxmlformats.org/presentationml/2006/main">
  <p:tag name="RAINPROBLEM" val="ProblemRemark"/>
</p:tagLst>
</file>

<file path=ppt/tags/tag2607.xml><?xml version="1.0" encoding="utf-8"?>
<p:tagLst xmlns:p="http://schemas.openxmlformats.org/presentationml/2006/main">
  <p:tag name="RAINPROBLEM" val="ProblemSubmit"/>
  <p:tag name="RAINPROBLEMTYPE" val="MultipleChoice"/>
</p:tagLst>
</file>

<file path=ppt/tags/tag2608.xml><?xml version="1.0" encoding="utf-8"?>
<p:tagLst xmlns:p="http://schemas.openxmlformats.org/presentationml/2006/main">
  <p:tag name="RAINPROBLEM" val="MultipleChoice"/>
  <p:tag name="PROBLEMHASREMARK" val="True"/>
</p:tagLst>
</file>

<file path=ppt/tags/tag2609.xml><?xml version="1.0" encoding="utf-8"?>
<p:tagLst xmlns:p="http://schemas.openxmlformats.org/presentationml/2006/main">
  <p:tag name="RAINPROBLEM" val="ProblemRemarkBoard"/>
</p:tagLst>
</file>

<file path=ppt/tags/tag2610.xml><?xml version="1.0" encoding="utf-8"?>
<p:tagLst xmlns:p="http://schemas.openxmlformats.org/presentationml/2006/main">
  <p:tag name="RAINPROBLEMTYPE" val="ProblemTypeMarker"/>
</p:tagLst>
</file>

<file path=ppt/tags/tag2611.xml><?xml version="1.0" encoding="utf-8"?>
<p:tagLst xmlns:p="http://schemas.openxmlformats.org/presentationml/2006/main">
  <p:tag name="RAINPROBLEMTYPE" val="ProblemTypeMarker"/>
</p:tagLst>
</file>

<file path=ppt/tags/tag2612.xml><?xml version="1.0" encoding="utf-8"?>
<p:tagLst xmlns:p="http://schemas.openxmlformats.org/presentationml/2006/main">
  <p:tag name="RAINPROBLEMTYPE" val="ProblemTypeMarker"/>
</p:tagLst>
</file>

<file path=ppt/tags/tag2613.xml><?xml version="1.0" encoding="utf-8"?>
<p:tagLst xmlns:p="http://schemas.openxmlformats.org/presentationml/2006/main">
  <p:tag name="RAINPROBLEMTYPE" val="ProblemTypeMarker"/>
</p:tagLst>
</file>

<file path=ppt/tags/tag2614.xml><?xml version="1.0" encoding="utf-8"?>
<p:tagLst xmlns:p="http://schemas.openxmlformats.org/presentationml/2006/main">
  <p:tag name="RAINPROBLEMTYPE" val="ProblemTypeMarker"/>
</p:tagLst>
</file>

<file path=ppt/tags/tag2615.xml><?xml version="1.0" encoding="utf-8"?>
<p:tagLst xmlns:p="http://schemas.openxmlformats.org/presentationml/2006/main">
  <p:tag name="RAINPROBLEM" val="ProblemBody"/>
</p:tagLst>
</file>

<file path=ppt/tags/tag2616.xml><?xml version="1.0" encoding="utf-8"?>
<p:tagLst xmlns:p="http://schemas.openxmlformats.org/presentationml/2006/main">
  <p:tag name="RAINPROBLEM" val="ProblemItem"/>
</p:tagLst>
</file>

<file path=ppt/tags/tag26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18.xml><?xml version="1.0" encoding="utf-8"?>
<p:tagLst xmlns:p="http://schemas.openxmlformats.org/presentationml/2006/main">
  <p:tag name="RAINPROBLEM" val="ProblemItem"/>
</p:tagLst>
</file>

<file path=ppt/tags/tag2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0.xml><?xml version="1.0" encoding="utf-8"?>
<p:tagLst xmlns:p="http://schemas.openxmlformats.org/presentationml/2006/main">
  <p:tag name="RAINPROBLEM" val="ProblemItem"/>
</p:tagLst>
</file>

<file path=ppt/tags/tag26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2.xml><?xml version="1.0" encoding="utf-8"?>
<p:tagLst xmlns:p="http://schemas.openxmlformats.org/presentationml/2006/main">
  <p:tag name="RAINPROBLEM" val="ProblemItem"/>
</p:tagLst>
</file>

<file path=ppt/tags/tag26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4.xml><?xml version="1.0" encoding="utf-8"?>
<p:tagLst xmlns:p="http://schemas.openxmlformats.org/presentationml/2006/main">
  <p:tag name="PROBLEMREMARKTITLE" val="ProblemRemarkBoardTitle"/>
</p:tagLst>
</file>

<file path=ppt/tags/tag2625.xml><?xml version="1.0" encoding="utf-8"?>
<p:tagLst xmlns:p="http://schemas.openxmlformats.org/presentationml/2006/main">
  <p:tag name="PROBLEMREMARKTITLE" val="ProblemRemarkBoardTitle"/>
</p:tagLst>
</file>

<file path=ppt/tags/tag2626.xml><?xml version="1.0" encoding="utf-8"?>
<p:tagLst xmlns:p="http://schemas.openxmlformats.org/presentationml/2006/main">
  <p:tag name="PROBLEMREMARKTITLE" val="ProblemRemarkBoardTitle"/>
</p:tagLst>
</file>

<file path=ppt/tags/tag2627.xml><?xml version="1.0" encoding="utf-8"?>
<p:tagLst xmlns:p="http://schemas.openxmlformats.org/presentationml/2006/main">
  <p:tag name="PROBLEMREMARKTITLE" val="ProblemRemarkBoardTitle"/>
</p:tagLst>
</file>

<file path=ppt/tags/tag2628.xml><?xml version="1.0" encoding="utf-8"?>
<p:tagLst xmlns:p="http://schemas.openxmlformats.org/presentationml/2006/main">
  <p:tag name="RAINPROBLEM" val="ProblemSetting"/>
  <p:tag name="RAINPROBLEMTYPE" val="MultipleChoice"/>
</p:tagLst>
</file>

<file path=ppt/tags/tag2629.xml><?xml version="1.0" encoding="utf-8"?>
<p:tagLst xmlns:p="http://schemas.openxmlformats.org/presentationml/2006/main">
  <p:tag name="PROBLEMREMARKTITLE" val="ProblemRemarkBoardTip"/>
</p:tagLst>
</file>

<file path=ppt/tags/tag2630.xml><?xml version="1.0" encoding="utf-8"?>
<p:tagLst xmlns:p="http://schemas.openxmlformats.org/presentationml/2006/main">
  <p:tag name="RAINPROBLEM" val="ProblemRemark"/>
</p:tagLst>
</file>

<file path=ppt/tags/tag2631.xml><?xml version="1.0" encoding="utf-8"?>
<p:tagLst xmlns:p="http://schemas.openxmlformats.org/presentationml/2006/main">
  <p:tag name="RAINPROBLEM" val="ProblemRemark"/>
</p:tagLst>
</file>

<file path=ppt/tags/tag2632.xml><?xml version="1.0" encoding="utf-8"?>
<p:tagLst xmlns:p="http://schemas.openxmlformats.org/presentationml/2006/main">
  <p:tag name="RAINPROBLEM" val="ProblemSubmit"/>
  <p:tag name="RAINPROBLEMTYPE" val="MultipleChoice"/>
</p:tagLst>
</file>

<file path=ppt/tags/tag2633.xml><?xml version="1.0" encoding="utf-8"?>
<p:tagLst xmlns:p="http://schemas.openxmlformats.org/presentationml/2006/main">
  <p:tag name="RAINPROBLEM" val="MultipleChoice"/>
  <p:tag name="PROBLEMHASREMARK" val="True"/>
</p:tagLst>
</file>

<file path=ppt/tags/tag2634.xml><?xml version="1.0" encoding="utf-8"?>
<p:tagLst xmlns:p="http://schemas.openxmlformats.org/presentationml/2006/main">
  <p:tag name="RAINPROBLEM" val="ProblemRemarkBoard"/>
</p:tagLst>
</file>

<file path=ppt/tags/tag2635.xml><?xml version="1.0" encoding="utf-8"?>
<p:tagLst xmlns:p="http://schemas.openxmlformats.org/presentationml/2006/main">
  <p:tag name="RAINPROBLEMTYPE" val="ProblemTypeMarker"/>
</p:tagLst>
</file>

<file path=ppt/tags/tag2636.xml><?xml version="1.0" encoding="utf-8"?>
<p:tagLst xmlns:p="http://schemas.openxmlformats.org/presentationml/2006/main">
  <p:tag name="RAINPROBLEMTYPE" val="ProblemTypeMarker"/>
</p:tagLst>
</file>

<file path=ppt/tags/tag2637.xml><?xml version="1.0" encoding="utf-8"?>
<p:tagLst xmlns:p="http://schemas.openxmlformats.org/presentationml/2006/main">
  <p:tag name="RAINPROBLEMTYPE" val="ProblemTypeMarker"/>
</p:tagLst>
</file>

<file path=ppt/tags/tag2638.xml><?xml version="1.0" encoding="utf-8"?>
<p:tagLst xmlns:p="http://schemas.openxmlformats.org/presentationml/2006/main">
  <p:tag name="RAINPROBLEMTYPE" val="ProblemTypeMarker"/>
</p:tagLst>
</file>

<file path=ppt/tags/tag2639.xml><?xml version="1.0" encoding="utf-8"?>
<p:tagLst xmlns:p="http://schemas.openxmlformats.org/presentationml/2006/main">
  <p:tag name="RAINPROBLEMTYPE" val="ProblemTypeMarker"/>
</p:tagLst>
</file>

<file path=ppt/tags/tag2640.xml><?xml version="1.0" encoding="utf-8"?>
<p:tagLst xmlns:p="http://schemas.openxmlformats.org/presentationml/2006/main">
  <p:tag name="RAINPROBLEM" val="ProblemBody"/>
</p:tagLst>
</file>

<file path=ppt/tags/tag2641.xml><?xml version="1.0" encoding="utf-8"?>
<p:tagLst xmlns:p="http://schemas.openxmlformats.org/presentationml/2006/main">
  <p:tag name="RAINPROBLEM" val="ProblemItem"/>
</p:tagLst>
</file>

<file path=ppt/tags/tag26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43.xml><?xml version="1.0" encoding="utf-8"?>
<p:tagLst xmlns:p="http://schemas.openxmlformats.org/presentationml/2006/main">
  <p:tag name="RAINPROBLEM" val="ProblemItem"/>
</p:tagLst>
</file>

<file path=ppt/tags/tag26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5.xml><?xml version="1.0" encoding="utf-8"?>
<p:tagLst xmlns:p="http://schemas.openxmlformats.org/presentationml/2006/main">
  <p:tag name="RAINPROBLEM" val="ProblemItem"/>
</p:tagLst>
</file>

<file path=ppt/tags/tag26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7.xml><?xml version="1.0" encoding="utf-8"?>
<p:tagLst xmlns:p="http://schemas.openxmlformats.org/presentationml/2006/main">
  <p:tag name="RAINPROBLEM" val="ProblemItem"/>
</p:tagLst>
</file>

<file path=ppt/tags/tag26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49.xml><?xml version="1.0" encoding="utf-8"?>
<p:tagLst xmlns:p="http://schemas.openxmlformats.org/presentationml/2006/main">
  <p:tag name="PROBLEMREMARKTITLE" val="ProblemRemarkBoardTitle"/>
</p:tagLst>
</file>

<file path=ppt/tags/tag2650.xml><?xml version="1.0" encoding="utf-8"?>
<p:tagLst xmlns:p="http://schemas.openxmlformats.org/presentationml/2006/main">
  <p:tag name="PROBLEMREMARKTITLE" val="ProblemRemarkBoardTitle"/>
</p:tagLst>
</file>

<file path=ppt/tags/tag2651.xml><?xml version="1.0" encoding="utf-8"?>
<p:tagLst xmlns:p="http://schemas.openxmlformats.org/presentationml/2006/main">
  <p:tag name="PROBLEMREMARKTITLE" val="ProblemRemarkBoardTitle"/>
</p:tagLst>
</file>

<file path=ppt/tags/tag2652.xml><?xml version="1.0" encoding="utf-8"?>
<p:tagLst xmlns:p="http://schemas.openxmlformats.org/presentationml/2006/main">
  <p:tag name="PROBLEMREMARKTITLE" val="ProblemRemarkBoardTitle"/>
</p:tagLst>
</file>

<file path=ppt/tags/tag2653.xml><?xml version="1.0" encoding="utf-8"?>
<p:tagLst xmlns:p="http://schemas.openxmlformats.org/presentationml/2006/main">
  <p:tag name="RAINPROBLEM" val="ProblemSetting"/>
  <p:tag name="RAINPROBLEMTYPE" val="MultipleChoice"/>
</p:tagLst>
</file>

<file path=ppt/tags/tag2654.xml><?xml version="1.0" encoding="utf-8"?>
<p:tagLst xmlns:p="http://schemas.openxmlformats.org/presentationml/2006/main">
  <p:tag name="PROBLEMREMARKTITLE" val="ProblemRemarkBoardTip"/>
</p:tagLst>
</file>

<file path=ppt/tags/tag2655.xml><?xml version="1.0" encoding="utf-8"?>
<p:tagLst xmlns:p="http://schemas.openxmlformats.org/presentationml/2006/main">
  <p:tag name="RAINPROBLEM" val="ProblemRemark"/>
</p:tagLst>
</file>

<file path=ppt/tags/tag2656.xml><?xml version="1.0" encoding="utf-8"?>
<p:tagLst xmlns:p="http://schemas.openxmlformats.org/presentationml/2006/main">
  <p:tag name="RAINPROBLEM" val="ProblemRemark"/>
</p:tagLst>
</file>

<file path=ppt/tags/tag2657.xml><?xml version="1.0" encoding="utf-8"?>
<p:tagLst xmlns:p="http://schemas.openxmlformats.org/presentationml/2006/main">
  <p:tag name="RAINPROBLEM" val="ProblemSubmit"/>
  <p:tag name="RAINPROBLEMTYPE" val="MultipleChoice"/>
</p:tagLst>
</file>

<file path=ppt/tags/tag265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